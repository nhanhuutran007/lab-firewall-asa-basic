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34.xml" ContentType="application/vnd.openxmlformats-officedocument.presentationml.slideMaster+xml"/>
  <Override PartName="/ppt/slideMasters/slideMaster35.xml" ContentType="application/vnd.openxmlformats-officedocument.presentationml.slideMaster+xml"/>
  <Override PartName="/ppt/slideMasters/slideMaster36.xml" ContentType="application/vnd.openxmlformats-officedocument.presentationml.slideMaster+xml"/>
  <Override PartName="/ppt/slideMasters/slideMaster37.xml" ContentType="application/vnd.openxmlformats-officedocument.presentationml.slideMaster+xml"/>
  <Override PartName="/ppt/slideMasters/slideMaster38.xml" ContentType="application/vnd.openxmlformats-officedocument.presentationml.slideMaster+xml"/>
  <Override PartName="/ppt/slideMasters/slideMaster39.xml" ContentType="application/vnd.openxmlformats-officedocument.presentationml.slideMaster+xml"/>
  <Override PartName="/ppt/slideMasters/slideMaster40.xml" ContentType="application/vnd.openxmlformats-officedocument.presentationml.slideMaster+xml"/>
  <Override PartName="/ppt/slideMasters/slideMaster41.xml" ContentType="application/vnd.openxmlformats-officedocument.presentationml.slideMaster+xml"/>
  <Override PartName="/ppt/slideMasters/slideMaster42.xml" ContentType="application/vnd.openxmlformats-officedocument.presentationml.slideMaster+xml"/>
  <Override PartName="/ppt/slideMasters/slideMaster43.xml" ContentType="application/vnd.openxmlformats-officedocument.presentationml.slideMaster+xml"/>
  <Override PartName="/ppt/slideMasters/slideMaster44.xml" ContentType="application/vnd.openxmlformats-officedocument.presentationml.slideMaster+xml"/>
  <Override PartName="/ppt/slideMasters/slideMaster45.xml" ContentType="application/vnd.openxmlformats-officedocument.presentationml.slideMaster+xml"/>
  <Override PartName="/ppt/slideMasters/slideMaster46.xml" ContentType="application/vnd.openxmlformats-officedocument.presentationml.slideMaster+xml"/>
  <Override PartName="/ppt/slideMasters/slideMaster47.xml" ContentType="application/vnd.openxmlformats-officedocument.presentationml.slideMaster+xml"/>
  <Override PartName="/ppt/slideMasters/slideMaster48.xml" ContentType="application/vnd.openxmlformats-officedocument.presentationml.slideMaster+xml"/>
  <Override PartName="/ppt/slideMasters/slideMaster49.xml" ContentType="application/vnd.openxmlformats-officedocument.presentationml.slideMaster+xml"/>
  <Override PartName="/ppt/slideMasters/slideMaster50.xml" ContentType="application/vnd.openxmlformats-officedocument.presentationml.slideMaster+xml"/>
  <Override PartName="/ppt/slideMasters/slideMaster51.xml" ContentType="application/vnd.openxmlformats-officedocument.presentationml.slideMaster+xml"/>
  <Override PartName="/ppt/slideMasters/slideMaster52.xml" ContentType="application/vnd.openxmlformats-officedocument.presentationml.slideMaster+xml"/>
  <Override PartName="/ppt/slideMasters/slideMaster53.xml" ContentType="application/vnd.openxmlformats-officedocument.presentationml.slideMaster+xml"/>
  <Override PartName="/ppt/slideMasters/slideMaster54.xml" ContentType="application/vnd.openxmlformats-officedocument.presentationml.slideMaster+xml"/>
  <Override PartName="/ppt/slideMasters/slideMaster55.xml" ContentType="application/vnd.openxmlformats-officedocument.presentationml.slideMaster+xml"/>
  <Override PartName="/ppt/slideMasters/slideMaster56.xml" ContentType="application/vnd.openxmlformats-officedocument.presentationml.slideMaster+xml"/>
  <Override PartName="/ppt/slideMasters/slideMaster57.xml" ContentType="application/vnd.openxmlformats-officedocument.presentationml.slideMaster+xml"/>
  <Override PartName="/ppt/slideMasters/slideMaster58.xml" ContentType="application/vnd.openxmlformats-officedocument.presentationml.slideMaster+xml"/>
  <Override PartName="/ppt/slideMasters/slideMaster59.xml" ContentType="application/vnd.openxmlformats-officedocument.presentationml.slideMaster+xml"/>
  <Override PartName="/ppt/slideMasters/slideMaster60.xml" ContentType="application/vnd.openxmlformats-officedocument.presentationml.slideMaster+xml"/>
  <Override PartName="/ppt/slideMasters/slideMaster61.xml" ContentType="application/vnd.openxmlformats-officedocument.presentationml.slideMaster+xml"/>
  <Override PartName="/ppt/slideMasters/slideMaster62.xml" ContentType="application/vnd.openxmlformats-officedocument.presentationml.slideMaster+xml"/>
  <Override PartName="/ppt/slideMasters/slideMaster63.xml" ContentType="application/vnd.openxmlformats-officedocument.presentationml.slideMaster+xml"/>
  <Override PartName="/ppt/slideMasters/slideMaster64.xml" ContentType="application/vnd.openxmlformats-officedocument.presentationml.slideMaster+xml"/>
  <Override PartName="/ppt/slideMasters/slideMaster65.xml" ContentType="application/vnd.openxmlformats-officedocument.presentationml.slideMaster+xml"/>
  <Override PartName="/ppt/slideMasters/slideMaster66.xml" ContentType="application/vnd.openxmlformats-officedocument.presentationml.slideMaster+xml"/>
  <Override PartName="/ppt/slideMasters/slideMaster67.xml" ContentType="application/vnd.openxmlformats-officedocument.presentationml.slideMaster+xml"/>
  <Override PartName="/ppt/slideMasters/slideMaster68.xml" ContentType="application/vnd.openxmlformats-officedocument.presentationml.slideMaster+xml"/>
  <Override PartName="/ppt/slideMasters/slideMaster69.xml" ContentType="application/vnd.openxmlformats-officedocument.presentationml.slideMaster+xml"/>
  <Override PartName="/ppt/slideMasters/slideMaster70.xml" ContentType="application/vnd.openxmlformats-officedocument.presentationml.slideMaster+xml"/>
  <Override PartName="/ppt/slideMasters/slideMaster71.xml" ContentType="application/vnd.openxmlformats-officedocument.presentationml.slideMaster+xml"/>
  <Override PartName="/ppt/slideMasters/slideMaster72.xml" ContentType="application/vnd.openxmlformats-officedocument.presentationml.slideMaster+xml"/>
  <Override PartName="/ppt/slideMasters/slideMaster73.xml" ContentType="application/vnd.openxmlformats-officedocument.presentationml.slideMaster+xml"/>
  <Override PartName="/ppt/slideMasters/slideMaster74.xml" ContentType="application/vnd.openxmlformats-officedocument.presentationml.slideMaster+xml"/>
  <Override PartName="/ppt/slideMasters/slideMaster75.xml" ContentType="application/vnd.openxmlformats-officedocument.presentationml.slideMaster+xml"/>
  <Override PartName="/ppt/slideMasters/slideMaster76.xml" ContentType="application/vnd.openxmlformats-officedocument.presentationml.slideMaster+xml"/>
  <Override PartName="/ppt/slideMasters/slideMaster77.xml" ContentType="application/vnd.openxmlformats-officedocument.presentationml.slideMaster+xml"/>
  <Override PartName="/ppt/slideMasters/slideMaster78.xml" ContentType="application/vnd.openxmlformats-officedocument.presentationml.slideMaster+xml"/>
  <Override PartName="/ppt/slideMasters/slideMaster79.xml" ContentType="application/vnd.openxmlformats-officedocument.presentationml.slideMaster+xml"/>
  <Override PartName="/ppt/slideMasters/slideMaster80.xml" ContentType="application/vnd.openxmlformats-officedocument.presentationml.slideMaster+xml"/>
  <Override PartName="/ppt/slideMasters/slideMaster81.xml" ContentType="application/vnd.openxmlformats-officedocument.presentationml.slideMaster+xml"/>
  <Override PartName="/ppt/slideMasters/slideMaster82.xml" ContentType="application/vnd.openxmlformats-officedocument.presentationml.slideMaster+xml"/>
  <Override PartName="/ppt/slideMasters/slideMaster83.xml" ContentType="application/vnd.openxmlformats-officedocument.presentationml.slideMaster+xml"/>
  <Override PartName="/ppt/slideMasters/slideMaster84.xml" ContentType="application/vnd.openxmlformats-officedocument.presentationml.slideMaster+xml"/>
  <Override PartName="/ppt/slideMasters/slideMaster85.xml" ContentType="application/vnd.openxmlformats-officedocument.presentationml.slideMaster+xml"/>
  <Override PartName="/ppt/slideMasters/slideMaster86.xml" ContentType="application/vnd.openxmlformats-officedocument.presentationml.slideMaster+xml"/>
  <Override PartName="/ppt/slideMasters/slideMaster87.xml" ContentType="application/vnd.openxmlformats-officedocument.presentationml.slideMaster+xml"/>
  <Override PartName="/ppt/slideMasters/slideMaster88.xml" ContentType="application/vnd.openxmlformats-officedocument.presentationml.slideMaster+xml"/>
  <Override PartName="/ppt/slideMasters/slideMaster89.xml" ContentType="application/vnd.openxmlformats-officedocument.presentationml.slideMaster+xml"/>
  <Override PartName="/ppt/slideMasters/slideMaster90.xml" ContentType="application/vnd.openxmlformats-officedocument.presentationml.slideMaster+xml"/>
  <Override PartName="/ppt/slideMasters/slideMaster91.xml" ContentType="application/vnd.openxmlformats-officedocument.presentationml.slideMaster+xml"/>
  <Override PartName="/ppt/slideMasters/slideMaster92.xml" ContentType="application/vnd.openxmlformats-officedocument.presentationml.slideMaster+xml"/>
  <Override PartName="/ppt/slideMasters/slideMaster9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Layouts/slideLayout7.xml" ContentType="application/vnd.openxmlformats-officedocument.presentationml.slideLayout+xml"/>
  <Override PartName="/ppt/theme/theme3.xml" ContentType="application/vnd.openxmlformats-officedocument.theme+xml"/>
  <Override PartName="/ppt/slideLayouts/slideLayout8.xml" ContentType="application/vnd.openxmlformats-officedocument.presentationml.slideLayout+xml"/>
  <Override PartName="/ppt/theme/theme4.xml" ContentType="application/vnd.openxmlformats-officedocument.theme+xml"/>
  <Override PartName="/ppt/slideLayouts/slideLayout9.xml" ContentType="application/vnd.openxmlformats-officedocument.presentationml.slideLayout+xml"/>
  <Override PartName="/ppt/theme/theme5.xml" ContentType="application/vnd.openxmlformats-officedocument.theme+xml"/>
  <Override PartName="/ppt/slideLayouts/slideLayout10.xml" ContentType="application/vnd.openxmlformats-officedocument.presentationml.slideLayout+xml"/>
  <Override PartName="/ppt/theme/theme6.xml" ContentType="application/vnd.openxmlformats-officedocument.theme+xml"/>
  <Override PartName="/ppt/slideLayouts/slideLayout11.xml" ContentType="application/vnd.openxmlformats-officedocument.presentationml.slideLayout+xml"/>
  <Override PartName="/ppt/theme/theme7.xml" ContentType="application/vnd.openxmlformats-officedocument.theme+xml"/>
  <Override PartName="/ppt/slideLayouts/slideLayout12.xml" ContentType="application/vnd.openxmlformats-officedocument.presentationml.slideLayout+xml"/>
  <Override PartName="/ppt/theme/theme8.xml" ContentType="application/vnd.openxmlformats-officedocument.theme+xml"/>
  <Override PartName="/ppt/slideLayouts/slideLayout13.xml" ContentType="application/vnd.openxmlformats-officedocument.presentationml.slideLayout+xml"/>
  <Override PartName="/ppt/theme/theme9.xml" ContentType="application/vnd.openxmlformats-officedocument.theme+xml"/>
  <Override PartName="/ppt/slideLayouts/slideLayout14.xml" ContentType="application/vnd.openxmlformats-officedocument.presentationml.slideLayout+xml"/>
  <Override PartName="/ppt/theme/theme10.xml" ContentType="application/vnd.openxmlformats-officedocument.theme+xml"/>
  <Override PartName="/ppt/slideLayouts/slideLayout15.xml" ContentType="application/vnd.openxmlformats-officedocument.presentationml.slideLayout+xml"/>
  <Override PartName="/ppt/theme/theme11.xml" ContentType="application/vnd.openxmlformats-officedocument.theme+xml"/>
  <Override PartName="/ppt/slideLayouts/slideLayout16.xml" ContentType="application/vnd.openxmlformats-officedocument.presentationml.slideLayout+xml"/>
  <Override PartName="/ppt/theme/theme12.xml" ContentType="application/vnd.openxmlformats-officedocument.theme+xml"/>
  <Override PartName="/ppt/slideLayouts/slideLayout17.xml" ContentType="application/vnd.openxmlformats-officedocument.presentationml.slideLayout+xml"/>
  <Override PartName="/ppt/theme/theme13.xml" ContentType="application/vnd.openxmlformats-officedocument.theme+xml"/>
  <Override PartName="/ppt/slideLayouts/slideLayout18.xml" ContentType="application/vnd.openxmlformats-officedocument.presentationml.slideLayout+xml"/>
  <Override PartName="/ppt/theme/theme14.xml" ContentType="application/vnd.openxmlformats-officedocument.theme+xml"/>
  <Override PartName="/ppt/slideLayouts/slideLayout19.xml" ContentType="application/vnd.openxmlformats-officedocument.presentationml.slideLayout+xml"/>
  <Override PartName="/ppt/theme/theme15.xml" ContentType="application/vnd.openxmlformats-officedocument.theme+xml"/>
  <Override PartName="/ppt/slideLayouts/slideLayout20.xml" ContentType="application/vnd.openxmlformats-officedocument.presentationml.slideLayout+xml"/>
  <Override PartName="/ppt/theme/theme16.xml" ContentType="application/vnd.openxmlformats-officedocument.theme+xml"/>
  <Override PartName="/ppt/slideLayouts/slideLayout21.xml" ContentType="application/vnd.openxmlformats-officedocument.presentationml.slideLayout+xml"/>
  <Override PartName="/ppt/theme/theme17.xml" ContentType="application/vnd.openxmlformats-officedocument.theme+xml"/>
  <Override PartName="/ppt/slideLayouts/slideLayout22.xml" ContentType="application/vnd.openxmlformats-officedocument.presentationml.slideLayout+xml"/>
  <Override PartName="/ppt/theme/theme18.xml" ContentType="application/vnd.openxmlformats-officedocument.theme+xml"/>
  <Override PartName="/ppt/slideLayouts/slideLayout23.xml" ContentType="application/vnd.openxmlformats-officedocument.presentationml.slideLayout+xml"/>
  <Override PartName="/ppt/theme/theme19.xml" ContentType="application/vnd.openxmlformats-officedocument.theme+xml"/>
  <Override PartName="/ppt/slideLayouts/slideLayout24.xml" ContentType="application/vnd.openxmlformats-officedocument.presentationml.slideLayout+xml"/>
  <Override PartName="/ppt/theme/theme20.xml" ContentType="application/vnd.openxmlformats-officedocument.theme+xml"/>
  <Override PartName="/ppt/slideLayouts/slideLayout25.xml" ContentType="application/vnd.openxmlformats-officedocument.presentationml.slideLayout+xml"/>
  <Override PartName="/ppt/theme/theme21.xml" ContentType="application/vnd.openxmlformats-officedocument.theme+xml"/>
  <Override PartName="/ppt/slideLayouts/slideLayout26.xml" ContentType="application/vnd.openxmlformats-officedocument.presentationml.slideLayout+xml"/>
  <Override PartName="/ppt/theme/theme22.xml" ContentType="application/vnd.openxmlformats-officedocument.theme+xml"/>
  <Override PartName="/ppt/slideLayouts/slideLayout27.xml" ContentType="application/vnd.openxmlformats-officedocument.presentationml.slideLayout+xml"/>
  <Override PartName="/ppt/theme/theme23.xml" ContentType="application/vnd.openxmlformats-officedocument.theme+xml"/>
  <Override PartName="/ppt/slideLayouts/slideLayout28.xml" ContentType="application/vnd.openxmlformats-officedocument.presentationml.slideLayout+xml"/>
  <Override PartName="/ppt/theme/theme24.xml" ContentType="application/vnd.openxmlformats-officedocument.theme+xml"/>
  <Override PartName="/ppt/slideLayouts/slideLayout29.xml" ContentType="application/vnd.openxmlformats-officedocument.presentationml.slideLayout+xml"/>
  <Override PartName="/ppt/theme/theme25.xml" ContentType="application/vnd.openxmlformats-officedocument.theme+xml"/>
  <Override PartName="/ppt/slideLayouts/slideLayout30.xml" ContentType="application/vnd.openxmlformats-officedocument.presentationml.slideLayout+xml"/>
  <Override PartName="/ppt/theme/theme26.xml" ContentType="application/vnd.openxmlformats-officedocument.theme+xml"/>
  <Override PartName="/ppt/slideLayouts/slideLayout31.xml" ContentType="application/vnd.openxmlformats-officedocument.presentationml.slideLayout+xml"/>
  <Override PartName="/ppt/theme/theme27.xml" ContentType="application/vnd.openxmlformats-officedocument.theme+xml"/>
  <Override PartName="/ppt/slideLayouts/slideLayout32.xml" ContentType="application/vnd.openxmlformats-officedocument.presentationml.slideLayout+xml"/>
  <Override PartName="/ppt/theme/theme28.xml" ContentType="application/vnd.openxmlformats-officedocument.theme+xml"/>
  <Override PartName="/ppt/slideLayouts/slideLayout33.xml" ContentType="application/vnd.openxmlformats-officedocument.presentationml.slideLayout+xml"/>
  <Override PartName="/ppt/theme/theme29.xml" ContentType="application/vnd.openxmlformats-officedocument.theme+xml"/>
  <Override PartName="/ppt/slideLayouts/slideLayout34.xml" ContentType="application/vnd.openxmlformats-officedocument.presentationml.slideLayout+xml"/>
  <Override PartName="/ppt/theme/theme30.xml" ContentType="application/vnd.openxmlformats-officedocument.theme+xml"/>
  <Override PartName="/ppt/slideLayouts/slideLayout35.xml" ContentType="application/vnd.openxmlformats-officedocument.presentationml.slideLayout+xml"/>
  <Override PartName="/ppt/theme/theme31.xml" ContentType="application/vnd.openxmlformats-officedocument.theme+xml"/>
  <Override PartName="/ppt/slideLayouts/slideLayout36.xml" ContentType="application/vnd.openxmlformats-officedocument.presentationml.slideLayout+xml"/>
  <Override PartName="/ppt/theme/theme32.xml" ContentType="application/vnd.openxmlformats-officedocument.theme+xml"/>
  <Override PartName="/ppt/slideLayouts/slideLayout37.xml" ContentType="application/vnd.openxmlformats-officedocument.presentationml.slideLayout+xml"/>
  <Override PartName="/ppt/theme/theme33.xml" ContentType="application/vnd.openxmlformats-officedocument.theme+xml"/>
  <Override PartName="/ppt/slideLayouts/slideLayout38.xml" ContentType="application/vnd.openxmlformats-officedocument.presentationml.slideLayout+xml"/>
  <Override PartName="/ppt/theme/theme34.xml" ContentType="application/vnd.openxmlformats-officedocument.theme+xml"/>
  <Override PartName="/ppt/slideLayouts/slideLayout39.xml" ContentType="application/vnd.openxmlformats-officedocument.presentationml.slideLayout+xml"/>
  <Override PartName="/ppt/theme/theme35.xml" ContentType="application/vnd.openxmlformats-officedocument.theme+xml"/>
  <Override PartName="/ppt/slideLayouts/slideLayout40.xml" ContentType="application/vnd.openxmlformats-officedocument.presentationml.slideLayout+xml"/>
  <Override PartName="/ppt/theme/theme36.xml" ContentType="application/vnd.openxmlformats-officedocument.theme+xml"/>
  <Override PartName="/ppt/slideLayouts/slideLayout41.xml" ContentType="application/vnd.openxmlformats-officedocument.presentationml.slideLayout+xml"/>
  <Override PartName="/ppt/theme/theme37.xml" ContentType="application/vnd.openxmlformats-officedocument.theme+xml"/>
  <Override PartName="/ppt/slideLayouts/slideLayout42.xml" ContentType="application/vnd.openxmlformats-officedocument.presentationml.slideLayout+xml"/>
  <Override PartName="/ppt/theme/theme38.xml" ContentType="application/vnd.openxmlformats-officedocument.theme+xml"/>
  <Override PartName="/ppt/slideLayouts/slideLayout43.xml" ContentType="application/vnd.openxmlformats-officedocument.presentationml.slideLayout+xml"/>
  <Override PartName="/ppt/theme/theme39.xml" ContentType="application/vnd.openxmlformats-officedocument.theme+xml"/>
  <Override PartName="/ppt/slideLayouts/slideLayout44.xml" ContentType="application/vnd.openxmlformats-officedocument.presentationml.slideLayout+xml"/>
  <Override PartName="/ppt/theme/theme40.xml" ContentType="application/vnd.openxmlformats-officedocument.theme+xml"/>
  <Override PartName="/ppt/slideLayouts/slideLayout45.xml" ContentType="application/vnd.openxmlformats-officedocument.presentationml.slideLayout+xml"/>
  <Override PartName="/ppt/theme/theme41.xml" ContentType="application/vnd.openxmlformats-officedocument.theme+xml"/>
  <Override PartName="/ppt/slideLayouts/slideLayout46.xml" ContentType="application/vnd.openxmlformats-officedocument.presentationml.slideLayout+xml"/>
  <Override PartName="/ppt/theme/theme42.xml" ContentType="application/vnd.openxmlformats-officedocument.theme+xml"/>
  <Override PartName="/ppt/slideLayouts/slideLayout47.xml" ContentType="application/vnd.openxmlformats-officedocument.presentationml.slideLayout+xml"/>
  <Override PartName="/ppt/theme/theme43.xml" ContentType="application/vnd.openxmlformats-officedocument.theme+xml"/>
  <Override PartName="/ppt/slideLayouts/slideLayout48.xml" ContentType="application/vnd.openxmlformats-officedocument.presentationml.slideLayout+xml"/>
  <Override PartName="/ppt/theme/theme44.xml" ContentType="application/vnd.openxmlformats-officedocument.theme+xml"/>
  <Override PartName="/ppt/slideLayouts/slideLayout49.xml" ContentType="application/vnd.openxmlformats-officedocument.presentationml.slideLayout+xml"/>
  <Override PartName="/ppt/theme/theme45.xml" ContentType="application/vnd.openxmlformats-officedocument.theme+xml"/>
  <Override PartName="/ppt/slideLayouts/slideLayout50.xml" ContentType="application/vnd.openxmlformats-officedocument.presentationml.slideLayout+xml"/>
  <Override PartName="/ppt/theme/theme46.xml" ContentType="application/vnd.openxmlformats-officedocument.theme+xml"/>
  <Override PartName="/ppt/slideLayouts/slideLayout51.xml" ContentType="application/vnd.openxmlformats-officedocument.presentationml.slideLayout+xml"/>
  <Override PartName="/ppt/theme/theme47.xml" ContentType="application/vnd.openxmlformats-officedocument.theme+xml"/>
  <Override PartName="/ppt/slideLayouts/slideLayout52.xml" ContentType="application/vnd.openxmlformats-officedocument.presentationml.slideLayout+xml"/>
  <Override PartName="/ppt/theme/theme48.xml" ContentType="application/vnd.openxmlformats-officedocument.theme+xml"/>
  <Override PartName="/ppt/slideLayouts/slideLayout53.xml" ContentType="application/vnd.openxmlformats-officedocument.presentationml.slideLayout+xml"/>
  <Override PartName="/ppt/theme/theme49.xml" ContentType="application/vnd.openxmlformats-officedocument.theme+xml"/>
  <Override PartName="/ppt/slideLayouts/slideLayout54.xml" ContentType="application/vnd.openxmlformats-officedocument.presentationml.slideLayout+xml"/>
  <Override PartName="/ppt/theme/theme50.xml" ContentType="application/vnd.openxmlformats-officedocument.theme+xml"/>
  <Override PartName="/ppt/slideLayouts/slideLayout55.xml" ContentType="application/vnd.openxmlformats-officedocument.presentationml.slideLayout+xml"/>
  <Override PartName="/ppt/theme/theme51.xml" ContentType="application/vnd.openxmlformats-officedocument.theme+xml"/>
  <Override PartName="/ppt/slideLayouts/slideLayout56.xml" ContentType="application/vnd.openxmlformats-officedocument.presentationml.slideLayout+xml"/>
  <Override PartName="/ppt/theme/theme52.xml" ContentType="application/vnd.openxmlformats-officedocument.theme+xml"/>
  <Override PartName="/ppt/slideLayouts/slideLayout57.xml" ContentType="application/vnd.openxmlformats-officedocument.presentationml.slideLayout+xml"/>
  <Override PartName="/ppt/theme/theme53.xml" ContentType="application/vnd.openxmlformats-officedocument.theme+xml"/>
  <Override PartName="/ppt/slideLayouts/slideLayout58.xml" ContentType="application/vnd.openxmlformats-officedocument.presentationml.slideLayout+xml"/>
  <Override PartName="/ppt/theme/theme54.xml" ContentType="application/vnd.openxmlformats-officedocument.theme+xml"/>
  <Override PartName="/ppt/slideLayouts/slideLayout59.xml" ContentType="application/vnd.openxmlformats-officedocument.presentationml.slideLayout+xml"/>
  <Override PartName="/ppt/theme/theme55.xml" ContentType="application/vnd.openxmlformats-officedocument.theme+xml"/>
  <Override PartName="/ppt/slideLayouts/slideLayout60.xml" ContentType="application/vnd.openxmlformats-officedocument.presentationml.slideLayout+xml"/>
  <Override PartName="/ppt/theme/theme56.xml" ContentType="application/vnd.openxmlformats-officedocument.theme+xml"/>
  <Override PartName="/ppt/slideLayouts/slideLayout61.xml" ContentType="application/vnd.openxmlformats-officedocument.presentationml.slideLayout+xml"/>
  <Override PartName="/ppt/theme/theme57.xml" ContentType="application/vnd.openxmlformats-officedocument.theme+xml"/>
  <Override PartName="/ppt/slideLayouts/slideLayout62.xml" ContentType="application/vnd.openxmlformats-officedocument.presentationml.slideLayout+xml"/>
  <Override PartName="/ppt/theme/theme58.xml" ContentType="application/vnd.openxmlformats-officedocument.theme+xml"/>
  <Override PartName="/ppt/slideLayouts/slideLayout63.xml" ContentType="application/vnd.openxmlformats-officedocument.presentationml.slideLayout+xml"/>
  <Override PartName="/ppt/theme/theme59.xml" ContentType="application/vnd.openxmlformats-officedocument.theme+xml"/>
  <Override PartName="/ppt/slideLayouts/slideLayout64.xml" ContentType="application/vnd.openxmlformats-officedocument.presentationml.slideLayout+xml"/>
  <Override PartName="/ppt/theme/theme60.xml" ContentType="application/vnd.openxmlformats-officedocument.theme+xml"/>
  <Override PartName="/ppt/slideLayouts/slideLayout65.xml" ContentType="application/vnd.openxmlformats-officedocument.presentationml.slideLayout+xml"/>
  <Override PartName="/ppt/theme/theme61.xml" ContentType="application/vnd.openxmlformats-officedocument.theme+xml"/>
  <Override PartName="/ppt/slideLayouts/slideLayout66.xml" ContentType="application/vnd.openxmlformats-officedocument.presentationml.slideLayout+xml"/>
  <Override PartName="/ppt/theme/theme62.xml" ContentType="application/vnd.openxmlformats-officedocument.theme+xml"/>
  <Override PartName="/ppt/slideLayouts/slideLayout67.xml" ContentType="application/vnd.openxmlformats-officedocument.presentationml.slideLayout+xml"/>
  <Override PartName="/ppt/theme/theme63.xml" ContentType="application/vnd.openxmlformats-officedocument.theme+xml"/>
  <Override PartName="/ppt/slideLayouts/slideLayout68.xml" ContentType="application/vnd.openxmlformats-officedocument.presentationml.slideLayout+xml"/>
  <Override PartName="/ppt/theme/theme64.xml" ContentType="application/vnd.openxmlformats-officedocument.theme+xml"/>
  <Override PartName="/ppt/slideLayouts/slideLayout69.xml" ContentType="application/vnd.openxmlformats-officedocument.presentationml.slideLayout+xml"/>
  <Override PartName="/ppt/theme/theme65.xml" ContentType="application/vnd.openxmlformats-officedocument.theme+xml"/>
  <Override PartName="/ppt/slideLayouts/slideLayout70.xml" ContentType="application/vnd.openxmlformats-officedocument.presentationml.slideLayout+xml"/>
  <Override PartName="/ppt/theme/theme66.xml" ContentType="application/vnd.openxmlformats-officedocument.theme+xml"/>
  <Override PartName="/ppt/slideLayouts/slideLayout71.xml" ContentType="application/vnd.openxmlformats-officedocument.presentationml.slideLayout+xml"/>
  <Override PartName="/ppt/theme/theme67.xml" ContentType="application/vnd.openxmlformats-officedocument.theme+xml"/>
  <Override PartName="/ppt/slideLayouts/slideLayout72.xml" ContentType="application/vnd.openxmlformats-officedocument.presentationml.slideLayout+xml"/>
  <Override PartName="/ppt/theme/theme68.xml" ContentType="application/vnd.openxmlformats-officedocument.theme+xml"/>
  <Override PartName="/ppt/slideLayouts/slideLayout73.xml" ContentType="application/vnd.openxmlformats-officedocument.presentationml.slideLayout+xml"/>
  <Override PartName="/ppt/theme/theme69.xml" ContentType="application/vnd.openxmlformats-officedocument.theme+xml"/>
  <Override PartName="/ppt/slideLayouts/slideLayout74.xml" ContentType="application/vnd.openxmlformats-officedocument.presentationml.slideLayout+xml"/>
  <Override PartName="/ppt/theme/theme70.xml" ContentType="application/vnd.openxmlformats-officedocument.theme+xml"/>
  <Override PartName="/ppt/slideLayouts/slideLayout75.xml" ContentType="application/vnd.openxmlformats-officedocument.presentationml.slideLayout+xml"/>
  <Override PartName="/ppt/theme/theme71.xml" ContentType="application/vnd.openxmlformats-officedocument.theme+xml"/>
  <Override PartName="/ppt/slideLayouts/slideLayout76.xml" ContentType="application/vnd.openxmlformats-officedocument.presentationml.slideLayout+xml"/>
  <Override PartName="/ppt/theme/theme72.xml" ContentType="application/vnd.openxmlformats-officedocument.theme+xml"/>
  <Override PartName="/ppt/slideLayouts/slideLayout77.xml" ContentType="application/vnd.openxmlformats-officedocument.presentationml.slideLayout+xml"/>
  <Override PartName="/ppt/theme/theme73.xml" ContentType="application/vnd.openxmlformats-officedocument.theme+xml"/>
  <Override PartName="/ppt/slideLayouts/slideLayout78.xml" ContentType="application/vnd.openxmlformats-officedocument.presentationml.slideLayout+xml"/>
  <Override PartName="/ppt/theme/theme74.xml" ContentType="application/vnd.openxmlformats-officedocument.theme+xml"/>
  <Override PartName="/ppt/slideLayouts/slideLayout79.xml" ContentType="application/vnd.openxmlformats-officedocument.presentationml.slideLayout+xml"/>
  <Override PartName="/ppt/theme/theme75.xml" ContentType="application/vnd.openxmlformats-officedocument.theme+xml"/>
  <Override PartName="/ppt/slideLayouts/slideLayout80.xml" ContentType="application/vnd.openxmlformats-officedocument.presentationml.slideLayout+xml"/>
  <Override PartName="/ppt/theme/theme76.xml" ContentType="application/vnd.openxmlformats-officedocument.theme+xml"/>
  <Override PartName="/ppt/slideLayouts/slideLayout81.xml" ContentType="application/vnd.openxmlformats-officedocument.presentationml.slideLayout+xml"/>
  <Override PartName="/ppt/theme/theme77.xml" ContentType="application/vnd.openxmlformats-officedocument.theme+xml"/>
  <Override PartName="/ppt/slideLayouts/slideLayout82.xml" ContentType="application/vnd.openxmlformats-officedocument.presentationml.slideLayout+xml"/>
  <Override PartName="/ppt/theme/theme78.xml" ContentType="application/vnd.openxmlformats-officedocument.theme+xml"/>
  <Override PartName="/ppt/slideLayouts/slideLayout83.xml" ContentType="application/vnd.openxmlformats-officedocument.presentationml.slideLayout+xml"/>
  <Override PartName="/ppt/theme/theme79.xml" ContentType="application/vnd.openxmlformats-officedocument.theme+xml"/>
  <Override PartName="/ppt/slideLayouts/slideLayout84.xml" ContentType="application/vnd.openxmlformats-officedocument.presentationml.slideLayout+xml"/>
  <Override PartName="/ppt/theme/theme80.xml" ContentType="application/vnd.openxmlformats-officedocument.theme+xml"/>
  <Override PartName="/ppt/slideLayouts/slideLayout85.xml" ContentType="application/vnd.openxmlformats-officedocument.presentationml.slideLayout+xml"/>
  <Override PartName="/ppt/theme/theme81.xml" ContentType="application/vnd.openxmlformats-officedocument.theme+xml"/>
  <Override PartName="/ppt/slideLayouts/slideLayout86.xml" ContentType="application/vnd.openxmlformats-officedocument.presentationml.slideLayout+xml"/>
  <Override PartName="/ppt/theme/theme82.xml" ContentType="application/vnd.openxmlformats-officedocument.theme+xml"/>
  <Override PartName="/ppt/slideLayouts/slideLayout87.xml" ContentType="application/vnd.openxmlformats-officedocument.presentationml.slideLayout+xml"/>
  <Override PartName="/ppt/theme/theme83.xml" ContentType="application/vnd.openxmlformats-officedocument.theme+xml"/>
  <Override PartName="/ppt/slideLayouts/slideLayout88.xml" ContentType="application/vnd.openxmlformats-officedocument.presentationml.slideLayout+xml"/>
  <Override PartName="/ppt/theme/theme84.xml" ContentType="application/vnd.openxmlformats-officedocument.theme+xml"/>
  <Override PartName="/ppt/slideLayouts/slideLayout89.xml" ContentType="application/vnd.openxmlformats-officedocument.presentationml.slideLayout+xml"/>
  <Override PartName="/ppt/theme/theme85.xml" ContentType="application/vnd.openxmlformats-officedocument.theme+xml"/>
  <Override PartName="/ppt/slideLayouts/slideLayout90.xml" ContentType="application/vnd.openxmlformats-officedocument.presentationml.slideLayout+xml"/>
  <Override PartName="/ppt/theme/theme86.xml" ContentType="application/vnd.openxmlformats-officedocument.theme+xml"/>
  <Override PartName="/ppt/slideLayouts/slideLayout91.xml" ContentType="application/vnd.openxmlformats-officedocument.presentationml.slideLayout+xml"/>
  <Override PartName="/ppt/theme/theme87.xml" ContentType="application/vnd.openxmlformats-officedocument.theme+xml"/>
  <Override PartName="/ppt/slideLayouts/slideLayout92.xml" ContentType="application/vnd.openxmlformats-officedocument.presentationml.slideLayout+xml"/>
  <Override PartName="/ppt/theme/theme88.xml" ContentType="application/vnd.openxmlformats-officedocument.theme+xml"/>
  <Override PartName="/ppt/slideLayouts/slideLayout93.xml" ContentType="application/vnd.openxmlformats-officedocument.presentationml.slideLayout+xml"/>
  <Override PartName="/ppt/theme/theme89.xml" ContentType="application/vnd.openxmlformats-officedocument.theme+xml"/>
  <Override PartName="/ppt/slideLayouts/slideLayout94.xml" ContentType="application/vnd.openxmlformats-officedocument.presentationml.slideLayout+xml"/>
  <Override PartName="/ppt/theme/theme90.xml" ContentType="application/vnd.openxmlformats-officedocument.theme+xml"/>
  <Override PartName="/ppt/slideLayouts/slideLayout95.xml" ContentType="application/vnd.openxmlformats-officedocument.presentationml.slideLayout+xml"/>
  <Override PartName="/ppt/theme/theme91.xml" ContentType="application/vnd.openxmlformats-officedocument.theme+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theme/theme92.xml" ContentType="application/vnd.openxmlformats-officedocument.theme+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theme/theme93.xml" ContentType="application/vnd.openxmlformats-officedocument.theme+xml"/>
  <Override PartName="/ppt/theme/theme9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66" r:id="rId2"/>
    <p:sldMasterId id="2147483670" r:id="rId3"/>
    <p:sldMasterId id="2147483672" r:id="rId4"/>
    <p:sldMasterId id="2147483674" r:id="rId5"/>
    <p:sldMasterId id="2147483676" r:id="rId6"/>
    <p:sldMasterId id="2147483678" r:id="rId7"/>
    <p:sldMasterId id="2147483680" r:id="rId8"/>
    <p:sldMasterId id="2147483682" r:id="rId9"/>
    <p:sldMasterId id="2147483684" r:id="rId10"/>
    <p:sldMasterId id="2147483686" r:id="rId11"/>
    <p:sldMasterId id="2147483688" r:id="rId12"/>
    <p:sldMasterId id="2147483690" r:id="rId13"/>
    <p:sldMasterId id="2147483692" r:id="rId14"/>
    <p:sldMasterId id="2147483694" r:id="rId15"/>
    <p:sldMasterId id="2147483696" r:id="rId16"/>
    <p:sldMasterId id="2147483698" r:id="rId17"/>
    <p:sldMasterId id="2147483700" r:id="rId18"/>
    <p:sldMasterId id="2147483702" r:id="rId19"/>
    <p:sldMasterId id="2147483704" r:id="rId20"/>
    <p:sldMasterId id="2147483706" r:id="rId21"/>
    <p:sldMasterId id="2147483708" r:id="rId22"/>
    <p:sldMasterId id="2147483710" r:id="rId23"/>
    <p:sldMasterId id="2147483712" r:id="rId24"/>
    <p:sldMasterId id="2147483714" r:id="rId25"/>
    <p:sldMasterId id="2147483716" r:id="rId26"/>
    <p:sldMasterId id="2147483718" r:id="rId27"/>
    <p:sldMasterId id="2147483720" r:id="rId28"/>
    <p:sldMasterId id="2147483722" r:id="rId29"/>
    <p:sldMasterId id="2147483724" r:id="rId30"/>
    <p:sldMasterId id="2147483726" r:id="rId31"/>
    <p:sldMasterId id="2147483728" r:id="rId32"/>
    <p:sldMasterId id="2147483730" r:id="rId33"/>
    <p:sldMasterId id="2147483732" r:id="rId34"/>
    <p:sldMasterId id="2147483734" r:id="rId35"/>
    <p:sldMasterId id="2147483736" r:id="rId36"/>
    <p:sldMasterId id="2147483738" r:id="rId37"/>
    <p:sldMasterId id="2147483740" r:id="rId38"/>
    <p:sldMasterId id="2147483742" r:id="rId39"/>
    <p:sldMasterId id="2147483744" r:id="rId40"/>
    <p:sldMasterId id="2147483746" r:id="rId41"/>
    <p:sldMasterId id="2147483748" r:id="rId42"/>
    <p:sldMasterId id="2147483750" r:id="rId43"/>
    <p:sldMasterId id="2147483752" r:id="rId44"/>
    <p:sldMasterId id="2147483754" r:id="rId45"/>
    <p:sldMasterId id="2147483756" r:id="rId46"/>
    <p:sldMasterId id="2147483758" r:id="rId47"/>
    <p:sldMasterId id="2147483760" r:id="rId48"/>
    <p:sldMasterId id="2147483762" r:id="rId49"/>
    <p:sldMasterId id="2147483764" r:id="rId50"/>
    <p:sldMasterId id="2147483766" r:id="rId51"/>
    <p:sldMasterId id="2147483768" r:id="rId52"/>
    <p:sldMasterId id="2147483770" r:id="rId53"/>
    <p:sldMasterId id="2147483772" r:id="rId54"/>
    <p:sldMasterId id="2147483774" r:id="rId55"/>
    <p:sldMasterId id="2147483776" r:id="rId56"/>
    <p:sldMasterId id="2147483778" r:id="rId57"/>
    <p:sldMasterId id="2147483780" r:id="rId58"/>
    <p:sldMasterId id="2147483782" r:id="rId59"/>
    <p:sldMasterId id="2147483784" r:id="rId60"/>
    <p:sldMasterId id="2147483786" r:id="rId61"/>
    <p:sldMasterId id="2147483788" r:id="rId62"/>
    <p:sldMasterId id="2147483790" r:id="rId63"/>
    <p:sldMasterId id="2147483792" r:id="rId64"/>
    <p:sldMasterId id="2147483794" r:id="rId65"/>
    <p:sldMasterId id="2147483796" r:id="rId66"/>
    <p:sldMasterId id="2147483798" r:id="rId67"/>
    <p:sldMasterId id="2147483800" r:id="rId68"/>
    <p:sldMasterId id="2147483802" r:id="rId69"/>
    <p:sldMasterId id="2147483804" r:id="rId70"/>
    <p:sldMasterId id="2147483806" r:id="rId71"/>
    <p:sldMasterId id="2147483808" r:id="rId72"/>
    <p:sldMasterId id="2147483810" r:id="rId73"/>
    <p:sldMasterId id="2147483812" r:id="rId74"/>
    <p:sldMasterId id="2147483814" r:id="rId75"/>
    <p:sldMasterId id="2147483816" r:id="rId76"/>
    <p:sldMasterId id="2147483818" r:id="rId77"/>
    <p:sldMasterId id="2147483820" r:id="rId78"/>
    <p:sldMasterId id="2147483822" r:id="rId79"/>
    <p:sldMasterId id="2147483824" r:id="rId80"/>
    <p:sldMasterId id="2147483826" r:id="rId81"/>
    <p:sldMasterId id="2147483828" r:id="rId82"/>
    <p:sldMasterId id="2147483830" r:id="rId83"/>
    <p:sldMasterId id="2147483832" r:id="rId84"/>
    <p:sldMasterId id="2147483834" r:id="rId85"/>
    <p:sldMasterId id="2147483836" r:id="rId86"/>
    <p:sldMasterId id="2147483838" r:id="rId87"/>
    <p:sldMasterId id="2147483840" r:id="rId88"/>
    <p:sldMasterId id="2147483842" r:id="rId89"/>
    <p:sldMasterId id="2147483844" r:id="rId90"/>
    <p:sldMasterId id="2147483846" r:id="rId91"/>
    <p:sldMasterId id="2147483882" r:id="rId92"/>
    <p:sldMasterId id="2147483888" r:id="rId93"/>
  </p:sldMasterIdLst>
  <p:notesMasterIdLst>
    <p:notesMasterId r:id="rId193"/>
  </p:notesMasterIdLst>
  <p:sldIdLst>
    <p:sldId id="257" r:id="rId94"/>
    <p:sldId id="258" r:id="rId95"/>
    <p:sldId id="259" r:id="rId96"/>
    <p:sldId id="264" r:id="rId97"/>
    <p:sldId id="261" r:id="rId98"/>
    <p:sldId id="262" r:id="rId99"/>
    <p:sldId id="263" r:id="rId100"/>
    <p:sldId id="265" r:id="rId101"/>
    <p:sldId id="266" r:id="rId102"/>
    <p:sldId id="267" r:id="rId103"/>
    <p:sldId id="374" r:id="rId104"/>
    <p:sldId id="371" r:id="rId105"/>
    <p:sldId id="372" r:id="rId106"/>
    <p:sldId id="268" r:id="rId107"/>
    <p:sldId id="269" r:id="rId108"/>
    <p:sldId id="270" r:id="rId109"/>
    <p:sldId id="271" r:id="rId110"/>
    <p:sldId id="272" r:id="rId111"/>
    <p:sldId id="273" r:id="rId112"/>
    <p:sldId id="274" r:id="rId113"/>
    <p:sldId id="275" r:id="rId114"/>
    <p:sldId id="276" r:id="rId115"/>
    <p:sldId id="277" r:id="rId116"/>
    <p:sldId id="278" r:id="rId117"/>
    <p:sldId id="279" r:id="rId118"/>
    <p:sldId id="280" r:id="rId119"/>
    <p:sldId id="281" r:id="rId120"/>
    <p:sldId id="282" r:id="rId121"/>
    <p:sldId id="283" r:id="rId122"/>
    <p:sldId id="284" r:id="rId123"/>
    <p:sldId id="285" r:id="rId124"/>
    <p:sldId id="286" r:id="rId125"/>
    <p:sldId id="287" r:id="rId126"/>
    <p:sldId id="288" r:id="rId127"/>
    <p:sldId id="289" r:id="rId128"/>
    <p:sldId id="290" r:id="rId129"/>
    <p:sldId id="291" r:id="rId130"/>
    <p:sldId id="292" r:id="rId131"/>
    <p:sldId id="293" r:id="rId132"/>
    <p:sldId id="294" r:id="rId133"/>
    <p:sldId id="295" r:id="rId134"/>
    <p:sldId id="296" r:id="rId135"/>
    <p:sldId id="297" r:id="rId136"/>
    <p:sldId id="298" r:id="rId137"/>
    <p:sldId id="299" r:id="rId138"/>
    <p:sldId id="300" r:id="rId139"/>
    <p:sldId id="301" r:id="rId140"/>
    <p:sldId id="302" r:id="rId141"/>
    <p:sldId id="303" r:id="rId142"/>
    <p:sldId id="304" r:id="rId143"/>
    <p:sldId id="305" r:id="rId144"/>
    <p:sldId id="306" r:id="rId145"/>
    <p:sldId id="307" r:id="rId146"/>
    <p:sldId id="308" r:id="rId147"/>
    <p:sldId id="309" r:id="rId148"/>
    <p:sldId id="310" r:id="rId149"/>
    <p:sldId id="311" r:id="rId150"/>
    <p:sldId id="312" r:id="rId151"/>
    <p:sldId id="313" r:id="rId152"/>
    <p:sldId id="314" r:id="rId153"/>
    <p:sldId id="315" r:id="rId154"/>
    <p:sldId id="316" r:id="rId155"/>
    <p:sldId id="317" r:id="rId156"/>
    <p:sldId id="318" r:id="rId157"/>
    <p:sldId id="319" r:id="rId158"/>
    <p:sldId id="320" r:id="rId159"/>
    <p:sldId id="321" r:id="rId160"/>
    <p:sldId id="322" r:id="rId161"/>
    <p:sldId id="323" r:id="rId162"/>
    <p:sldId id="324" r:id="rId163"/>
    <p:sldId id="325" r:id="rId164"/>
    <p:sldId id="326" r:id="rId165"/>
    <p:sldId id="327" r:id="rId166"/>
    <p:sldId id="328" r:id="rId167"/>
    <p:sldId id="329" r:id="rId168"/>
    <p:sldId id="330" r:id="rId169"/>
    <p:sldId id="331" r:id="rId170"/>
    <p:sldId id="332" r:id="rId171"/>
    <p:sldId id="333" r:id="rId172"/>
    <p:sldId id="334" r:id="rId173"/>
    <p:sldId id="335" r:id="rId174"/>
    <p:sldId id="336" r:id="rId175"/>
    <p:sldId id="337" r:id="rId176"/>
    <p:sldId id="338" r:id="rId177"/>
    <p:sldId id="339" r:id="rId178"/>
    <p:sldId id="340" r:id="rId179"/>
    <p:sldId id="341" r:id="rId180"/>
    <p:sldId id="342" r:id="rId181"/>
    <p:sldId id="343" r:id="rId182"/>
    <p:sldId id="344" r:id="rId183"/>
    <p:sldId id="345" r:id="rId184"/>
    <p:sldId id="346" r:id="rId185"/>
    <p:sldId id="347" r:id="rId186"/>
    <p:sldId id="348" r:id="rId187"/>
    <p:sldId id="349" r:id="rId188"/>
    <p:sldId id="350" r:id="rId189"/>
    <p:sldId id="351" r:id="rId190"/>
    <p:sldId id="352" r:id="rId191"/>
    <p:sldId id="353" r:id="rId19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97" d="100"/>
          <a:sy n="97" d="100"/>
        </p:scale>
        <p:origin x="139"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24.xml"/><Relationship Id="rId21" Type="http://schemas.openxmlformats.org/officeDocument/2006/relationships/slideMaster" Target="slideMasters/slideMaster21.xml"/><Relationship Id="rId42" Type="http://schemas.openxmlformats.org/officeDocument/2006/relationships/slideMaster" Target="slideMasters/slideMaster42.xml"/><Relationship Id="rId63" Type="http://schemas.openxmlformats.org/officeDocument/2006/relationships/slideMaster" Target="slideMasters/slideMaster63.xml"/><Relationship Id="rId84" Type="http://schemas.openxmlformats.org/officeDocument/2006/relationships/slideMaster" Target="slideMasters/slideMaster84.xml"/><Relationship Id="rId138" Type="http://schemas.openxmlformats.org/officeDocument/2006/relationships/slide" Target="slides/slide45.xml"/><Relationship Id="rId159" Type="http://schemas.openxmlformats.org/officeDocument/2006/relationships/slide" Target="slides/slide66.xml"/><Relationship Id="rId170" Type="http://schemas.openxmlformats.org/officeDocument/2006/relationships/slide" Target="slides/slide77.xml"/><Relationship Id="rId191" Type="http://schemas.openxmlformats.org/officeDocument/2006/relationships/slide" Target="slides/slide98.xml"/><Relationship Id="rId107" Type="http://schemas.openxmlformats.org/officeDocument/2006/relationships/slide" Target="slides/slide14.xml"/><Relationship Id="rId11" Type="http://schemas.openxmlformats.org/officeDocument/2006/relationships/slideMaster" Target="slideMasters/slideMaster11.xml"/><Relationship Id="rId32" Type="http://schemas.openxmlformats.org/officeDocument/2006/relationships/slideMaster" Target="slideMasters/slideMaster32.xml"/><Relationship Id="rId53" Type="http://schemas.openxmlformats.org/officeDocument/2006/relationships/slideMaster" Target="slideMasters/slideMaster53.xml"/><Relationship Id="rId74" Type="http://schemas.openxmlformats.org/officeDocument/2006/relationships/slideMaster" Target="slideMasters/slideMaster74.xml"/><Relationship Id="rId128" Type="http://schemas.openxmlformats.org/officeDocument/2006/relationships/slide" Target="slides/slide35.xml"/><Relationship Id="rId149" Type="http://schemas.openxmlformats.org/officeDocument/2006/relationships/slide" Target="slides/slide56.xml"/><Relationship Id="rId5" Type="http://schemas.openxmlformats.org/officeDocument/2006/relationships/slideMaster" Target="slideMasters/slideMaster5.xml"/><Relationship Id="rId95" Type="http://schemas.openxmlformats.org/officeDocument/2006/relationships/slide" Target="slides/slide2.xml"/><Relationship Id="rId160" Type="http://schemas.openxmlformats.org/officeDocument/2006/relationships/slide" Target="slides/slide67.xml"/><Relationship Id="rId181" Type="http://schemas.openxmlformats.org/officeDocument/2006/relationships/slide" Target="slides/slide88.xml"/><Relationship Id="rId22" Type="http://schemas.openxmlformats.org/officeDocument/2006/relationships/slideMaster" Target="slideMasters/slideMaster22.xml"/><Relationship Id="rId43" Type="http://schemas.openxmlformats.org/officeDocument/2006/relationships/slideMaster" Target="slideMasters/slideMaster43.xml"/><Relationship Id="rId64" Type="http://schemas.openxmlformats.org/officeDocument/2006/relationships/slideMaster" Target="slideMasters/slideMaster64.xml"/><Relationship Id="rId118" Type="http://schemas.openxmlformats.org/officeDocument/2006/relationships/slide" Target="slides/slide25.xml"/><Relationship Id="rId139" Type="http://schemas.openxmlformats.org/officeDocument/2006/relationships/slide" Target="slides/slide46.xml"/><Relationship Id="rId85" Type="http://schemas.openxmlformats.org/officeDocument/2006/relationships/slideMaster" Target="slideMasters/slideMaster85.xml"/><Relationship Id="rId150" Type="http://schemas.openxmlformats.org/officeDocument/2006/relationships/slide" Target="slides/slide57.xml"/><Relationship Id="rId171" Type="http://schemas.openxmlformats.org/officeDocument/2006/relationships/slide" Target="slides/slide78.xml"/><Relationship Id="rId192" Type="http://schemas.openxmlformats.org/officeDocument/2006/relationships/slide" Target="slides/slide99.xml"/><Relationship Id="rId12" Type="http://schemas.openxmlformats.org/officeDocument/2006/relationships/slideMaster" Target="slideMasters/slideMaster12.xml"/><Relationship Id="rId33" Type="http://schemas.openxmlformats.org/officeDocument/2006/relationships/slideMaster" Target="slideMasters/slideMaster33.xml"/><Relationship Id="rId108" Type="http://schemas.openxmlformats.org/officeDocument/2006/relationships/slide" Target="slides/slide15.xml"/><Relationship Id="rId129" Type="http://schemas.openxmlformats.org/officeDocument/2006/relationships/slide" Target="slides/slide36.xml"/><Relationship Id="rId54" Type="http://schemas.openxmlformats.org/officeDocument/2006/relationships/slideMaster" Target="slideMasters/slideMaster54.xml"/><Relationship Id="rId75" Type="http://schemas.openxmlformats.org/officeDocument/2006/relationships/slideMaster" Target="slideMasters/slideMaster75.xml"/><Relationship Id="rId96" Type="http://schemas.openxmlformats.org/officeDocument/2006/relationships/slide" Target="slides/slide3.xml"/><Relationship Id="rId140" Type="http://schemas.openxmlformats.org/officeDocument/2006/relationships/slide" Target="slides/slide47.xml"/><Relationship Id="rId161" Type="http://schemas.openxmlformats.org/officeDocument/2006/relationships/slide" Target="slides/slide68.xml"/><Relationship Id="rId182" Type="http://schemas.openxmlformats.org/officeDocument/2006/relationships/slide" Target="slides/slide89.xml"/><Relationship Id="rId6" Type="http://schemas.openxmlformats.org/officeDocument/2006/relationships/slideMaster" Target="slideMasters/slideMaster6.xml"/><Relationship Id="rId23" Type="http://schemas.openxmlformats.org/officeDocument/2006/relationships/slideMaster" Target="slideMasters/slideMaster23.xml"/><Relationship Id="rId119" Type="http://schemas.openxmlformats.org/officeDocument/2006/relationships/slide" Target="slides/slide26.xml"/><Relationship Id="rId44" Type="http://schemas.openxmlformats.org/officeDocument/2006/relationships/slideMaster" Target="slideMasters/slideMaster44.xml"/><Relationship Id="rId65" Type="http://schemas.openxmlformats.org/officeDocument/2006/relationships/slideMaster" Target="slideMasters/slideMaster65.xml"/><Relationship Id="rId86" Type="http://schemas.openxmlformats.org/officeDocument/2006/relationships/slideMaster" Target="slideMasters/slideMaster86.xml"/><Relationship Id="rId130" Type="http://schemas.openxmlformats.org/officeDocument/2006/relationships/slide" Target="slides/slide37.xml"/><Relationship Id="rId151" Type="http://schemas.openxmlformats.org/officeDocument/2006/relationships/slide" Target="slides/slide58.xml"/><Relationship Id="rId172" Type="http://schemas.openxmlformats.org/officeDocument/2006/relationships/slide" Target="slides/slide79.xml"/><Relationship Id="rId193" Type="http://schemas.openxmlformats.org/officeDocument/2006/relationships/notesMaster" Target="notesMasters/notesMaster1.xml"/><Relationship Id="rId13" Type="http://schemas.openxmlformats.org/officeDocument/2006/relationships/slideMaster" Target="slideMasters/slideMaster13.xml"/><Relationship Id="rId109" Type="http://schemas.openxmlformats.org/officeDocument/2006/relationships/slide" Target="slides/slide16.xml"/><Relationship Id="rId34" Type="http://schemas.openxmlformats.org/officeDocument/2006/relationships/slideMaster" Target="slideMasters/slideMaster34.xml"/><Relationship Id="rId55" Type="http://schemas.openxmlformats.org/officeDocument/2006/relationships/slideMaster" Target="slideMasters/slideMaster55.xml"/><Relationship Id="rId76" Type="http://schemas.openxmlformats.org/officeDocument/2006/relationships/slideMaster" Target="slideMasters/slideMaster76.xml"/><Relationship Id="rId97" Type="http://schemas.openxmlformats.org/officeDocument/2006/relationships/slide" Target="slides/slide4.xml"/><Relationship Id="rId120" Type="http://schemas.openxmlformats.org/officeDocument/2006/relationships/slide" Target="slides/slide27.xml"/><Relationship Id="rId141" Type="http://schemas.openxmlformats.org/officeDocument/2006/relationships/slide" Target="slides/slide48.xml"/><Relationship Id="rId7" Type="http://schemas.openxmlformats.org/officeDocument/2006/relationships/slideMaster" Target="slideMasters/slideMaster7.xml"/><Relationship Id="rId71" Type="http://schemas.openxmlformats.org/officeDocument/2006/relationships/slideMaster" Target="slideMasters/slideMaster71.xml"/><Relationship Id="rId92" Type="http://schemas.openxmlformats.org/officeDocument/2006/relationships/slideMaster" Target="slideMasters/slideMaster92.xml"/><Relationship Id="rId162" Type="http://schemas.openxmlformats.org/officeDocument/2006/relationships/slide" Target="slides/slide69.xml"/><Relationship Id="rId183"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Master" Target="slideMasters/slideMaster29.xml"/><Relationship Id="rId24" Type="http://schemas.openxmlformats.org/officeDocument/2006/relationships/slideMaster" Target="slideMasters/slideMaster24.xml"/><Relationship Id="rId40" Type="http://schemas.openxmlformats.org/officeDocument/2006/relationships/slideMaster" Target="slideMasters/slideMaster40.xml"/><Relationship Id="rId45" Type="http://schemas.openxmlformats.org/officeDocument/2006/relationships/slideMaster" Target="slideMasters/slideMaster45.xml"/><Relationship Id="rId66" Type="http://schemas.openxmlformats.org/officeDocument/2006/relationships/slideMaster" Target="slideMasters/slideMaster66.xml"/><Relationship Id="rId87" Type="http://schemas.openxmlformats.org/officeDocument/2006/relationships/slideMaster" Target="slideMasters/slideMaster87.xml"/><Relationship Id="rId110" Type="http://schemas.openxmlformats.org/officeDocument/2006/relationships/slide" Target="slides/slide17.xml"/><Relationship Id="rId115" Type="http://schemas.openxmlformats.org/officeDocument/2006/relationships/slide" Target="slides/slide22.xml"/><Relationship Id="rId131" Type="http://schemas.openxmlformats.org/officeDocument/2006/relationships/slide" Target="slides/slide38.xml"/><Relationship Id="rId136" Type="http://schemas.openxmlformats.org/officeDocument/2006/relationships/slide" Target="slides/slide43.xml"/><Relationship Id="rId157" Type="http://schemas.openxmlformats.org/officeDocument/2006/relationships/slide" Target="slides/slide64.xml"/><Relationship Id="rId178" Type="http://schemas.openxmlformats.org/officeDocument/2006/relationships/slide" Target="slides/slide85.xml"/><Relationship Id="rId61" Type="http://schemas.openxmlformats.org/officeDocument/2006/relationships/slideMaster" Target="slideMasters/slideMaster61.xml"/><Relationship Id="rId82" Type="http://schemas.openxmlformats.org/officeDocument/2006/relationships/slideMaster" Target="slideMasters/slideMaster82.xml"/><Relationship Id="rId152" Type="http://schemas.openxmlformats.org/officeDocument/2006/relationships/slide" Target="slides/slide59.xml"/><Relationship Id="rId173" Type="http://schemas.openxmlformats.org/officeDocument/2006/relationships/slide" Target="slides/slide80.xml"/><Relationship Id="rId194" Type="http://schemas.openxmlformats.org/officeDocument/2006/relationships/presProps" Target="presProps.xml"/><Relationship Id="rId19" Type="http://schemas.openxmlformats.org/officeDocument/2006/relationships/slideMaster" Target="slideMasters/slideMaster19.xml"/><Relationship Id="rId14" Type="http://schemas.openxmlformats.org/officeDocument/2006/relationships/slideMaster" Target="slideMasters/slideMaster14.xml"/><Relationship Id="rId30" Type="http://schemas.openxmlformats.org/officeDocument/2006/relationships/slideMaster" Target="slideMasters/slideMaster30.xml"/><Relationship Id="rId35" Type="http://schemas.openxmlformats.org/officeDocument/2006/relationships/slideMaster" Target="slideMasters/slideMaster35.xml"/><Relationship Id="rId56" Type="http://schemas.openxmlformats.org/officeDocument/2006/relationships/slideMaster" Target="slideMasters/slideMaster56.xml"/><Relationship Id="rId77" Type="http://schemas.openxmlformats.org/officeDocument/2006/relationships/slideMaster" Target="slideMasters/slideMaster77.xml"/><Relationship Id="rId100" Type="http://schemas.openxmlformats.org/officeDocument/2006/relationships/slide" Target="slides/slide7.xml"/><Relationship Id="rId105" Type="http://schemas.openxmlformats.org/officeDocument/2006/relationships/slide" Target="slides/slide12.xml"/><Relationship Id="rId126" Type="http://schemas.openxmlformats.org/officeDocument/2006/relationships/slide" Target="slides/slide33.xml"/><Relationship Id="rId147" Type="http://schemas.openxmlformats.org/officeDocument/2006/relationships/slide" Target="slides/slide54.xml"/><Relationship Id="rId168" Type="http://schemas.openxmlformats.org/officeDocument/2006/relationships/slide" Target="slides/slide75.xml"/><Relationship Id="rId8" Type="http://schemas.openxmlformats.org/officeDocument/2006/relationships/slideMaster" Target="slideMasters/slideMaster8.xml"/><Relationship Id="rId51" Type="http://schemas.openxmlformats.org/officeDocument/2006/relationships/slideMaster" Target="slideMasters/slideMaster51.xml"/><Relationship Id="rId72" Type="http://schemas.openxmlformats.org/officeDocument/2006/relationships/slideMaster" Target="slideMasters/slideMaster72.xml"/><Relationship Id="rId93" Type="http://schemas.openxmlformats.org/officeDocument/2006/relationships/slideMaster" Target="slideMasters/slideMaster93.xml"/><Relationship Id="rId98" Type="http://schemas.openxmlformats.org/officeDocument/2006/relationships/slide" Target="slides/slide5.xml"/><Relationship Id="rId121" Type="http://schemas.openxmlformats.org/officeDocument/2006/relationships/slide" Target="slides/slide28.xml"/><Relationship Id="rId142" Type="http://schemas.openxmlformats.org/officeDocument/2006/relationships/slide" Target="slides/slide49.xml"/><Relationship Id="rId163" Type="http://schemas.openxmlformats.org/officeDocument/2006/relationships/slide" Target="slides/slide70.xml"/><Relationship Id="rId184" Type="http://schemas.openxmlformats.org/officeDocument/2006/relationships/slide" Target="slides/slide91.xml"/><Relationship Id="rId189" Type="http://schemas.openxmlformats.org/officeDocument/2006/relationships/slide" Target="slides/slide96.xml"/><Relationship Id="rId3" Type="http://schemas.openxmlformats.org/officeDocument/2006/relationships/slideMaster" Target="slideMasters/slideMaster3.xml"/><Relationship Id="rId25" Type="http://schemas.openxmlformats.org/officeDocument/2006/relationships/slideMaster" Target="slideMasters/slideMaster25.xml"/><Relationship Id="rId46" Type="http://schemas.openxmlformats.org/officeDocument/2006/relationships/slideMaster" Target="slideMasters/slideMaster46.xml"/><Relationship Id="rId67" Type="http://schemas.openxmlformats.org/officeDocument/2006/relationships/slideMaster" Target="slideMasters/slideMaster67.xml"/><Relationship Id="rId116" Type="http://schemas.openxmlformats.org/officeDocument/2006/relationships/slide" Target="slides/slide23.xml"/><Relationship Id="rId137" Type="http://schemas.openxmlformats.org/officeDocument/2006/relationships/slide" Target="slides/slide44.xml"/><Relationship Id="rId158" Type="http://schemas.openxmlformats.org/officeDocument/2006/relationships/slide" Target="slides/slide65.xml"/><Relationship Id="rId20" Type="http://schemas.openxmlformats.org/officeDocument/2006/relationships/slideMaster" Target="slideMasters/slideMaster20.xml"/><Relationship Id="rId41" Type="http://schemas.openxmlformats.org/officeDocument/2006/relationships/slideMaster" Target="slideMasters/slideMaster41.xml"/><Relationship Id="rId62" Type="http://schemas.openxmlformats.org/officeDocument/2006/relationships/slideMaster" Target="slideMasters/slideMaster62.xml"/><Relationship Id="rId83" Type="http://schemas.openxmlformats.org/officeDocument/2006/relationships/slideMaster" Target="slideMasters/slideMaster83.xml"/><Relationship Id="rId88" Type="http://schemas.openxmlformats.org/officeDocument/2006/relationships/slideMaster" Target="slideMasters/slideMaster88.xml"/><Relationship Id="rId111" Type="http://schemas.openxmlformats.org/officeDocument/2006/relationships/slide" Target="slides/slide18.xml"/><Relationship Id="rId132" Type="http://schemas.openxmlformats.org/officeDocument/2006/relationships/slide" Target="slides/slide39.xml"/><Relationship Id="rId153" Type="http://schemas.openxmlformats.org/officeDocument/2006/relationships/slide" Target="slides/slide60.xml"/><Relationship Id="rId174" Type="http://schemas.openxmlformats.org/officeDocument/2006/relationships/slide" Target="slides/slide81.xml"/><Relationship Id="rId179" Type="http://schemas.openxmlformats.org/officeDocument/2006/relationships/slide" Target="slides/slide86.xml"/><Relationship Id="rId195" Type="http://schemas.openxmlformats.org/officeDocument/2006/relationships/viewProps" Target="viewProps.xml"/><Relationship Id="rId190" Type="http://schemas.openxmlformats.org/officeDocument/2006/relationships/slide" Target="slides/slide97.xml"/><Relationship Id="rId15" Type="http://schemas.openxmlformats.org/officeDocument/2006/relationships/slideMaster" Target="slideMasters/slideMaster15.xml"/><Relationship Id="rId36" Type="http://schemas.openxmlformats.org/officeDocument/2006/relationships/slideMaster" Target="slideMasters/slideMaster36.xml"/><Relationship Id="rId57" Type="http://schemas.openxmlformats.org/officeDocument/2006/relationships/slideMaster" Target="slideMasters/slideMaster57.xml"/><Relationship Id="rId106" Type="http://schemas.openxmlformats.org/officeDocument/2006/relationships/slide" Target="slides/slide13.xml"/><Relationship Id="rId127" Type="http://schemas.openxmlformats.org/officeDocument/2006/relationships/slide" Target="slides/slide34.xml"/><Relationship Id="rId10" Type="http://schemas.openxmlformats.org/officeDocument/2006/relationships/slideMaster" Target="slideMasters/slideMaster10.xml"/><Relationship Id="rId31" Type="http://schemas.openxmlformats.org/officeDocument/2006/relationships/slideMaster" Target="slideMasters/slideMaster31.xml"/><Relationship Id="rId52" Type="http://schemas.openxmlformats.org/officeDocument/2006/relationships/slideMaster" Target="slideMasters/slideMaster52.xml"/><Relationship Id="rId73" Type="http://schemas.openxmlformats.org/officeDocument/2006/relationships/slideMaster" Target="slideMasters/slideMaster73.xml"/><Relationship Id="rId78" Type="http://schemas.openxmlformats.org/officeDocument/2006/relationships/slideMaster" Target="slideMasters/slideMaster78.xml"/><Relationship Id="rId94" Type="http://schemas.openxmlformats.org/officeDocument/2006/relationships/slide" Target="slides/slide1.xml"/><Relationship Id="rId99" Type="http://schemas.openxmlformats.org/officeDocument/2006/relationships/slide" Target="slides/slide6.xml"/><Relationship Id="rId101" Type="http://schemas.openxmlformats.org/officeDocument/2006/relationships/slide" Target="slides/slide8.xml"/><Relationship Id="rId122" Type="http://schemas.openxmlformats.org/officeDocument/2006/relationships/slide" Target="slides/slide29.xml"/><Relationship Id="rId143" Type="http://schemas.openxmlformats.org/officeDocument/2006/relationships/slide" Target="slides/slide50.xml"/><Relationship Id="rId148" Type="http://schemas.openxmlformats.org/officeDocument/2006/relationships/slide" Target="slides/slide55.xml"/><Relationship Id="rId164" Type="http://schemas.openxmlformats.org/officeDocument/2006/relationships/slide" Target="slides/slide71.xml"/><Relationship Id="rId169" Type="http://schemas.openxmlformats.org/officeDocument/2006/relationships/slide" Target="slides/slide76.xml"/><Relationship Id="rId185" Type="http://schemas.openxmlformats.org/officeDocument/2006/relationships/slide" Target="slides/slide92.xml"/><Relationship Id="rId4" Type="http://schemas.openxmlformats.org/officeDocument/2006/relationships/slideMaster" Target="slideMasters/slideMaster4.xml"/><Relationship Id="rId9" Type="http://schemas.openxmlformats.org/officeDocument/2006/relationships/slideMaster" Target="slideMasters/slideMaster9.xml"/><Relationship Id="rId180" Type="http://schemas.openxmlformats.org/officeDocument/2006/relationships/slide" Target="slides/slide87.xml"/><Relationship Id="rId26" Type="http://schemas.openxmlformats.org/officeDocument/2006/relationships/slideMaster" Target="slideMasters/slideMaster26.xml"/><Relationship Id="rId47" Type="http://schemas.openxmlformats.org/officeDocument/2006/relationships/slideMaster" Target="slideMasters/slideMaster47.xml"/><Relationship Id="rId68" Type="http://schemas.openxmlformats.org/officeDocument/2006/relationships/slideMaster" Target="slideMasters/slideMaster68.xml"/><Relationship Id="rId89" Type="http://schemas.openxmlformats.org/officeDocument/2006/relationships/slideMaster" Target="slideMasters/slideMaster89.xml"/><Relationship Id="rId112" Type="http://schemas.openxmlformats.org/officeDocument/2006/relationships/slide" Target="slides/slide19.xml"/><Relationship Id="rId133" Type="http://schemas.openxmlformats.org/officeDocument/2006/relationships/slide" Target="slides/slide40.xml"/><Relationship Id="rId154" Type="http://schemas.openxmlformats.org/officeDocument/2006/relationships/slide" Target="slides/slide61.xml"/><Relationship Id="rId175" Type="http://schemas.openxmlformats.org/officeDocument/2006/relationships/slide" Target="slides/slide82.xml"/><Relationship Id="rId196" Type="http://schemas.openxmlformats.org/officeDocument/2006/relationships/theme" Target="theme/theme1.xml"/><Relationship Id="rId16" Type="http://schemas.openxmlformats.org/officeDocument/2006/relationships/slideMaster" Target="slideMasters/slideMaster16.xml"/><Relationship Id="rId37" Type="http://schemas.openxmlformats.org/officeDocument/2006/relationships/slideMaster" Target="slideMasters/slideMaster37.xml"/><Relationship Id="rId58" Type="http://schemas.openxmlformats.org/officeDocument/2006/relationships/slideMaster" Target="slideMasters/slideMaster58.xml"/><Relationship Id="rId79" Type="http://schemas.openxmlformats.org/officeDocument/2006/relationships/slideMaster" Target="slideMasters/slideMaster79.xml"/><Relationship Id="rId102" Type="http://schemas.openxmlformats.org/officeDocument/2006/relationships/slide" Target="slides/slide9.xml"/><Relationship Id="rId123" Type="http://schemas.openxmlformats.org/officeDocument/2006/relationships/slide" Target="slides/slide30.xml"/><Relationship Id="rId144" Type="http://schemas.openxmlformats.org/officeDocument/2006/relationships/slide" Target="slides/slide51.xml"/><Relationship Id="rId90" Type="http://schemas.openxmlformats.org/officeDocument/2006/relationships/slideMaster" Target="slideMasters/slideMaster90.xml"/><Relationship Id="rId165" Type="http://schemas.openxmlformats.org/officeDocument/2006/relationships/slide" Target="slides/slide72.xml"/><Relationship Id="rId186" Type="http://schemas.openxmlformats.org/officeDocument/2006/relationships/slide" Target="slides/slide93.xml"/><Relationship Id="rId27" Type="http://schemas.openxmlformats.org/officeDocument/2006/relationships/slideMaster" Target="slideMasters/slideMaster27.xml"/><Relationship Id="rId48" Type="http://schemas.openxmlformats.org/officeDocument/2006/relationships/slideMaster" Target="slideMasters/slideMaster48.xml"/><Relationship Id="rId69" Type="http://schemas.openxmlformats.org/officeDocument/2006/relationships/slideMaster" Target="slideMasters/slideMaster69.xml"/><Relationship Id="rId113" Type="http://schemas.openxmlformats.org/officeDocument/2006/relationships/slide" Target="slides/slide20.xml"/><Relationship Id="rId134" Type="http://schemas.openxmlformats.org/officeDocument/2006/relationships/slide" Target="slides/slide41.xml"/><Relationship Id="rId80" Type="http://schemas.openxmlformats.org/officeDocument/2006/relationships/slideMaster" Target="slideMasters/slideMaster80.xml"/><Relationship Id="rId155" Type="http://schemas.openxmlformats.org/officeDocument/2006/relationships/slide" Target="slides/slide62.xml"/><Relationship Id="rId176" Type="http://schemas.openxmlformats.org/officeDocument/2006/relationships/slide" Target="slides/slide83.xml"/><Relationship Id="rId197" Type="http://schemas.openxmlformats.org/officeDocument/2006/relationships/tableStyles" Target="tableStyles.xml"/><Relationship Id="rId17" Type="http://schemas.openxmlformats.org/officeDocument/2006/relationships/slideMaster" Target="slideMasters/slideMaster17.xml"/><Relationship Id="rId38" Type="http://schemas.openxmlformats.org/officeDocument/2006/relationships/slideMaster" Target="slideMasters/slideMaster38.xml"/><Relationship Id="rId59" Type="http://schemas.openxmlformats.org/officeDocument/2006/relationships/slideMaster" Target="slideMasters/slideMaster59.xml"/><Relationship Id="rId103" Type="http://schemas.openxmlformats.org/officeDocument/2006/relationships/slide" Target="slides/slide10.xml"/><Relationship Id="rId124" Type="http://schemas.openxmlformats.org/officeDocument/2006/relationships/slide" Target="slides/slide31.xml"/><Relationship Id="rId70" Type="http://schemas.openxmlformats.org/officeDocument/2006/relationships/slideMaster" Target="slideMasters/slideMaster70.xml"/><Relationship Id="rId91" Type="http://schemas.openxmlformats.org/officeDocument/2006/relationships/slideMaster" Target="slideMasters/slideMaster91.xml"/><Relationship Id="rId145" Type="http://schemas.openxmlformats.org/officeDocument/2006/relationships/slide" Target="slides/slide52.xml"/><Relationship Id="rId166" Type="http://schemas.openxmlformats.org/officeDocument/2006/relationships/slide" Target="slides/slide73.xml"/><Relationship Id="rId187" Type="http://schemas.openxmlformats.org/officeDocument/2006/relationships/slide" Target="slides/slide94.xml"/><Relationship Id="rId1" Type="http://schemas.openxmlformats.org/officeDocument/2006/relationships/slideMaster" Target="slideMasters/slideMaster1.xml"/><Relationship Id="rId28" Type="http://schemas.openxmlformats.org/officeDocument/2006/relationships/slideMaster" Target="slideMasters/slideMaster28.xml"/><Relationship Id="rId49" Type="http://schemas.openxmlformats.org/officeDocument/2006/relationships/slideMaster" Target="slideMasters/slideMaster49.xml"/><Relationship Id="rId114" Type="http://schemas.openxmlformats.org/officeDocument/2006/relationships/slide" Target="slides/slide21.xml"/><Relationship Id="rId60" Type="http://schemas.openxmlformats.org/officeDocument/2006/relationships/slideMaster" Target="slideMasters/slideMaster60.xml"/><Relationship Id="rId81" Type="http://schemas.openxmlformats.org/officeDocument/2006/relationships/slideMaster" Target="slideMasters/slideMaster81.xml"/><Relationship Id="rId135" Type="http://schemas.openxmlformats.org/officeDocument/2006/relationships/slide" Target="slides/slide42.xml"/><Relationship Id="rId156" Type="http://schemas.openxmlformats.org/officeDocument/2006/relationships/slide" Target="slides/slide63.xml"/><Relationship Id="rId177" Type="http://schemas.openxmlformats.org/officeDocument/2006/relationships/slide" Target="slides/slide84.xml"/><Relationship Id="rId18" Type="http://schemas.openxmlformats.org/officeDocument/2006/relationships/slideMaster" Target="slideMasters/slideMaster18.xml"/><Relationship Id="rId39" Type="http://schemas.openxmlformats.org/officeDocument/2006/relationships/slideMaster" Target="slideMasters/slideMaster39.xml"/><Relationship Id="rId50" Type="http://schemas.openxmlformats.org/officeDocument/2006/relationships/slideMaster" Target="slideMasters/slideMaster50.xml"/><Relationship Id="rId104" Type="http://schemas.openxmlformats.org/officeDocument/2006/relationships/slide" Target="slides/slide11.xml"/><Relationship Id="rId125" Type="http://schemas.openxmlformats.org/officeDocument/2006/relationships/slide" Target="slides/slide32.xml"/><Relationship Id="rId146" Type="http://schemas.openxmlformats.org/officeDocument/2006/relationships/slide" Target="slides/slide53.xml"/><Relationship Id="rId167" Type="http://schemas.openxmlformats.org/officeDocument/2006/relationships/slide" Target="slides/slide74.xml"/><Relationship Id="rId188" Type="http://schemas.openxmlformats.org/officeDocument/2006/relationships/slide" Target="slides/slide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FBD3C7-A001-436F-8D21-2359E3077DB1}" type="datetimeFigureOut">
              <a:rPr lang="en-CA" smtClean="0"/>
              <a:t>2022-07-24</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ECEC0E-5518-4EDB-B1CB-72F8F56DF783}" type="slidenum">
              <a:rPr lang="en-CA" smtClean="0"/>
              <a:t>‹#›</a:t>
            </a:fld>
            <a:endParaRPr lang="en-CA"/>
          </a:p>
        </p:txBody>
      </p:sp>
    </p:spTree>
    <p:extLst>
      <p:ext uri="{BB962C8B-B14F-4D97-AF65-F5344CB8AC3E}">
        <p14:creationId xmlns:p14="http://schemas.microsoft.com/office/powerpoint/2010/main" val="15838777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457200" y="720725"/>
            <a:ext cx="6400800" cy="3600450"/>
          </a:xfrm>
          <a:ln/>
        </p:spPr>
      </p:sp>
      <p:sp>
        <p:nvSpPr>
          <p:cNvPr id="24579" name="Rectangle 3"/>
          <p:cNvSpPr>
            <a:spLocks noGrp="1" noChangeArrowheads="1"/>
          </p:cNvSpPr>
          <p:nvPr>
            <p:ph type="body" idx="1"/>
          </p:nvPr>
        </p:nvSpPr>
        <p:spPr>
          <a:xfrm>
            <a:off x="976313" y="4560888"/>
            <a:ext cx="5362575" cy="43195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3486745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body" idx="1"/>
          </p:nvPr>
        </p:nvSpPr>
        <p:spPr>
          <a:xfrm>
            <a:off x="425450" y="4616450"/>
            <a:ext cx="6435725" cy="44862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00723" tIns="52838" rIns="100723" bIns="52838"/>
          <a:lstStyle/>
          <a:p>
            <a:pPr marL="114300" indent="-114300" eaLnBrk="1" hangingPunct="1"/>
            <a:endParaRPr lang="en-US" altLang="en-US"/>
          </a:p>
        </p:txBody>
      </p:sp>
      <p:sp>
        <p:nvSpPr>
          <p:cNvPr id="28675" name="Rectangle 3"/>
          <p:cNvSpPr>
            <a:spLocks noGrp="1" noRot="1" noChangeAspect="1" noChangeArrowheads="1" noTextEdit="1"/>
          </p:cNvSpPr>
          <p:nvPr>
            <p:ph type="sldImg"/>
          </p:nvPr>
        </p:nvSpPr>
        <p:spPr>
          <a:xfrm>
            <a:off x="-25400" y="255588"/>
            <a:ext cx="7481888" cy="4210050"/>
          </a:xfrm>
          <a:ln w="12700" cap="flat"/>
        </p:spPr>
      </p:sp>
    </p:spTree>
    <p:extLst>
      <p:ext uri="{BB962C8B-B14F-4D97-AF65-F5344CB8AC3E}">
        <p14:creationId xmlns:p14="http://schemas.microsoft.com/office/powerpoint/2010/main" val="11421726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body" idx="1"/>
          </p:nvPr>
        </p:nvSpPr>
        <p:spPr>
          <a:xfrm>
            <a:off x="427038" y="4618038"/>
            <a:ext cx="6432550" cy="44831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6959" tIns="50864" rIns="96959" bIns="50864"/>
          <a:lstStyle/>
          <a:p>
            <a:pPr marL="114300" indent="-114300"/>
            <a:endParaRPr lang="en-US" altLang="en-US"/>
          </a:p>
        </p:txBody>
      </p:sp>
      <p:sp>
        <p:nvSpPr>
          <p:cNvPr id="48131" name="Rectangle 3"/>
          <p:cNvSpPr>
            <a:spLocks noGrp="1" noRot="1" noChangeAspect="1" noChangeArrowheads="1" noTextEdit="1"/>
          </p:cNvSpPr>
          <p:nvPr>
            <p:ph type="sldImg"/>
          </p:nvPr>
        </p:nvSpPr>
        <p:spPr>
          <a:xfrm>
            <a:off x="-25400" y="257175"/>
            <a:ext cx="7481888" cy="4210050"/>
          </a:xfrm>
          <a:ln w="12700" cap="flat"/>
        </p:spPr>
      </p:sp>
    </p:spTree>
    <p:extLst>
      <p:ext uri="{BB962C8B-B14F-4D97-AF65-F5344CB8AC3E}">
        <p14:creationId xmlns:p14="http://schemas.microsoft.com/office/powerpoint/2010/main" val="399493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332BDE7D-D631-4A94-97E4-BB0CC59E77D1}" type="slidenum">
              <a:rPr lang="en-US" altLang="en-US" smtClean="0">
                <a:solidFill>
                  <a:srgbClr val="000000"/>
                </a:solidFill>
              </a:rPr>
              <a:pPr>
                <a:spcBef>
                  <a:spcPct val="0"/>
                </a:spcBef>
              </a:pPr>
              <a:t>21</a:t>
            </a:fld>
            <a:endParaRPr lang="en-US" altLang="en-US">
              <a:solidFill>
                <a:srgbClr val="000000"/>
              </a:solidFill>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7127477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611C8E9D-1911-4CB1-A3C0-70210499B513}" type="slidenum">
              <a:rPr lang="en-US" altLang="en-US" smtClean="0">
                <a:solidFill>
                  <a:srgbClr val="000000"/>
                </a:solidFill>
              </a:rPr>
              <a:pPr>
                <a:spcBef>
                  <a:spcPct val="0"/>
                </a:spcBef>
              </a:pPr>
              <a:t>22</a:t>
            </a:fld>
            <a:endParaRPr lang="en-US" altLang="en-US">
              <a:solidFill>
                <a:srgbClr val="000000"/>
              </a:solidFill>
            </a:endParaRPr>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6662965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C6502B91-7A0C-49D6-8083-825E0978308C}" type="slidenum">
              <a:rPr lang="en-US" altLang="en-US" smtClean="0">
                <a:solidFill>
                  <a:srgbClr val="000000"/>
                </a:solidFill>
              </a:rPr>
              <a:pPr>
                <a:spcBef>
                  <a:spcPct val="0"/>
                </a:spcBef>
              </a:pPr>
              <a:t>23</a:t>
            </a:fld>
            <a:endParaRPr lang="en-US" altLang="en-US">
              <a:solidFill>
                <a:srgbClr val="000000"/>
              </a:solidFill>
            </a:endParaRPr>
          </a:p>
        </p:txBody>
      </p:sp>
      <p:sp>
        <p:nvSpPr>
          <p:cNvPr id="56323" name="Rectangle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4300" indent="-114300"/>
            <a:endParaRPr lang="en-US" altLang="en-US"/>
          </a:p>
        </p:txBody>
      </p:sp>
      <p:sp>
        <p:nvSpPr>
          <p:cNvPr id="56324"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23905795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5CCB897-2B24-4371-9623-C3D801C3205C}" type="slidenum">
              <a:rPr lang="en-US" altLang="en-US" smtClean="0">
                <a:solidFill>
                  <a:srgbClr val="000000"/>
                </a:solidFill>
              </a:rPr>
              <a:pPr>
                <a:spcBef>
                  <a:spcPct val="0"/>
                </a:spcBef>
              </a:pPr>
              <a:t>24</a:t>
            </a:fld>
            <a:endParaRPr lang="en-US" altLang="en-US">
              <a:solidFill>
                <a:srgbClr val="000000"/>
              </a:solidFill>
            </a:endParaRPr>
          </a:p>
        </p:txBody>
      </p:sp>
      <p:sp>
        <p:nvSpPr>
          <p:cNvPr id="58371" name="Rectangle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4300" indent="-114300"/>
            <a:endParaRPr lang="en-US" altLang="en-US"/>
          </a:p>
        </p:txBody>
      </p:sp>
      <p:sp>
        <p:nvSpPr>
          <p:cNvPr id="58372"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31096204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90C58051-C6A6-49D3-BB69-A500D2FB3D01}" type="slidenum">
              <a:rPr lang="en-US" altLang="en-US" smtClean="0">
                <a:solidFill>
                  <a:srgbClr val="000000"/>
                </a:solidFill>
              </a:rPr>
              <a:pPr>
                <a:spcBef>
                  <a:spcPct val="0"/>
                </a:spcBef>
              </a:pPr>
              <a:t>25</a:t>
            </a:fld>
            <a:endParaRPr lang="en-US" altLang="en-US">
              <a:solidFill>
                <a:srgbClr val="000000"/>
              </a:solidFill>
            </a:endParaRPr>
          </a:p>
        </p:txBody>
      </p:sp>
      <p:sp>
        <p:nvSpPr>
          <p:cNvPr id="60419" name="Rectangle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4300" indent="-114300"/>
            <a:endParaRPr lang="en-US" altLang="en-US"/>
          </a:p>
        </p:txBody>
      </p:sp>
      <p:sp>
        <p:nvSpPr>
          <p:cNvPr id="60420"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933858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41CFC41F-CFEA-408D-932D-1154A07136D9}" type="slidenum">
              <a:rPr lang="en-US" altLang="en-US" smtClean="0">
                <a:solidFill>
                  <a:srgbClr val="000000"/>
                </a:solidFill>
              </a:rPr>
              <a:pPr>
                <a:spcBef>
                  <a:spcPct val="0"/>
                </a:spcBef>
              </a:pPr>
              <a:t>26</a:t>
            </a:fld>
            <a:endParaRPr lang="en-US" altLang="en-US">
              <a:solidFill>
                <a:srgbClr val="000000"/>
              </a:solidFill>
            </a:endParaRPr>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5331581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11294E5D-9234-41F8-8D69-0F2B2DC73957}" type="slidenum">
              <a:rPr lang="en-US" altLang="en-US" smtClean="0">
                <a:solidFill>
                  <a:srgbClr val="000000"/>
                </a:solidFill>
              </a:rPr>
              <a:pPr>
                <a:spcBef>
                  <a:spcPct val="0"/>
                </a:spcBef>
              </a:pPr>
              <a:t>27</a:t>
            </a:fld>
            <a:endParaRPr lang="en-US" altLang="en-US">
              <a:solidFill>
                <a:srgbClr val="000000"/>
              </a:solidFill>
            </a:endParaRPr>
          </a:p>
        </p:txBody>
      </p:sp>
      <p:sp>
        <p:nvSpPr>
          <p:cNvPr id="64515" name="Rectangle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4300" indent="-114300"/>
            <a:endParaRPr lang="en-US" altLang="en-US"/>
          </a:p>
        </p:txBody>
      </p:sp>
      <p:sp>
        <p:nvSpPr>
          <p:cNvPr id="64516"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18092181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6DD13CE0-C046-44B4-802D-3EE7F5EE3FA9}" type="slidenum">
              <a:rPr lang="en-US" altLang="en-US" smtClean="0">
                <a:solidFill>
                  <a:srgbClr val="000000"/>
                </a:solidFill>
              </a:rPr>
              <a:pPr>
                <a:spcBef>
                  <a:spcPct val="0"/>
                </a:spcBef>
              </a:pPr>
              <a:t>28</a:t>
            </a:fld>
            <a:endParaRPr lang="en-US" altLang="en-US">
              <a:solidFill>
                <a:srgbClr val="000000"/>
              </a:solidFill>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1629932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76A4958-61B2-4A28-92CC-2A12618AD8CC}" type="slidenum">
              <a:rPr lang="en-US" altLang="en-US" smtClean="0">
                <a:solidFill>
                  <a:srgbClr val="000000"/>
                </a:solidFill>
              </a:rPr>
              <a:pPr>
                <a:spcBef>
                  <a:spcPct val="0"/>
                </a:spcBef>
              </a:pPr>
              <a:t>29</a:t>
            </a:fld>
            <a:endParaRPr lang="en-US" altLang="en-US">
              <a:solidFill>
                <a:srgbClr val="000000"/>
              </a:solidFill>
            </a:endParaRPr>
          </a:p>
        </p:txBody>
      </p:sp>
      <p:sp>
        <p:nvSpPr>
          <p:cNvPr id="68611" name="Rectangle 2"/>
          <p:cNvSpPr>
            <a:spLocks noGrp="1" noRot="1" noChangeAspect="1" noChangeArrowheads="1" noTextEdit="1"/>
          </p:cNvSpPr>
          <p:nvPr>
            <p:ph type="sldImg"/>
          </p:nvPr>
        </p:nvSpPr>
        <p:spPr>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2973747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9ABA6041-AEF4-4704-9CD6-077B14DA68AA}" type="slidenum">
              <a:rPr lang="en-US" altLang="en-US" smtClean="0">
                <a:solidFill>
                  <a:srgbClr val="000000"/>
                </a:solidFill>
              </a:rPr>
              <a:pPr>
                <a:spcBef>
                  <a:spcPct val="0"/>
                </a:spcBef>
              </a:pPr>
              <a:t>30</a:t>
            </a:fld>
            <a:endParaRPr lang="en-US" altLang="en-US">
              <a:solidFill>
                <a:srgbClr val="000000"/>
              </a:solidFill>
            </a:endParaRPr>
          </a:p>
        </p:txBody>
      </p:sp>
      <p:sp>
        <p:nvSpPr>
          <p:cNvPr id="70659" name="Rectangle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4300" indent="-114300"/>
            <a:endParaRPr lang="en-US" altLang="en-US"/>
          </a:p>
        </p:txBody>
      </p:sp>
      <p:sp>
        <p:nvSpPr>
          <p:cNvPr id="70660"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2032180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35AC19FB-7598-43C6-981C-3BCBBA96BCC9}" type="slidenum">
              <a:rPr lang="en-US" altLang="en-US" smtClean="0">
                <a:solidFill>
                  <a:srgbClr val="000000"/>
                </a:solidFill>
              </a:rPr>
              <a:pPr>
                <a:spcBef>
                  <a:spcPct val="0"/>
                </a:spcBef>
              </a:pPr>
              <a:t>31</a:t>
            </a:fld>
            <a:endParaRPr lang="en-US" altLang="en-US">
              <a:solidFill>
                <a:srgbClr val="000000"/>
              </a:solidFill>
            </a:endParaRPr>
          </a:p>
        </p:txBody>
      </p:sp>
      <p:sp>
        <p:nvSpPr>
          <p:cNvPr id="72707" name="Rectangle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4300" indent="-114300"/>
            <a:endParaRPr lang="en-US" altLang="en-US"/>
          </a:p>
        </p:txBody>
      </p:sp>
      <p:sp>
        <p:nvSpPr>
          <p:cNvPr id="72708"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21137211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ECE6E20D-1A54-4C47-8412-9D66BEBC756E}" type="slidenum">
              <a:rPr lang="en-US" altLang="en-US" smtClean="0">
                <a:solidFill>
                  <a:srgbClr val="000000"/>
                </a:solidFill>
              </a:rPr>
              <a:pPr>
                <a:spcBef>
                  <a:spcPct val="0"/>
                </a:spcBef>
              </a:pPr>
              <a:t>32</a:t>
            </a:fld>
            <a:endParaRPr lang="en-US" altLang="en-US">
              <a:solidFill>
                <a:srgbClr val="000000"/>
              </a:solidFill>
            </a:endParaRPr>
          </a:p>
        </p:txBody>
      </p:sp>
      <p:sp>
        <p:nvSpPr>
          <p:cNvPr id="74755" name="Rectangle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4300" indent="-114300"/>
            <a:endParaRPr lang="en-US" altLang="en-US"/>
          </a:p>
        </p:txBody>
      </p:sp>
      <p:sp>
        <p:nvSpPr>
          <p:cNvPr id="74756"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18222986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60839110-2823-418B-A430-94D8202345DE}" type="slidenum">
              <a:rPr lang="en-US" altLang="en-US" smtClean="0">
                <a:solidFill>
                  <a:srgbClr val="000000"/>
                </a:solidFill>
              </a:rPr>
              <a:pPr>
                <a:spcBef>
                  <a:spcPct val="0"/>
                </a:spcBef>
              </a:pPr>
              <a:t>33</a:t>
            </a:fld>
            <a:endParaRPr lang="en-US" altLang="en-US">
              <a:solidFill>
                <a:srgbClr val="000000"/>
              </a:solidFill>
            </a:endParaRPr>
          </a:p>
        </p:txBody>
      </p:sp>
      <p:sp>
        <p:nvSpPr>
          <p:cNvPr id="76803" name="Rectangle 1026"/>
          <p:cNvSpPr>
            <a:spLocks noGrp="1" noRot="1" noChangeAspect="1" noChangeArrowheads="1" noTextEdit="1"/>
          </p:cNvSpPr>
          <p:nvPr>
            <p:ph type="sldImg"/>
          </p:nvPr>
        </p:nvSpPr>
        <p:spPr>
          <a:xfrm>
            <a:off x="519113" y="257175"/>
            <a:ext cx="6303962" cy="3546475"/>
          </a:xfrm>
          <a:ln cap="flat"/>
        </p:spPr>
      </p:sp>
      <p:sp>
        <p:nvSpPr>
          <p:cNvPr id="76804" name="Rectangle 1027"/>
          <p:cNvSpPr>
            <a:spLocks noGrp="1" noChangeArrowheads="1"/>
          </p:cNvSpPr>
          <p:nvPr>
            <p:ph type="body" idx="1"/>
          </p:nvPr>
        </p:nvSpPr>
        <p:spPr>
          <a:xfrm>
            <a:off x="639763" y="4021138"/>
            <a:ext cx="6076950" cy="4962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588" tIns="47587" rIns="93588" bIns="47587"/>
          <a:lstStyle/>
          <a:p>
            <a:endParaRPr lang="en-US" altLang="en-US"/>
          </a:p>
        </p:txBody>
      </p:sp>
    </p:spTree>
    <p:extLst>
      <p:ext uri="{BB962C8B-B14F-4D97-AF65-F5344CB8AC3E}">
        <p14:creationId xmlns:p14="http://schemas.microsoft.com/office/powerpoint/2010/main" val="33963448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E53D5C52-2A4B-4A83-9585-A4D69E036CC5}" type="slidenum">
              <a:rPr lang="en-US" altLang="en-US" smtClean="0">
                <a:solidFill>
                  <a:srgbClr val="000000"/>
                </a:solidFill>
              </a:rPr>
              <a:pPr>
                <a:spcBef>
                  <a:spcPct val="0"/>
                </a:spcBef>
              </a:pPr>
              <a:t>34</a:t>
            </a:fld>
            <a:endParaRPr lang="en-US" altLang="en-US">
              <a:solidFill>
                <a:srgbClr val="000000"/>
              </a:solidFill>
            </a:endParaRPr>
          </a:p>
        </p:txBody>
      </p:sp>
      <p:sp>
        <p:nvSpPr>
          <p:cNvPr id="78851" name="Rectangle 2"/>
          <p:cNvSpPr>
            <a:spLocks noGrp="1" noRot="1" noChangeAspect="1" noChangeArrowheads="1" noTextEdit="1"/>
          </p:cNvSpPr>
          <p:nvPr>
            <p:ph type="sldImg"/>
          </p:nvPr>
        </p:nvSpPr>
        <p:spPr>
          <a:ln/>
        </p:spPr>
      </p:sp>
      <p:sp>
        <p:nvSpPr>
          <p:cNvPr id="788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5889579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15F683FC-F1EF-4C6F-BDF9-97EF62D15117}" type="slidenum">
              <a:rPr lang="en-US" altLang="en-US" smtClean="0">
                <a:solidFill>
                  <a:srgbClr val="000000"/>
                </a:solidFill>
              </a:rPr>
              <a:pPr>
                <a:spcBef>
                  <a:spcPct val="0"/>
                </a:spcBef>
              </a:pPr>
              <a:t>35</a:t>
            </a:fld>
            <a:endParaRPr lang="en-US" altLang="en-US">
              <a:solidFill>
                <a:srgbClr val="000000"/>
              </a:solidFill>
            </a:endParaRPr>
          </a:p>
        </p:txBody>
      </p:sp>
      <p:sp>
        <p:nvSpPr>
          <p:cNvPr id="80899" name="Rectangle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4300" indent="-114300"/>
            <a:endParaRPr lang="en-US" altLang="en-US"/>
          </a:p>
        </p:txBody>
      </p:sp>
      <p:sp>
        <p:nvSpPr>
          <p:cNvPr id="80900"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31008983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4217E7B-A9B5-4CD8-8BB9-88656800BD11}" type="slidenum">
              <a:rPr lang="en-US" altLang="en-US" smtClean="0">
                <a:solidFill>
                  <a:srgbClr val="000000"/>
                </a:solidFill>
              </a:rPr>
              <a:pPr>
                <a:spcBef>
                  <a:spcPct val="0"/>
                </a:spcBef>
              </a:pPr>
              <a:t>36</a:t>
            </a:fld>
            <a:endParaRPr lang="en-US" altLang="en-US">
              <a:solidFill>
                <a:srgbClr val="000000"/>
              </a:solidFill>
            </a:endParaRPr>
          </a:p>
        </p:txBody>
      </p:sp>
      <p:sp>
        <p:nvSpPr>
          <p:cNvPr id="82947" name="Rectangle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4300" indent="-114300"/>
            <a:endParaRPr lang="en-US" altLang="en-US"/>
          </a:p>
        </p:txBody>
      </p:sp>
      <p:sp>
        <p:nvSpPr>
          <p:cNvPr id="82948"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33001450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DC52AC6-7A23-44FE-8EED-9C1F6101C516}" type="slidenum">
              <a:rPr lang="en-US" altLang="en-US" smtClean="0">
                <a:solidFill>
                  <a:srgbClr val="000000"/>
                </a:solidFill>
              </a:rPr>
              <a:pPr>
                <a:spcBef>
                  <a:spcPct val="0"/>
                </a:spcBef>
              </a:pPr>
              <a:t>37</a:t>
            </a:fld>
            <a:endParaRPr lang="en-US" altLang="en-US">
              <a:solidFill>
                <a:srgbClr val="000000"/>
              </a:solidFill>
            </a:endParaRPr>
          </a:p>
        </p:txBody>
      </p:sp>
      <p:sp>
        <p:nvSpPr>
          <p:cNvPr id="84995" name="Rectangle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4300" indent="-114300"/>
            <a:endParaRPr lang="en-US" altLang="en-US"/>
          </a:p>
        </p:txBody>
      </p:sp>
      <p:sp>
        <p:nvSpPr>
          <p:cNvPr id="84996"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23006215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35D16BEB-94D7-42D2-ADA9-B6F0D59CA11F}" type="slidenum">
              <a:rPr lang="en-US" altLang="en-US" smtClean="0">
                <a:solidFill>
                  <a:srgbClr val="000000"/>
                </a:solidFill>
              </a:rPr>
              <a:pPr>
                <a:spcBef>
                  <a:spcPct val="0"/>
                </a:spcBef>
              </a:pPr>
              <a:t>38</a:t>
            </a:fld>
            <a:endParaRPr lang="en-US" altLang="en-US">
              <a:solidFill>
                <a:srgbClr val="000000"/>
              </a:solidFill>
            </a:endParaRPr>
          </a:p>
        </p:txBody>
      </p:sp>
      <p:sp>
        <p:nvSpPr>
          <p:cNvPr id="87043" name="Rectangle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4300" indent="-114300"/>
            <a:endParaRPr lang="en-US" altLang="en-US"/>
          </a:p>
        </p:txBody>
      </p:sp>
      <p:sp>
        <p:nvSpPr>
          <p:cNvPr id="87044"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34649150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615914A2-2793-4C5F-BEC5-2715F9C736ED}" type="slidenum">
              <a:rPr lang="en-US" altLang="en-US" smtClean="0">
                <a:solidFill>
                  <a:srgbClr val="000000"/>
                </a:solidFill>
              </a:rPr>
              <a:pPr>
                <a:spcBef>
                  <a:spcPct val="0"/>
                </a:spcBef>
              </a:pPr>
              <a:t>39</a:t>
            </a:fld>
            <a:endParaRPr lang="en-US" altLang="en-US">
              <a:solidFill>
                <a:srgbClr val="000000"/>
              </a:solidFill>
            </a:endParaRPr>
          </a:p>
        </p:txBody>
      </p:sp>
      <p:sp>
        <p:nvSpPr>
          <p:cNvPr id="89091" name="Rectangle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4300" indent="-114300"/>
            <a:endParaRPr lang="en-US" altLang="en-US"/>
          </a:p>
        </p:txBody>
      </p:sp>
      <p:sp>
        <p:nvSpPr>
          <p:cNvPr id="89092"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17360978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CB85402-059F-4B1D-A6AD-91CB5832D7DA}" type="slidenum">
              <a:rPr lang="en-US" altLang="en-US" smtClean="0">
                <a:solidFill>
                  <a:srgbClr val="000000"/>
                </a:solidFill>
              </a:rPr>
              <a:pPr>
                <a:spcBef>
                  <a:spcPct val="0"/>
                </a:spcBef>
              </a:pPr>
              <a:t>40</a:t>
            </a:fld>
            <a:endParaRPr lang="en-US" altLang="en-US">
              <a:solidFill>
                <a:srgbClr val="000000"/>
              </a:solidFill>
            </a:endParaRPr>
          </a:p>
        </p:txBody>
      </p:sp>
      <p:sp>
        <p:nvSpPr>
          <p:cNvPr id="91139" name="Rectangle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4300" indent="-114300"/>
            <a:endParaRPr lang="en-US" altLang="en-US"/>
          </a:p>
        </p:txBody>
      </p:sp>
      <p:sp>
        <p:nvSpPr>
          <p:cNvPr id="91140"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36267120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1E5A4C0-B76F-4E2D-A823-EEAA989C549E}" type="slidenum">
              <a:rPr lang="en-US" altLang="en-US" smtClean="0">
                <a:solidFill>
                  <a:srgbClr val="000000"/>
                </a:solidFill>
              </a:rPr>
              <a:pPr>
                <a:spcBef>
                  <a:spcPct val="0"/>
                </a:spcBef>
              </a:pPr>
              <a:t>41</a:t>
            </a:fld>
            <a:endParaRPr lang="en-US" altLang="en-US">
              <a:solidFill>
                <a:srgbClr val="000000"/>
              </a:solidFill>
            </a:endParaRPr>
          </a:p>
        </p:txBody>
      </p:sp>
      <p:sp>
        <p:nvSpPr>
          <p:cNvPr id="93187" name="Rectangle 2"/>
          <p:cNvSpPr>
            <a:spLocks noGrp="1" noRot="1" noChangeAspect="1" noChangeArrowheads="1" noTextEdit="1"/>
          </p:cNvSpPr>
          <p:nvPr>
            <p:ph type="sldImg"/>
          </p:nvPr>
        </p:nvSpPr>
        <p:spPr>
          <a:ln/>
        </p:spPr>
      </p:sp>
      <p:sp>
        <p:nvSpPr>
          <p:cNvPr id="931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1932848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E0EA6DBD-2F7F-4113-B4F0-98691DFD7CD4}" type="slidenum">
              <a:rPr lang="en-US" altLang="en-US" smtClean="0">
                <a:solidFill>
                  <a:srgbClr val="000000"/>
                </a:solidFill>
              </a:rPr>
              <a:pPr>
                <a:spcBef>
                  <a:spcPct val="0"/>
                </a:spcBef>
              </a:pPr>
              <a:t>42</a:t>
            </a:fld>
            <a:endParaRPr lang="en-US" altLang="en-US">
              <a:solidFill>
                <a:srgbClr val="000000"/>
              </a:solidFill>
            </a:endParaRPr>
          </a:p>
        </p:txBody>
      </p:sp>
      <p:sp>
        <p:nvSpPr>
          <p:cNvPr id="95235" name="Rectangle 2"/>
          <p:cNvSpPr>
            <a:spLocks noGrp="1" noRot="1" noChangeAspect="1" noChangeArrowheads="1" noTextEdit="1"/>
          </p:cNvSpPr>
          <p:nvPr>
            <p:ph type="sldImg"/>
          </p:nvPr>
        </p:nvSpPr>
        <p:spPr>
          <a:ln/>
        </p:spPr>
      </p:sp>
      <p:sp>
        <p:nvSpPr>
          <p:cNvPr id="952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67153716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4C9A6F98-A9BB-4388-99F9-55BE58956E84}" type="slidenum">
              <a:rPr lang="en-US" altLang="en-US" smtClean="0">
                <a:solidFill>
                  <a:srgbClr val="000000"/>
                </a:solidFill>
              </a:rPr>
              <a:pPr>
                <a:spcBef>
                  <a:spcPct val="0"/>
                </a:spcBef>
              </a:pPr>
              <a:t>43</a:t>
            </a:fld>
            <a:endParaRPr lang="en-US" altLang="en-US">
              <a:solidFill>
                <a:srgbClr val="000000"/>
              </a:solidFill>
            </a:endParaRPr>
          </a:p>
        </p:txBody>
      </p:sp>
      <p:sp>
        <p:nvSpPr>
          <p:cNvPr id="97283" name="Rectangle 2"/>
          <p:cNvSpPr>
            <a:spLocks noGrp="1" noRot="1" noChangeAspect="1" noChangeArrowheads="1" noTextEdit="1"/>
          </p:cNvSpPr>
          <p:nvPr>
            <p:ph type="sldImg"/>
          </p:nvPr>
        </p:nvSpPr>
        <p:spPr>
          <a:ln/>
        </p:spPr>
      </p:sp>
      <p:sp>
        <p:nvSpPr>
          <p:cNvPr id="972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66122221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0F824C95-D429-41DD-A5C3-26DA102B8D13}" type="slidenum">
              <a:rPr lang="en-US" altLang="en-US" smtClean="0">
                <a:solidFill>
                  <a:srgbClr val="000000"/>
                </a:solidFill>
              </a:rPr>
              <a:pPr>
                <a:spcBef>
                  <a:spcPct val="0"/>
                </a:spcBef>
              </a:pPr>
              <a:t>44</a:t>
            </a:fld>
            <a:endParaRPr lang="en-US" altLang="en-US">
              <a:solidFill>
                <a:srgbClr val="000000"/>
              </a:solidFill>
            </a:endParaRPr>
          </a:p>
        </p:txBody>
      </p:sp>
      <p:sp>
        <p:nvSpPr>
          <p:cNvPr id="99331" name="Rectangle 2"/>
          <p:cNvSpPr>
            <a:spLocks noGrp="1" noRot="1" noChangeAspect="1" noChangeArrowheads="1" noTextEdit="1"/>
          </p:cNvSpPr>
          <p:nvPr>
            <p:ph type="sldImg"/>
          </p:nvPr>
        </p:nvSpPr>
        <p:spPr>
          <a:ln/>
        </p:spPr>
      </p:sp>
      <p:sp>
        <p:nvSpPr>
          <p:cNvPr id="993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555901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39C4791D-9A74-49E9-B560-EFEBBA16DEF7}" type="slidenum">
              <a:rPr lang="en-US" altLang="en-US" smtClean="0">
                <a:solidFill>
                  <a:srgbClr val="000000"/>
                </a:solidFill>
              </a:rPr>
              <a:pPr>
                <a:spcBef>
                  <a:spcPct val="0"/>
                </a:spcBef>
              </a:pPr>
              <a:t>45</a:t>
            </a:fld>
            <a:endParaRPr lang="en-US" altLang="en-US">
              <a:solidFill>
                <a:srgbClr val="000000"/>
              </a:solidFill>
            </a:endParaRPr>
          </a:p>
        </p:txBody>
      </p:sp>
      <p:sp>
        <p:nvSpPr>
          <p:cNvPr id="101379" name="Rectangle 2"/>
          <p:cNvSpPr>
            <a:spLocks noGrp="1" noRot="1" noChangeAspect="1" noChangeArrowheads="1" noTextEdit="1"/>
          </p:cNvSpPr>
          <p:nvPr>
            <p:ph type="sldImg"/>
          </p:nvPr>
        </p:nvSpPr>
        <p:spPr>
          <a:ln/>
        </p:spPr>
      </p:sp>
      <p:sp>
        <p:nvSpPr>
          <p:cNvPr id="1013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40022059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BAAD019F-F101-489B-81B1-4075A6351422}" type="slidenum">
              <a:rPr lang="en-US" altLang="en-US" smtClean="0">
                <a:solidFill>
                  <a:srgbClr val="000000"/>
                </a:solidFill>
              </a:rPr>
              <a:pPr>
                <a:spcBef>
                  <a:spcPct val="0"/>
                </a:spcBef>
              </a:pPr>
              <a:t>46</a:t>
            </a:fld>
            <a:endParaRPr lang="en-US" altLang="en-US">
              <a:solidFill>
                <a:srgbClr val="000000"/>
              </a:solidFill>
            </a:endParaRPr>
          </a:p>
        </p:txBody>
      </p:sp>
      <p:sp>
        <p:nvSpPr>
          <p:cNvPr id="103427" name="Rectangle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4300" indent="-114300"/>
            <a:endParaRPr lang="en-US" altLang="en-US"/>
          </a:p>
        </p:txBody>
      </p:sp>
      <p:sp>
        <p:nvSpPr>
          <p:cNvPr id="103428"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39527058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51AFE72-B3B7-421C-A0F6-9B83A64FF11B}" type="slidenum">
              <a:rPr lang="en-US" altLang="en-US" smtClean="0">
                <a:solidFill>
                  <a:srgbClr val="000000"/>
                </a:solidFill>
              </a:rPr>
              <a:pPr>
                <a:spcBef>
                  <a:spcPct val="0"/>
                </a:spcBef>
              </a:pPr>
              <a:t>47</a:t>
            </a:fld>
            <a:endParaRPr lang="en-US" altLang="en-US">
              <a:solidFill>
                <a:srgbClr val="000000"/>
              </a:solidFill>
            </a:endParaRPr>
          </a:p>
        </p:txBody>
      </p:sp>
      <p:sp>
        <p:nvSpPr>
          <p:cNvPr id="105475" name="Rectangle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4300" indent="-114300"/>
            <a:endParaRPr lang="en-US" altLang="en-US"/>
          </a:p>
        </p:txBody>
      </p:sp>
      <p:sp>
        <p:nvSpPr>
          <p:cNvPr id="105476"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260873941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E74D34A1-865E-4D6F-B195-A5F330B9F030}" type="slidenum">
              <a:rPr lang="en-US" altLang="en-US" smtClean="0">
                <a:solidFill>
                  <a:srgbClr val="000000"/>
                </a:solidFill>
              </a:rPr>
              <a:pPr>
                <a:spcBef>
                  <a:spcPct val="0"/>
                </a:spcBef>
              </a:pPr>
              <a:t>48</a:t>
            </a:fld>
            <a:endParaRPr lang="en-US" altLang="en-US">
              <a:solidFill>
                <a:srgbClr val="000000"/>
              </a:solidFill>
            </a:endParaRPr>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21324761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74CD9A85-497B-464D-B37E-2FB0032EAC11}" type="slidenum">
              <a:rPr lang="en-US" altLang="en-US" smtClean="0">
                <a:solidFill>
                  <a:srgbClr val="000000"/>
                </a:solidFill>
              </a:rPr>
              <a:pPr>
                <a:spcBef>
                  <a:spcPct val="0"/>
                </a:spcBef>
              </a:pPr>
              <a:t>49</a:t>
            </a:fld>
            <a:endParaRPr lang="en-US" altLang="en-US">
              <a:solidFill>
                <a:srgbClr val="000000"/>
              </a:solidFill>
            </a:endParaRPr>
          </a:p>
        </p:txBody>
      </p:sp>
      <p:sp>
        <p:nvSpPr>
          <p:cNvPr id="109571" name="Rectangle 2"/>
          <p:cNvSpPr>
            <a:spLocks noGrp="1" noRot="1" noChangeAspect="1" noChangeArrowheads="1" noTextEdit="1"/>
          </p:cNvSpPr>
          <p:nvPr>
            <p:ph type="sldImg"/>
          </p:nvPr>
        </p:nvSpPr>
        <p:spPr>
          <a:ln/>
        </p:spPr>
      </p:sp>
      <p:sp>
        <p:nvSpPr>
          <p:cNvPr id="1095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27561963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1CBA46B9-6494-40F2-BC11-AFAB98B0BD77}" type="slidenum">
              <a:rPr lang="en-US" altLang="en-US" smtClean="0">
                <a:solidFill>
                  <a:srgbClr val="000000"/>
                </a:solidFill>
              </a:rPr>
              <a:pPr>
                <a:spcBef>
                  <a:spcPct val="0"/>
                </a:spcBef>
              </a:pPr>
              <a:t>50</a:t>
            </a:fld>
            <a:endParaRPr lang="en-US" altLang="en-US">
              <a:solidFill>
                <a:srgbClr val="000000"/>
              </a:solidFill>
            </a:endParaRPr>
          </a:p>
        </p:txBody>
      </p:sp>
      <p:sp>
        <p:nvSpPr>
          <p:cNvPr id="111619" name="Rectangle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4300" indent="-114300"/>
            <a:endParaRPr lang="en-US" altLang="en-US"/>
          </a:p>
        </p:txBody>
      </p:sp>
      <p:sp>
        <p:nvSpPr>
          <p:cNvPr id="111620"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390108978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FE405932-FB98-4092-B13B-3CCF88CF3596}" type="slidenum">
              <a:rPr lang="en-US" altLang="en-US" smtClean="0">
                <a:solidFill>
                  <a:srgbClr val="000000"/>
                </a:solidFill>
              </a:rPr>
              <a:pPr>
                <a:spcBef>
                  <a:spcPct val="0"/>
                </a:spcBef>
              </a:pPr>
              <a:t>51</a:t>
            </a:fld>
            <a:endParaRPr lang="en-US" altLang="en-US">
              <a:solidFill>
                <a:srgbClr val="000000"/>
              </a:solidFill>
            </a:endParaRPr>
          </a:p>
        </p:txBody>
      </p:sp>
      <p:sp>
        <p:nvSpPr>
          <p:cNvPr id="113667" name="Rectangle 2"/>
          <p:cNvSpPr>
            <a:spLocks noGrp="1" noRot="1" noChangeAspect="1" noChangeArrowheads="1" noTextEdit="1"/>
          </p:cNvSpPr>
          <p:nvPr>
            <p:ph type="sldImg"/>
          </p:nvPr>
        </p:nvSpPr>
        <p:spPr>
          <a:ln/>
        </p:spPr>
      </p:sp>
      <p:sp>
        <p:nvSpPr>
          <p:cNvPr id="1136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89740433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C685085-F31D-41FC-A5B2-A88D99B0C9D5}" type="slidenum">
              <a:rPr lang="en-US" altLang="en-US" smtClean="0">
                <a:solidFill>
                  <a:srgbClr val="000000"/>
                </a:solidFill>
              </a:rPr>
              <a:pPr>
                <a:spcBef>
                  <a:spcPct val="0"/>
                </a:spcBef>
              </a:pPr>
              <a:t>52</a:t>
            </a:fld>
            <a:endParaRPr lang="en-US" altLang="en-US">
              <a:solidFill>
                <a:srgbClr val="000000"/>
              </a:solidFill>
            </a:endParaRPr>
          </a:p>
        </p:txBody>
      </p:sp>
      <p:sp>
        <p:nvSpPr>
          <p:cNvPr id="115715" name="Rectangle 2"/>
          <p:cNvSpPr>
            <a:spLocks noGrp="1" noRot="1" noChangeAspect="1" noChangeArrowheads="1" noTextEdit="1"/>
          </p:cNvSpPr>
          <p:nvPr>
            <p:ph type="sldImg"/>
          </p:nvPr>
        </p:nvSpPr>
        <p:spPr>
          <a:ln/>
        </p:spPr>
      </p:sp>
      <p:sp>
        <p:nvSpPr>
          <p:cNvPr id="1157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74012639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B9C688E-8D21-477B-8BB1-401FE070F9CA}" type="slidenum">
              <a:rPr lang="en-US" altLang="en-US" smtClean="0">
                <a:solidFill>
                  <a:srgbClr val="000000"/>
                </a:solidFill>
              </a:rPr>
              <a:pPr>
                <a:spcBef>
                  <a:spcPct val="0"/>
                </a:spcBef>
              </a:pPr>
              <a:t>53</a:t>
            </a:fld>
            <a:endParaRPr lang="en-US" altLang="en-US">
              <a:solidFill>
                <a:srgbClr val="000000"/>
              </a:solidFill>
            </a:endParaRPr>
          </a:p>
        </p:txBody>
      </p:sp>
      <p:sp>
        <p:nvSpPr>
          <p:cNvPr id="117763" name="Rectangle 2"/>
          <p:cNvSpPr>
            <a:spLocks noGrp="1" noRot="1" noChangeAspect="1" noChangeArrowheads="1" noTextEdit="1"/>
          </p:cNvSpPr>
          <p:nvPr>
            <p:ph type="sldImg"/>
          </p:nvPr>
        </p:nvSpPr>
        <p:spPr>
          <a:xfrm>
            <a:off x="519113" y="257175"/>
            <a:ext cx="6303962" cy="3546475"/>
          </a:xfrm>
          <a:ln/>
        </p:spPr>
      </p:sp>
      <p:sp>
        <p:nvSpPr>
          <p:cNvPr id="117764" name="Rectangle 3"/>
          <p:cNvSpPr>
            <a:spLocks noGrp="1" noChangeArrowheads="1"/>
          </p:cNvSpPr>
          <p:nvPr>
            <p:ph type="body" idx="1"/>
          </p:nvPr>
        </p:nvSpPr>
        <p:spPr>
          <a:xfrm>
            <a:off x="639763" y="4021138"/>
            <a:ext cx="6076950" cy="4962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314045445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B3E02DB-0912-42A4-93EA-D5A988E36CA4}" type="slidenum">
              <a:rPr lang="en-US" altLang="en-US" smtClean="0">
                <a:solidFill>
                  <a:srgbClr val="000000"/>
                </a:solidFill>
              </a:rPr>
              <a:pPr>
                <a:spcBef>
                  <a:spcPct val="0"/>
                </a:spcBef>
              </a:pPr>
              <a:t>54</a:t>
            </a:fld>
            <a:endParaRPr lang="en-US" altLang="en-US">
              <a:solidFill>
                <a:srgbClr val="000000"/>
              </a:solidFill>
            </a:endParaRPr>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19573876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11D9356-57D8-4B2B-A0B8-A991F7A85A7E}" type="slidenum">
              <a:rPr lang="en-US" altLang="en-US" smtClean="0">
                <a:solidFill>
                  <a:srgbClr val="000000"/>
                </a:solidFill>
              </a:rPr>
              <a:pPr>
                <a:spcBef>
                  <a:spcPct val="0"/>
                </a:spcBef>
              </a:pPr>
              <a:t>55</a:t>
            </a:fld>
            <a:endParaRPr lang="en-US" altLang="en-US">
              <a:solidFill>
                <a:srgbClr val="000000"/>
              </a:solidFill>
            </a:endParaRPr>
          </a:p>
        </p:txBody>
      </p:sp>
      <p:sp>
        <p:nvSpPr>
          <p:cNvPr id="121859" name="Rectangle 2"/>
          <p:cNvSpPr>
            <a:spLocks noGrp="1" noRot="1" noChangeAspect="1" noChangeArrowheads="1" noTextEdit="1"/>
          </p:cNvSpPr>
          <p:nvPr>
            <p:ph type="sldImg"/>
          </p:nvPr>
        </p:nvSpPr>
        <p:spPr>
          <a:ln/>
        </p:spPr>
      </p:sp>
      <p:sp>
        <p:nvSpPr>
          <p:cNvPr id="1218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17116768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AE0196B-8216-43DA-BE8E-13BBE305A170}" type="slidenum">
              <a:rPr lang="en-US" altLang="en-US" smtClean="0">
                <a:solidFill>
                  <a:srgbClr val="000000"/>
                </a:solidFill>
              </a:rPr>
              <a:pPr>
                <a:spcBef>
                  <a:spcPct val="0"/>
                </a:spcBef>
              </a:pPr>
              <a:t>56</a:t>
            </a:fld>
            <a:endParaRPr lang="en-US" altLang="en-US">
              <a:solidFill>
                <a:srgbClr val="000000"/>
              </a:solidFill>
            </a:endParaRPr>
          </a:p>
        </p:txBody>
      </p:sp>
      <p:sp>
        <p:nvSpPr>
          <p:cNvPr id="123907" name="Rectangle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4300" indent="-114300"/>
            <a:endParaRPr lang="en-US" altLang="en-US"/>
          </a:p>
        </p:txBody>
      </p:sp>
      <p:sp>
        <p:nvSpPr>
          <p:cNvPr id="123908"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341073578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BB052A03-16B9-4D8A-9771-CE3E47097A01}" type="slidenum">
              <a:rPr lang="en-US" altLang="en-US" smtClean="0">
                <a:solidFill>
                  <a:srgbClr val="000000"/>
                </a:solidFill>
              </a:rPr>
              <a:pPr>
                <a:spcBef>
                  <a:spcPct val="0"/>
                </a:spcBef>
              </a:pPr>
              <a:t>57</a:t>
            </a:fld>
            <a:endParaRPr lang="en-US" altLang="en-US">
              <a:solidFill>
                <a:srgbClr val="000000"/>
              </a:solidFill>
            </a:endParaRPr>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09191923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62EB8354-BE47-4482-970F-7D3437757991}" type="slidenum">
              <a:rPr lang="en-US" altLang="en-US" smtClean="0">
                <a:solidFill>
                  <a:srgbClr val="000000"/>
                </a:solidFill>
              </a:rPr>
              <a:pPr>
                <a:spcBef>
                  <a:spcPct val="0"/>
                </a:spcBef>
              </a:pPr>
              <a:t>58</a:t>
            </a:fld>
            <a:endParaRPr lang="en-US" altLang="en-US">
              <a:solidFill>
                <a:srgbClr val="000000"/>
              </a:solidFill>
            </a:endParaRPr>
          </a:p>
        </p:txBody>
      </p:sp>
      <p:sp>
        <p:nvSpPr>
          <p:cNvPr id="128003" name="Rectangle 2"/>
          <p:cNvSpPr>
            <a:spLocks noGrp="1" noRot="1" noChangeAspect="1" noChangeArrowheads="1" noTextEdit="1"/>
          </p:cNvSpPr>
          <p:nvPr>
            <p:ph type="sldImg"/>
          </p:nvPr>
        </p:nvSpPr>
        <p:spPr>
          <a:ln/>
        </p:spPr>
      </p:sp>
      <p:sp>
        <p:nvSpPr>
          <p:cNvPr id="1280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79009616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610A2EF0-C0B2-4485-AB2F-FD22CFF3D9C1}" type="slidenum">
              <a:rPr lang="en-US" altLang="en-US" smtClean="0">
                <a:solidFill>
                  <a:srgbClr val="000000"/>
                </a:solidFill>
              </a:rPr>
              <a:pPr>
                <a:spcBef>
                  <a:spcPct val="0"/>
                </a:spcBef>
              </a:pPr>
              <a:t>59</a:t>
            </a:fld>
            <a:endParaRPr lang="en-US" altLang="en-US">
              <a:solidFill>
                <a:srgbClr val="000000"/>
              </a:solidFill>
            </a:endParaRPr>
          </a:p>
        </p:txBody>
      </p:sp>
    </p:spTree>
    <p:extLst>
      <p:ext uri="{BB962C8B-B14F-4D97-AF65-F5344CB8AC3E}">
        <p14:creationId xmlns:p14="http://schemas.microsoft.com/office/powerpoint/2010/main" val="173270067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EB97E4C3-8FB4-4BF7-8DC7-1DD3AF94052E}" type="slidenum">
              <a:rPr lang="en-US" altLang="en-US" smtClean="0">
                <a:solidFill>
                  <a:srgbClr val="000000"/>
                </a:solidFill>
              </a:rPr>
              <a:pPr>
                <a:spcBef>
                  <a:spcPct val="0"/>
                </a:spcBef>
              </a:pPr>
              <a:t>60</a:t>
            </a:fld>
            <a:endParaRPr lang="en-US" altLang="en-US">
              <a:solidFill>
                <a:srgbClr val="000000"/>
              </a:solidFill>
            </a:endParaRPr>
          </a:p>
        </p:txBody>
      </p:sp>
    </p:spTree>
    <p:extLst>
      <p:ext uri="{BB962C8B-B14F-4D97-AF65-F5344CB8AC3E}">
        <p14:creationId xmlns:p14="http://schemas.microsoft.com/office/powerpoint/2010/main" val="376231166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61D88734-450F-469E-95E5-A8C7E47DAE2A}" type="slidenum">
              <a:rPr lang="en-US" altLang="en-US" smtClean="0">
                <a:solidFill>
                  <a:srgbClr val="000000"/>
                </a:solidFill>
              </a:rPr>
              <a:pPr>
                <a:spcBef>
                  <a:spcPct val="0"/>
                </a:spcBef>
              </a:pPr>
              <a:t>61</a:t>
            </a:fld>
            <a:endParaRPr lang="en-US" altLang="en-US">
              <a:solidFill>
                <a:srgbClr val="000000"/>
              </a:solidFill>
            </a:endParaRPr>
          </a:p>
        </p:txBody>
      </p:sp>
    </p:spTree>
    <p:extLst>
      <p:ext uri="{BB962C8B-B14F-4D97-AF65-F5344CB8AC3E}">
        <p14:creationId xmlns:p14="http://schemas.microsoft.com/office/powerpoint/2010/main" val="64328796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CA48C90-AC41-4836-9FF1-1D6DCA5580B4}" type="slidenum">
              <a:rPr lang="en-US" altLang="en-US" smtClean="0">
                <a:solidFill>
                  <a:srgbClr val="000000"/>
                </a:solidFill>
              </a:rPr>
              <a:pPr>
                <a:spcBef>
                  <a:spcPct val="0"/>
                </a:spcBef>
              </a:pPr>
              <a:t>62</a:t>
            </a:fld>
            <a:endParaRPr lang="en-US" altLang="en-US">
              <a:solidFill>
                <a:srgbClr val="000000"/>
              </a:solidFill>
            </a:endParaRPr>
          </a:p>
        </p:txBody>
      </p:sp>
    </p:spTree>
    <p:extLst>
      <p:ext uri="{BB962C8B-B14F-4D97-AF65-F5344CB8AC3E}">
        <p14:creationId xmlns:p14="http://schemas.microsoft.com/office/powerpoint/2010/main" val="341980275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CE017FF5-C569-4D8D-A8B3-E682230CACE6}" type="slidenum">
              <a:rPr lang="en-US" altLang="en-US" smtClean="0">
                <a:solidFill>
                  <a:srgbClr val="000000"/>
                </a:solidFill>
              </a:rPr>
              <a:pPr>
                <a:spcBef>
                  <a:spcPct val="0"/>
                </a:spcBef>
              </a:pPr>
              <a:t>63</a:t>
            </a:fld>
            <a:endParaRPr lang="en-US" altLang="en-US">
              <a:solidFill>
                <a:srgbClr val="000000"/>
              </a:solidFill>
            </a:endParaRPr>
          </a:p>
        </p:txBody>
      </p:sp>
      <p:sp>
        <p:nvSpPr>
          <p:cNvPr id="138243" name="Rectangle 2"/>
          <p:cNvSpPr>
            <a:spLocks noGrp="1" noRot="1" noChangeAspect="1" noChangeArrowheads="1" noTextEdit="1"/>
          </p:cNvSpPr>
          <p:nvPr>
            <p:ph type="sldImg"/>
          </p:nvPr>
        </p:nvSpPr>
        <p:spPr>
          <a:xfrm>
            <a:off x="596900" y="592138"/>
            <a:ext cx="6134100" cy="3451225"/>
          </a:xfrm>
          <a:solidFill>
            <a:srgbClr val="FFFFFF"/>
          </a:solidFill>
          <a:ln/>
        </p:spPr>
      </p:sp>
      <p:sp>
        <p:nvSpPr>
          <p:cNvPr id="138244" name="Rectangle 3"/>
          <p:cNvSpPr>
            <a:spLocks noGrp="1" noChangeArrowheads="1"/>
          </p:cNvSpPr>
          <p:nvPr>
            <p:ph type="body" idx="1"/>
          </p:nvPr>
        </p:nvSpPr>
        <p:spPr>
          <a:xfrm>
            <a:off x="915988" y="4195763"/>
            <a:ext cx="5505450" cy="4524375"/>
          </a:xfrm>
          <a:solidFill>
            <a:srgbClr val="FFFFFF"/>
          </a:solidFill>
          <a:ln>
            <a:solidFill>
              <a:srgbClr val="000000"/>
            </a:solidFill>
          </a:ln>
        </p:spPr>
        <p:txBody>
          <a:bodyPr lIns="88002" tIns="44001" rIns="88002" bIns="44001"/>
          <a:lstStyle/>
          <a:p>
            <a:pPr marL="228600" indent="-228600" defTabSz="949325"/>
            <a:endParaRPr lang="en-US" altLang="en-US"/>
          </a:p>
        </p:txBody>
      </p:sp>
    </p:spTree>
    <p:extLst>
      <p:ext uri="{BB962C8B-B14F-4D97-AF65-F5344CB8AC3E}">
        <p14:creationId xmlns:p14="http://schemas.microsoft.com/office/powerpoint/2010/main" val="15288627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5E8AD69E-AC7D-45F6-BC2E-CA4A55A110E6}" type="slidenum">
              <a:rPr lang="en-US" altLang="en-US" smtClean="0">
                <a:solidFill>
                  <a:srgbClr val="000000"/>
                </a:solidFill>
              </a:rPr>
              <a:pPr>
                <a:spcBef>
                  <a:spcPct val="0"/>
                </a:spcBef>
              </a:pPr>
              <a:t>64</a:t>
            </a:fld>
            <a:endParaRPr lang="en-US" altLang="en-US">
              <a:solidFill>
                <a:srgbClr val="000000"/>
              </a:solidFill>
            </a:endParaRPr>
          </a:p>
        </p:txBody>
      </p:sp>
      <p:sp>
        <p:nvSpPr>
          <p:cNvPr id="140291" name="Rectangle 2"/>
          <p:cNvSpPr>
            <a:spLocks noGrp="1" noChangeArrowheads="1"/>
          </p:cNvSpPr>
          <p:nvPr>
            <p:ph type="body" idx="1"/>
          </p:nvPr>
        </p:nvSpPr>
        <p:spPr>
          <a:xfrm>
            <a:off x="639763" y="4021138"/>
            <a:ext cx="6076950" cy="49625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662" tIns="47625" rIns="93662" bIns="47625"/>
          <a:lstStyle/>
          <a:p>
            <a:endParaRPr lang="en-US" altLang="en-US"/>
          </a:p>
        </p:txBody>
      </p:sp>
      <p:sp>
        <p:nvSpPr>
          <p:cNvPr id="140292" name="Rectangle 3"/>
          <p:cNvSpPr>
            <a:spLocks noGrp="1" noRot="1" noChangeAspect="1" noChangeArrowheads="1" noTextEdit="1"/>
          </p:cNvSpPr>
          <p:nvPr>
            <p:ph type="sldImg"/>
          </p:nvPr>
        </p:nvSpPr>
        <p:spPr>
          <a:xfrm>
            <a:off x="519113" y="257175"/>
            <a:ext cx="6303962" cy="3546475"/>
          </a:xfrm>
          <a:ln cap="flat"/>
        </p:spPr>
      </p:sp>
    </p:spTree>
    <p:extLst>
      <p:ext uri="{BB962C8B-B14F-4D97-AF65-F5344CB8AC3E}">
        <p14:creationId xmlns:p14="http://schemas.microsoft.com/office/powerpoint/2010/main" val="350245588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4965B194-2CFE-44B4-8ECB-498A8FB54BD2}" type="slidenum">
              <a:rPr lang="en-US" altLang="en-US" smtClean="0">
                <a:solidFill>
                  <a:srgbClr val="000000"/>
                </a:solidFill>
              </a:rPr>
              <a:pPr>
                <a:spcBef>
                  <a:spcPct val="0"/>
                </a:spcBef>
              </a:pPr>
              <a:t>65</a:t>
            </a:fld>
            <a:endParaRPr lang="en-US" altLang="en-US">
              <a:solidFill>
                <a:srgbClr val="000000"/>
              </a:solidFill>
            </a:endParaRPr>
          </a:p>
        </p:txBody>
      </p:sp>
      <p:sp>
        <p:nvSpPr>
          <p:cNvPr id="142339" name="Rectangle 2"/>
          <p:cNvSpPr>
            <a:spLocks noGrp="1" noChangeArrowheads="1"/>
          </p:cNvSpPr>
          <p:nvPr>
            <p:ph type="body" idx="1"/>
          </p:nvPr>
        </p:nvSpPr>
        <p:spPr>
          <a:xfrm>
            <a:off x="639763" y="4021138"/>
            <a:ext cx="6076950" cy="4964112"/>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584" tIns="47585" rIns="93584" bIns="47585"/>
          <a:lstStyle/>
          <a:p>
            <a:endParaRPr lang="en-US" altLang="en-US"/>
          </a:p>
        </p:txBody>
      </p:sp>
      <p:sp>
        <p:nvSpPr>
          <p:cNvPr id="142340" name="Rectangle 3"/>
          <p:cNvSpPr>
            <a:spLocks noGrp="1" noRot="1" noChangeAspect="1" noChangeArrowheads="1" noTextEdit="1"/>
          </p:cNvSpPr>
          <p:nvPr>
            <p:ph type="sldImg"/>
          </p:nvPr>
        </p:nvSpPr>
        <p:spPr>
          <a:xfrm>
            <a:off x="519113" y="257175"/>
            <a:ext cx="6303962" cy="3546475"/>
          </a:xfrm>
          <a:ln cap="flat"/>
        </p:spPr>
      </p:sp>
    </p:spTree>
    <p:extLst>
      <p:ext uri="{BB962C8B-B14F-4D97-AF65-F5344CB8AC3E}">
        <p14:creationId xmlns:p14="http://schemas.microsoft.com/office/powerpoint/2010/main" val="94539945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74412808-FB46-42E8-B99A-3B5DA16851CF}" type="slidenum">
              <a:rPr lang="en-US" altLang="en-US" smtClean="0">
                <a:solidFill>
                  <a:srgbClr val="000000"/>
                </a:solidFill>
              </a:rPr>
              <a:pPr>
                <a:spcBef>
                  <a:spcPct val="0"/>
                </a:spcBef>
              </a:pPr>
              <a:t>66</a:t>
            </a:fld>
            <a:endParaRPr lang="en-US" altLang="en-US">
              <a:solidFill>
                <a:srgbClr val="000000"/>
              </a:solidFill>
            </a:endParaRPr>
          </a:p>
        </p:txBody>
      </p:sp>
      <p:sp>
        <p:nvSpPr>
          <p:cNvPr id="144387" name="Rectangle 2"/>
          <p:cNvSpPr>
            <a:spLocks noGrp="1" noRot="1" noChangeAspect="1" noChangeArrowheads="1" noTextEdit="1"/>
          </p:cNvSpPr>
          <p:nvPr>
            <p:ph type="sldImg"/>
          </p:nvPr>
        </p:nvSpPr>
        <p:spPr>
          <a:ln/>
        </p:spPr>
      </p:sp>
      <p:sp>
        <p:nvSpPr>
          <p:cNvPr id="144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15781046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3829C54-DFE0-4F8F-854F-E6F5A74E4F60}" type="slidenum">
              <a:rPr lang="en-US" altLang="en-US" smtClean="0">
                <a:solidFill>
                  <a:srgbClr val="000000"/>
                </a:solidFill>
              </a:rPr>
              <a:pPr>
                <a:spcBef>
                  <a:spcPct val="0"/>
                </a:spcBef>
              </a:pPr>
              <a:t>67</a:t>
            </a:fld>
            <a:endParaRPr lang="en-US" altLang="en-US">
              <a:solidFill>
                <a:srgbClr val="000000"/>
              </a:solidFill>
            </a:endParaRPr>
          </a:p>
        </p:txBody>
      </p:sp>
      <p:sp>
        <p:nvSpPr>
          <p:cNvPr id="146435" name="Rectangle 2"/>
          <p:cNvSpPr>
            <a:spLocks noGrp="1" noRot="1" noChangeAspect="1" noChangeArrowheads="1" noTextEdit="1"/>
          </p:cNvSpPr>
          <p:nvPr>
            <p:ph type="sldImg"/>
          </p:nvPr>
        </p:nvSpPr>
        <p:spPr>
          <a:ln/>
        </p:spPr>
      </p:sp>
      <p:sp>
        <p:nvSpPr>
          <p:cNvPr id="146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42980633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BEA2322-13C5-4A0C-B9B4-7031EFD7F8D2}" type="slidenum">
              <a:rPr lang="en-US" altLang="en-US" smtClean="0">
                <a:solidFill>
                  <a:srgbClr val="000000"/>
                </a:solidFill>
              </a:rPr>
              <a:pPr>
                <a:spcBef>
                  <a:spcPct val="0"/>
                </a:spcBef>
              </a:pPr>
              <a:t>68</a:t>
            </a:fld>
            <a:endParaRPr lang="en-US" altLang="en-US">
              <a:solidFill>
                <a:srgbClr val="000000"/>
              </a:solidFill>
            </a:endParaRPr>
          </a:p>
        </p:txBody>
      </p:sp>
      <p:sp>
        <p:nvSpPr>
          <p:cNvPr id="148483" name="Rectangle 2"/>
          <p:cNvSpPr>
            <a:spLocks noGrp="1" noRot="1" noChangeAspect="1" noChangeArrowheads="1" noTextEdit="1"/>
          </p:cNvSpPr>
          <p:nvPr>
            <p:ph type="sldImg"/>
          </p:nvPr>
        </p:nvSpPr>
        <p:spPr>
          <a:ln/>
        </p:spPr>
      </p:sp>
      <p:sp>
        <p:nvSpPr>
          <p:cNvPr id="148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53655281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4C318C3B-0C7E-42A2-B229-43501984BA15}" type="slidenum">
              <a:rPr lang="en-US" altLang="en-US" smtClean="0">
                <a:solidFill>
                  <a:srgbClr val="000000"/>
                </a:solidFill>
              </a:rPr>
              <a:pPr>
                <a:spcBef>
                  <a:spcPct val="0"/>
                </a:spcBef>
              </a:pPr>
              <a:t>69</a:t>
            </a:fld>
            <a:endParaRPr lang="en-US" altLang="en-US">
              <a:solidFill>
                <a:srgbClr val="000000"/>
              </a:solidFill>
            </a:endParaRPr>
          </a:p>
        </p:txBody>
      </p:sp>
      <p:sp>
        <p:nvSpPr>
          <p:cNvPr id="150531" name="Rectangle 2"/>
          <p:cNvSpPr>
            <a:spLocks noGrp="1" noRot="1" noChangeAspect="1" noChangeArrowheads="1" noTextEdit="1"/>
          </p:cNvSpPr>
          <p:nvPr>
            <p:ph type="sldImg"/>
          </p:nvPr>
        </p:nvSpPr>
        <p:spPr>
          <a:ln/>
        </p:spPr>
      </p:sp>
      <p:sp>
        <p:nvSpPr>
          <p:cNvPr id="1505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31833900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4292190B-4050-429C-8BEC-7CD90767CA51}" type="slidenum">
              <a:rPr lang="en-US" altLang="en-US" smtClean="0">
                <a:solidFill>
                  <a:srgbClr val="000000"/>
                </a:solidFill>
              </a:rPr>
              <a:pPr>
                <a:spcBef>
                  <a:spcPct val="0"/>
                </a:spcBef>
              </a:pPr>
              <a:t>72</a:t>
            </a:fld>
            <a:endParaRPr lang="en-US" altLang="en-US">
              <a:solidFill>
                <a:srgbClr val="000000"/>
              </a:solidFill>
            </a:endParaRPr>
          </a:p>
        </p:txBody>
      </p:sp>
      <p:sp>
        <p:nvSpPr>
          <p:cNvPr id="154627" name="Rectangle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4300" indent="-114300"/>
            <a:endParaRPr lang="en-US" altLang="en-US"/>
          </a:p>
        </p:txBody>
      </p:sp>
      <p:sp>
        <p:nvSpPr>
          <p:cNvPr id="154628"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369829508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553C3377-870E-4BAB-AEBC-CCE16DD5C3DA}" type="slidenum">
              <a:rPr lang="en-US" altLang="en-US" smtClean="0">
                <a:solidFill>
                  <a:srgbClr val="000000"/>
                </a:solidFill>
              </a:rPr>
              <a:pPr>
                <a:spcBef>
                  <a:spcPct val="0"/>
                </a:spcBef>
              </a:pPr>
              <a:t>73</a:t>
            </a:fld>
            <a:endParaRPr lang="en-US" altLang="en-US">
              <a:solidFill>
                <a:srgbClr val="000000"/>
              </a:solidFill>
            </a:endParaRPr>
          </a:p>
        </p:txBody>
      </p:sp>
      <p:sp>
        <p:nvSpPr>
          <p:cNvPr id="156675" name="Rectangle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4300" indent="-114300"/>
            <a:endParaRPr lang="en-US" altLang="en-US"/>
          </a:p>
        </p:txBody>
      </p:sp>
      <p:sp>
        <p:nvSpPr>
          <p:cNvPr id="156676"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380710051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C15CCA5B-6E91-4D09-949E-711FC788E8F2}" type="slidenum">
              <a:rPr lang="en-US" altLang="en-US" smtClean="0">
                <a:solidFill>
                  <a:srgbClr val="000000"/>
                </a:solidFill>
              </a:rPr>
              <a:pPr>
                <a:spcBef>
                  <a:spcPct val="0"/>
                </a:spcBef>
              </a:pPr>
              <a:t>74</a:t>
            </a:fld>
            <a:endParaRPr lang="en-US" altLang="en-US">
              <a:solidFill>
                <a:srgbClr val="000000"/>
              </a:solidFill>
            </a:endParaRPr>
          </a:p>
        </p:txBody>
      </p:sp>
      <p:sp>
        <p:nvSpPr>
          <p:cNvPr id="158723" name="Rectangle 2"/>
          <p:cNvSpPr>
            <a:spLocks noGrp="1" noChangeArrowheads="1"/>
          </p:cNvSpPr>
          <p:nvPr>
            <p:ph type="body" idx="1"/>
          </p:nvPr>
        </p:nvSpPr>
        <p:spPr>
          <a:xfrm>
            <a:off x="458788" y="5245100"/>
            <a:ext cx="6429375" cy="37925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992" tIns="45996" rIns="91992" bIns="45996"/>
          <a:lstStyle/>
          <a:p>
            <a:endParaRPr lang="en-US" altLang="en-US"/>
          </a:p>
        </p:txBody>
      </p:sp>
      <p:sp>
        <p:nvSpPr>
          <p:cNvPr id="158724" name="Rectangle 3"/>
          <p:cNvSpPr>
            <a:spLocks noGrp="1" noRot="1" noChangeAspect="1" noChangeArrowheads="1" noTextEdit="1"/>
          </p:cNvSpPr>
          <p:nvPr>
            <p:ph type="sldImg"/>
          </p:nvPr>
        </p:nvSpPr>
        <p:spPr>
          <a:xfrm>
            <a:off x="404813" y="709613"/>
            <a:ext cx="6426200" cy="3614737"/>
          </a:xfrm>
          <a:ln cap="flat"/>
        </p:spPr>
      </p:sp>
    </p:spTree>
    <p:extLst>
      <p:ext uri="{BB962C8B-B14F-4D97-AF65-F5344CB8AC3E}">
        <p14:creationId xmlns:p14="http://schemas.microsoft.com/office/powerpoint/2010/main" val="49785932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EB961D8C-BBB8-49DA-8FFE-EB2A6AEB9278}" type="slidenum">
              <a:rPr lang="en-US" altLang="en-US" smtClean="0">
                <a:solidFill>
                  <a:srgbClr val="000000"/>
                </a:solidFill>
              </a:rPr>
              <a:pPr>
                <a:spcBef>
                  <a:spcPct val="0"/>
                </a:spcBef>
              </a:pPr>
              <a:t>75</a:t>
            </a:fld>
            <a:endParaRPr lang="en-US" altLang="en-US">
              <a:solidFill>
                <a:srgbClr val="000000"/>
              </a:solidFill>
            </a:endParaRPr>
          </a:p>
        </p:txBody>
      </p:sp>
      <p:sp>
        <p:nvSpPr>
          <p:cNvPr id="160771" name="Rectangle 2"/>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114300" indent="-114300"/>
            <a:endParaRPr lang="en-US" altLang="en-US"/>
          </a:p>
        </p:txBody>
      </p:sp>
      <p:sp>
        <p:nvSpPr>
          <p:cNvPr id="160772" name="Rectangle 3"/>
          <p:cNvSpPr>
            <a:spLocks noGrp="1" noRot="1" noChangeAspect="1" noChangeArrowheads="1" noTextEdit="1"/>
          </p:cNvSpPr>
          <p:nvPr>
            <p:ph type="sldImg"/>
          </p:nvPr>
        </p:nvSpPr>
        <p:spPr>
          <a:ln cap="flat"/>
        </p:spPr>
      </p:sp>
    </p:spTree>
    <p:extLst>
      <p:ext uri="{BB962C8B-B14F-4D97-AF65-F5344CB8AC3E}">
        <p14:creationId xmlns:p14="http://schemas.microsoft.com/office/powerpoint/2010/main" val="289970416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C3896545-94A4-4CBE-956B-F3C9954C3800}" type="slidenum">
              <a:rPr lang="en-US" altLang="en-US" smtClean="0">
                <a:solidFill>
                  <a:srgbClr val="000000"/>
                </a:solidFill>
              </a:rPr>
              <a:pPr>
                <a:spcBef>
                  <a:spcPct val="0"/>
                </a:spcBef>
              </a:pPr>
              <a:t>76</a:t>
            </a:fld>
            <a:endParaRPr lang="en-US" altLang="en-US">
              <a:solidFill>
                <a:srgbClr val="000000"/>
              </a:solidFill>
            </a:endParaRPr>
          </a:p>
        </p:txBody>
      </p:sp>
      <p:sp>
        <p:nvSpPr>
          <p:cNvPr id="162819" name="Rectangle 2"/>
          <p:cNvSpPr>
            <a:spLocks noGrp="1" noRot="1" noChangeAspect="1" noChangeArrowheads="1" noTextEdit="1"/>
          </p:cNvSpPr>
          <p:nvPr>
            <p:ph type="sldImg"/>
          </p:nvPr>
        </p:nvSpPr>
        <p:spPr>
          <a:xfrm>
            <a:off x="596900" y="592138"/>
            <a:ext cx="6134100" cy="3451225"/>
          </a:xfrm>
          <a:solidFill>
            <a:srgbClr val="FFFFFF"/>
          </a:solidFill>
          <a:ln/>
        </p:spPr>
      </p:sp>
      <p:sp>
        <p:nvSpPr>
          <p:cNvPr id="162820" name="Rectangle 3"/>
          <p:cNvSpPr>
            <a:spLocks noGrp="1" noChangeArrowheads="1"/>
          </p:cNvSpPr>
          <p:nvPr>
            <p:ph type="body" idx="1"/>
          </p:nvPr>
        </p:nvSpPr>
        <p:spPr>
          <a:xfrm>
            <a:off x="915988" y="4195763"/>
            <a:ext cx="5505450" cy="4524375"/>
          </a:xfrm>
          <a:solidFill>
            <a:srgbClr val="FFFFFF"/>
          </a:solidFill>
          <a:ln>
            <a:solidFill>
              <a:srgbClr val="000000"/>
            </a:solidFill>
          </a:ln>
        </p:spPr>
        <p:txBody>
          <a:bodyPr lIns="87994" tIns="43997" rIns="87994" bIns="43997"/>
          <a:lstStyle/>
          <a:p>
            <a:endParaRPr lang="en-US" altLang="en-US"/>
          </a:p>
        </p:txBody>
      </p:sp>
    </p:spTree>
    <p:extLst>
      <p:ext uri="{BB962C8B-B14F-4D97-AF65-F5344CB8AC3E}">
        <p14:creationId xmlns:p14="http://schemas.microsoft.com/office/powerpoint/2010/main" val="197361613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61CB8DC-DDCB-41A2-828C-91FAFC7D69C7}" type="slidenum">
              <a:rPr lang="en-US" altLang="en-US" smtClean="0">
                <a:solidFill>
                  <a:srgbClr val="000000"/>
                </a:solidFill>
              </a:rPr>
              <a:pPr>
                <a:spcBef>
                  <a:spcPct val="0"/>
                </a:spcBef>
              </a:pPr>
              <a:t>78</a:t>
            </a:fld>
            <a:endParaRPr lang="en-US" altLang="en-US">
              <a:solidFill>
                <a:srgbClr val="000000"/>
              </a:solidFill>
            </a:endParaRPr>
          </a:p>
        </p:txBody>
      </p:sp>
      <p:sp>
        <p:nvSpPr>
          <p:cNvPr id="165891" name="Rectangle 2"/>
          <p:cNvSpPr>
            <a:spLocks noGrp="1" noRot="1" noChangeAspect="1" noChangeArrowheads="1" noTextEdit="1"/>
          </p:cNvSpPr>
          <p:nvPr>
            <p:ph type="sldImg"/>
          </p:nvPr>
        </p:nvSpPr>
        <p:spPr>
          <a:ln/>
        </p:spPr>
      </p:sp>
      <p:sp>
        <p:nvSpPr>
          <p:cNvPr id="1658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207981237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0B7F9A06-53F7-4E26-A074-62409EFC9165}" type="slidenum">
              <a:rPr lang="en-US" altLang="en-US" smtClean="0">
                <a:solidFill>
                  <a:srgbClr val="000000"/>
                </a:solidFill>
              </a:rPr>
              <a:pPr>
                <a:spcBef>
                  <a:spcPct val="0"/>
                </a:spcBef>
              </a:pPr>
              <a:t>79</a:t>
            </a:fld>
            <a:endParaRPr lang="en-US" altLang="en-US">
              <a:solidFill>
                <a:srgbClr val="000000"/>
              </a:solidFill>
            </a:endParaRPr>
          </a:p>
        </p:txBody>
      </p:sp>
      <p:sp>
        <p:nvSpPr>
          <p:cNvPr id="167939" name="Rectangle 2"/>
          <p:cNvSpPr>
            <a:spLocks noGrp="1" noRot="1" noChangeAspect="1" noChangeArrowheads="1" noTextEdit="1"/>
          </p:cNvSpPr>
          <p:nvPr>
            <p:ph type="sldImg"/>
          </p:nvPr>
        </p:nvSpPr>
        <p:spPr>
          <a:ln/>
        </p:spPr>
      </p:sp>
      <p:sp>
        <p:nvSpPr>
          <p:cNvPr id="1679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118819453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F4CA3EEF-F14C-4DD6-B398-4AC712280FD5}" type="slidenum">
              <a:rPr lang="en-US" altLang="en-US" smtClean="0">
                <a:solidFill>
                  <a:srgbClr val="000000"/>
                </a:solidFill>
              </a:rPr>
              <a:pPr>
                <a:spcBef>
                  <a:spcPct val="0"/>
                </a:spcBef>
              </a:pPr>
              <a:t>80</a:t>
            </a:fld>
            <a:endParaRPr lang="en-US" altLang="en-US">
              <a:solidFill>
                <a:srgbClr val="000000"/>
              </a:solidFill>
            </a:endParaRPr>
          </a:p>
        </p:txBody>
      </p:sp>
      <p:sp>
        <p:nvSpPr>
          <p:cNvPr id="169987" name="Rectangle 2"/>
          <p:cNvSpPr>
            <a:spLocks noGrp="1" noRot="1" noChangeAspect="1" noChangeArrowheads="1" noTextEdit="1"/>
          </p:cNvSpPr>
          <p:nvPr>
            <p:ph type="sldImg"/>
          </p:nvPr>
        </p:nvSpPr>
        <p:spPr>
          <a:ln/>
        </p:spPr>
      </p:sp>
      <p:sp>
        <p:nvSpPr>
          <p:cNvPr id="1699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Tree>
    <p:extLst>
      <p:ext uri="{BB962C8B-B14F-4D97-AF65-F5344CB8AC3E}">
        <p14:creationId xmlns:p14="http://schemas.microsoft.com/office/powerpoint/2010/main" val="85329943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Rot="1" noChangeAspect="1" noChangeArrowheads="1" noTextEdit="1"/>
          </p:cNvSpPr>
          <p:nvPr>
            <p:ph type="sldImg"/>
          </p:nvPr>
        </p:nvSpPr>
        <p:spPr>
          <a:solidFill>
            <a:srgbClr val="FFFFFF"/>
          </a:solidFill>
          <a:ln/>
        </p:spPr>
      </p:sp>
      <p:sp>
        <p:nvSpPr>
          <p:cNvPr id="188419" name="Rectangle 3"/>
          <p:cNvSpPr>
            <a:spLocks noGrp="1" noChangeArrowheads="1"/>
          </p:cNvSpPr>
          <p:nvPr>
            <p:ph type="body" idx="1"/>
          </p:nvPr>
        </p:nvSpPr>
        <p:spPr>
          <a:xfrm>
            <a:off x="917575" y="4197350"/>
            <a:ext cx="5503863" cy="4522788"/>
          </a:xfrm>
          <a:solidFill>
            <a:srgbClr val="FFFFFF"/>
          </a:solidFill>
          <a:ln>
            <a:solidFill>
              <a:srgbClr val="000000"/>
            </a:solidFill>
          </a:ln>
        </p:spPr>
        <p:txBody>
          <a:bodyPr lIns="88090" tIns="44045" rIns="88090" bIns="44045"/>
          <a:lstStyle/>
          <a:p>
            <a:pPr marL="228600" indent="-228600"/>
            <a:endParaRPr lang="en-US" altLang="en-US"/>
          </a:p>
        </p:txBody>
      </p:sp>
    </p:spTree>
    <p:extLst>
      <p:ext uri="{BB962C8B-B14F-4D97-AF65-F5344CB8AC3E}">
        <p14:creationId xmlns:p14="http://schemas.microsoft.com/office/powerpoint/2010/main" val="146197048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Rot="1" noChangeAspect="1" noChangeArrowheads="1" noTextEdit="1"/>
          </p:cNvSpPr>
          <p:nvPr>
            <p:ph type="sldImg"/>
          </p:nvPr>
        </p:nvSpPr>
        <p:spPr>
          <a:ln/>
        </p:spPr>
      </p:sp>
      <p:sp>
        <p:nvSpPr>
          <p:cNvPr id="19046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8102" tIns="44051" rIns="88102" bIns="44051"/>
          <a:lstStyle/>
          <a:p>
            <a:pPr marL="228600" indent="-228600"/>
            <a:r>
              <a:rPr lang="en-US" altLang="en-US">
                <a:cs typeface="Times New Roman" panose="02020603050405020304" pitchFamily="18" charset="0"/>
              </a:rPr>
              <a:t> </a:t>
            </a:r>
          </a:p>
        </p:txBody>
      </p:sp>
    </p:spTree>
    <p:extLst>
      <p:ext uri="{BB962C8B-B14F-4D97-AF65-F5344CB8AC3E}">
        <p14:creationId xmlns:p14="http://schemas.microsoft.com/office/powerpoint/2010/main" val="374047976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ChangeArrowheads="1"/>
          </p:cNvSpPr>
          <p:nvPr>
            <p:ph type="body" idx="1"/>
          </p:nvPr>
        </p:nvSpPr>
        <p:spPr>
          <a:xfrm>
            <a:off x="638175" y="4022725"/>
            <a:ext cx="6078538" cy="4964113"/>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684" tIns="47635" rIns="93684" bIns="47635"/>
          <a:lstStyle/>
          <a:p>
            <a:endParaRPr lang="en-US" altLang="en-US"/>
          </a:p>
        </p:txBody>
      </p:sp>
      <p:sp>
        <p:nvSpPr>
          <p:cNvPr id="192515" name="Rectangle 3"/>
          <p:cNvSpPr>
            <a:spLocks noGrp="1" noRot="1" noChangeAspect="1" noChangeArrowheads="1" noTextEdit="1"/>
          </p:cNvSpPr>
          <p:nvPr>
            <p:ph type="sldImg"/>
          </p:nvPr>
        </p:nvSpPr>
        <p:spPr>
          <a:xfrm>
            <a:off x="519113" y="257175"/>
            <a:ext cx="6303962" cy="3546475"/>
          </a:xfrm>
          <a:ln w="12700" cap="flat"/>
        </p:spPr>
      </p:sp>
    </p:spTree>
    <p:extLst>
      <p:ext uri="{BB962C8B-B14F-4D97-AF65-F5344CB8AC3E}">
        <p14:creationId xmlns:p14="http://schemas.microsoft.com/office/powerpoint/2010/main" val="231599561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56D89E1F-6A11-4568-9C54-65B25D782184}" type="slidenum">
              <a:rPr lang="en-US" altLang="en-US" smtClean="0">
                <a:solidFill>
                  <a:srgbClr val="000000"/>
                </a:solidFill>
              </a:rPr>
              <a:pPr>
                <a:spcBef>
                  <a:spcPct val="0"/>
                </a:spcBef>
              </a:pPr>
              <a:t>97</a:t>
            </a:fld>
            <a:endParaRPr lang="en-US" altLang="en-US">
              <a:solidFill>
                <a:srgbClr val="000000"/>
              </a:solidFill>
            </a:endParaRPr>
          </a:p>
        </p:txBody>
      </p:sp>
      <p:sp>
        <p:nvSpPr>
          <p:cNvPr id="196611" name="Rectangle 2"/>
          <p:cNvSpPr>
            <a:spLocks noChangeArrowheads="1"/>
          </p:cNvSpPr>
          <p:nvPr/>
        </p:nvSpPr>
        <p:spPr bwMode="auto">
          <a:xfrm>
            <a:off x="4141788" y="-1588"/>
            <a:ext cx="3176587" cy="482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6661" tIns="48331" rIns="96661" bIns="48331" anchor="ct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Char char="v"/>
            </a:pPr>
            <a:endParaRPr lang="en-US" altLang="en-US" sz="1800">
              <a:solidFill>
                <a:srgbClr val="000000"/>
              </a:solidFill>
            </a:endParaRPr>
          </a:p>
        </p:txBody>
      </p:sp>
      <p:sp>
        <p:nvSpPr>
          <p:cNvPr id="196612" name="Rectangle 3"/>
          <p:cNvSpPr>
            <a:spLocks noChangeArrowheads="1"/>
          </p:cNvSpPr>
          <p:nvPr/>
        </p:nvSpPr>
        <p:spPr bwMode="auto">
          <a:xfrm>
            <a:off x="-3175" y="-1588"/>
            <a:ext cx="3171825" cy="482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6661" tIns="48331" rIns="96661" bIns="48331" anchor="ct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Char char="v"/>
            </a:pPr>
            <a:endParaRPr lang="en-US" altLang="en-US" sz="1800">
              <a:solidFill>
                <a:srgbClr val="000000"/>
              </a:solidFill>
            </a:endParaRPr>
          </a:p>
        </p:txBody>
      </p:sp>
      <p:sp>
        <p:nvSpPr>
          <p:cNvPr id="196613" name="Rectangle 4"/>
          <p:cNvSpPr>
            <a:spLocks noGrp="1" noRot="1" noChangeAspect="1" noChangeArrowheads="1" noTextEdit="1"/>
          </p:cNvSpPr>
          <p:nvPr>
            <p:ph type="sldImg"/>
          </p:nvPr>
        </p:nvSpPr>
        <p:spPr>
          <a:xfrm>
            <a:off x="595313" y="590550"/>
            <a:ext cx="6135687" cy="3452813"/>
          </a:xfrm>
          <a:ln/>
        </p:spPr>
      </p:sp>
      <p:sp>
        <p:nvSpPr>
          <p:cNvPr id="196614" name="Rectangle 5"/>
          <p:cNvSpPr>
            <a:spLocks noGrp="1" noChangeArrowheads="1"/>
          </p:cNvSpPr>
          <p:nvPr>
            <p:ph type="body" idx="1"/>
          </p:nvPr>
        </p:nvSpPr>
        <p:spPr>
          <a:xfrm>
            <a:off x="915988" y="4197350"/>
            <a:ext cx="5505450" cy="45243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33" tIns="46566" rIns="93133" bIns="46566"/>
          <a:lstStyle/>
          <a:p>
            <a:pPr eaLnBrk="1" hangingPunct="1"/>
            <a:endParaRPr lang="en-US" altLang="en-US">
              <a:cs typeface="Times New Roman" panose="02020603050405020304" pitchFamily="18" charset="0"/>
            </a:endParaRPr>
          </a:p>
        </p:txBody>
      </p:sp>
    </p:spTree>
    <p:extLst>
      <p:ext uri="{BB962C8B-B14F-4D97-AF65-F5344CB8AC3E}">
        <p14:creationId xmlns:p14="http://schemas.microsoft.com/office/powerpoint/2010/main" val="357720078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FF680AA5-1788-4E37-B52A-601DBC9991E5}" type="slidenum">
              <a:rPr lang="en-US" altLang="en-US" smtClean="0">
                <a:solidFill>
                  <a:srgbClr val="000000"/>
                </a:solidFill>
              </a:rPr>
              <a:pPr>
                <a:spcBef>
                  <a:spcPct val="0"/>
                </a:spcBef>
              </a:pPr>
              <a:t>98</a:t>
            </a:fld>
            <a:endParaRPr lang="en-US" altLang="en-US">
              <a:solidFill>
                <a:srgbClr val="000000"/>
              </a:solidFill>
            </a:endParaRPr>
          </a:p>
        </p:txBody>
      </p:sp>
      <p:sp>
        <p:nvSpPr>
          <p:cNvPr id="202755" name="Rectangle 2"/>
          <p:cNvSpPr>
            <a:spLocks noChangeArrowheads="1"/>
          </p:cNvSpPr>
          <p:nvPr/>
        </p:nvSpPr>
        <p:spPr bwMode="auto">
          <a:xfrm>
            <a:off x="4141788" y="-1588"/>
            <a:ext cx="3176587" cy="482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6661" tIns="48331" rIns="96661" bIns="48331" anchor="ct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Char char="v"/>
            </a:pPr>
            <a:endParaRPr lang="en-US" altLang="en-US" sz="1800">
              <a:solidFill>
                <a:srgbClr val="000000"/>
              </a:solidFill>
            </a:endParaRPr>
          </a:p>
        </p:txBody>
      </p:sp>
      <p:sp>
        <p:nvSpPr>
          <p:cNvPr id="202756" name="Rectangle 3"/>
          <p:cNvSpPr>
            <a:spLocks noChangeArrowheads="1"/>
          </p:cNvSpPr>
          <p:nvPr/>
        </p:nvSpPr>
        <p:spPr bwMode="auto">
          <a:xfrm>
            <a:off x="-3175" y="-1588"/>
            <a:ext cx="3171825" cy="482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6661" tIns="48331" rIns="96661" bIns="48331" anchor="ct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Char char="v"/>
            </a:pPr>
            <a:endParaRPr lang="en-US" altLang="en-US" sz="1800">
              <a:solidFill>
                <a:srgbClr val="000000"/>
              </a:solidFill>
            </a:endParaRPr>
          </a:p>
        </p:txBody>
      </p:sp>
      <p:sp>
        <p:nvSpPr>
          <p:cNvPr id="202757" name="Rectangle 4"/>
          <p:cNvSpPr>
            <a:spLocks noGrp="1" noRot="1" noChangeAspect="1" noChangeArrowheads="1" noTextEdit="1"/>
          </p:cNvSpPr>
          <p:nvPr>
            <p:ph type="sldImg"/>
          </p:nvPr>
        </p:nvSpPr>
        <p:spPr>
          <a:xfrm>
            <a:off x="595313" y="590550"/>
            <a:ext cx="6135687" cy="3452813"/>
          </a:xfrm>
          <a:ln/>
        </p:spPr>
      </p:sp>
      <p:sp>
        <p:nvSpPr>
          <p:cNvPr id="202758" name="Rectangle 5"/>
          <p:cNvSpPr>
            <a:spLocks noGrp="1" noChangeArrowheads="1"/>
          </p:cNvSpPr>
          <p:nvPr>
            <p:ph type="body" idx="1"/>
          </p:nvPr>
        </p:nvSpPr>
        <p:spPr>
          <a:xfrm>
            <a:off x="915988" y="4197350"/>
            <a:ext cx="5505450" cy="45243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33" tIns="46566" rIns="93133" bIns="46566"/>
          <a:lstStyle/>
          <a:p>
            <a:pPr lvl="4" eaLnBrk="1" hangingPunct="1"/>
            <a:endParaRPr lang="en-US" altLang="en-US" b="1">
              <a:cs typeface="Times New Roman" panose="02020603050405020304" pitchFamily="18" charset="0"/>
            </a:endParaRPr>
          </a:p>
        </p:txBody>
      </p:sp>
    </p:spTree>
    <p:extLst>
      <p:ext uri="{BB962C8B-B14F-4D97-AF65-F5344CB8AC3E}">
        <p14:creationId xmlns:p14="http://schemas.microsoft.com/office/powerpoint/2010/main" val="219744937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spcBef>
                <a:spcPct val="30000"/>
              </a:spcBef>
              <a:defRPr sz="1200">
                <a:solidFill>
                  <a:schemeClr val="tx1"/>
                </a:solidFill>
                <a:latin typeface="Arial" panose="020B0604020202020204" pitchFamily="34" charset="0"/>
                <a:cs typeface="Arial" panose="020B0604020202020204" pitchFamily="34" charset="0"/>
              </a:defRPr>
            </a:lvl1pPr>
            <a:lvl2pPr marL="742950" indent="-285750" defTabSz="966788">
              <a:spcBef>
                <a:spcPct val="30000"/>
              </a:spcBef>
              <a:defRPr sz="1200">
                <a:solidFill>
                  <a:schemeClr val="tx1"/>
                </a:solidFill>
                <a:latin typeface="Arial" panose="020B0604020202020204" pitchFamily="34" charset="0"/>
                <a:cs typeface="Arial" panose="020B0604020202020204" pitchFamily="34" charset="0"/>
              </a:defRPr>
            </a:lvl2pPr>
            <a:lvl3pPr marL="1143000" indent="-228600" defTabSz="966788">
              <a:spcBef>
                <a:spcPct val="30000"/>
              </a:spcBef>
              <a:defRPr sz="1200">
                <a:solidFill>
                  <a:schemeClr val="tx1"/>
                </a:solidFill>
                <a:latin typeface="Arial" panose="020B0604020202020204" pitchFamily="34" charset="0"/>
                <a:cs typeface="Arial" panose="020B0604020202020204" pitchFamily="34" charset="0"/>
              </a:defRPr>
            </a:lvl3pPr>
            <a:lvl4pPr marL="1600200" indent="-228600" defTabSz="966788">
              <a:spcBef>
                <a:spcPct val="30000"/>
              </a:spcBef>
              <a:defRPr sz="1200">
                <a:solidFill>
                  <a:schemeClr val="tx1"/>
                </a:solidFill>
                <a:latin typeface="Arial" panose="020B0604020202020204" pitchFamily="34" charset="0"/>
                <a:cs typeface="Arial" panose="020B0604020202020204" pitchFamily="34" charset="0"/>
              </a:defRPr>
            </a:lvl4pPr>
            <a:lvl5pPr marL="2057400" indent="-228600" defTabSz="966788">
              <a:spcBef>
                <a:spcPct val="30000"/>
              </a:spcBef>
              <a:defRPr sz="1200">
                <a:solidFill>
                  <a:schemeClr val="tx1"/>
                </a:solidFill>
                <a:latin typeface="Arial" panose="020B0604020202020204" pitchFamily="34" charset="0"/>
                <a:cs typeface="Arial" panose="020B0604020202020204" pitchFamily="34" charset="0"/>
              </a:defRPr>
            </a:lvl5pPr>
            <a:lvl6pPr marL="25146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defTabSz="966788"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0438F759-4C3D-4185-9E8B-DF46B813EF07}" type="slidenum">
              <a:rPr lang="en-US" altLang="en-US" smtClean="0">
                <a:solidFill>
                  <a:srgbClr val="000000"/>
                </a:solidFill>
              </a:rPr>
              <a:pPr>
                <a:spcBef>
                  <a:spcPct val="0"/>
                </a:spcBef>
              </a:pPr>
              <a:t>99</a:t>
            </a:fld>
            <a:endParaRPr lang="en-US" altLang="en-US">
              <a:solidFill>
                <a:srgbClr val="000000"/>
              </a:solidFill>
            </a:endParaRPr>
          </a:p>
        </p:txBody>
      </p:sp>
      <p:sp>
        <p:nvSpPr>
          <p:cNvPr id="208899" name="Rectangle 2"/>
          <p:cNvSpPr>
            <a:spLocks noChangeArrowheads="1"/>
          </p:cNvSpPr>
          <p:nvPr/>
        </p:nvSpPr>
        <p:spPr bwMode="auto">
          <a:xfrm>
            <a:off x="4141788" y="-1588"/>
            <a:ext cx="3176587" cy="482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6661" tIns="48331" rIns="96661" bIns="48331" anchor="ct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Char char="v"/>
            </a:pPr>
            <a:endParaRPr lang="en-US" altLang="en-US" sz="1800">
              <a:solidFill>
                <a:srgbClr val="000000"/>
              </a:solidFill>
            </a:endParaRPr>
          </a:p>
        </p:txBody>
      </p:sp>
      <p:sp>
        <p:nvSpPr>
          <p:cNvPr id="208900" name="Rectangle 3"/>
          <p:cNvSpPr>
            <a:spLocks noChangeArrowheads="1"/>
          </p:cNvSpPr>
          <p:nvPr/>
        </p:nvSpPr>
        <p:spPr bwMode="auto">
          <a:xfrm>
            <a:off x="-3175" y="-1588"/>
            <a:ext cx="3171825" cy="482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6661" tIns="48331" rIns="96661" bIns="48331" anchor="ct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Char char="v"/>
            </a:pPr>
            <a:endParaRPr lang="en-US" altLang="en-US" sz="1800">
              <a:solidFill>
                <a:srgbClr val="000000"/>
              </a:solidFill>
            </a:endParaRPr>
          </a:p>
        </p:txBody>
      </p:sp>
      <p:sp>
        <p:nvSpPr>
          <p:cNvPr id="208901" name="Rectangle 4"/>
          <p:cNvSpPr>
            <a:spLocks noGrp="1" noRot="1" noChangeAspect="1" noChangeArrowheads="1" noTextEdit="1"/>
          </p:cNvSpPr>
          <p:nvPr>
            <p:ph type="sldImg"/>
          </p:nvPr>
        </p:nvSpPr>
        <p:spPr>
          <a:xfrm>
            <a:off x="595313" y="590550"/>
            <a:ext cx="6135687" cy="3452813"/>
          </a:xfrm>
          <a:ln/>
        </p:spPr>
      </p:sp>
      <p:sp>
        <p:nvSpPr>
          <p:cNvPr id="208902" name="Rectangle 5"/>
          <p:cNvSpPr>
            <a:spLocks noGrp="1" noChangeArrowheads="1"/>
          </p:cNvSpPr>
          <p:nvPr>
            <p:ph type="body" idx="1"/>
          </p:nvPr>
        </p:nvSpPr>
        <p:spPr>
          <a:xfrm>
            <a:off x="915988" y="4197350"/>
            <a:ext cx="5505450" cy="45243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33" tIns="46566" rIns="93133" bIns="46566"/>
          <a:lstStyle/>
          <a:p>
            <a:pPr eaLnBrk="1" hangingPunct="1"/>
            <a:endParaRPr lang="en-US" altLang="en-US">
              <a:cs typeface="Times New Roman" panose="02020603050405020304" pitchFamily="18" charset="0"/>
            </a:endParaRPr>
          </a:p>
        </p:txBody>
      </p:sp>
    </p:spTree>
    <p:extLst>
      <p:ext uri="{BB962C8B-B14F-4D97-AF65-F5344CB8AC3E}">
        <p14:creationId xmlns:p14="http://schemas.microsoft.com/office/powerpoint/2010/main" val="145576792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9.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0.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7.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8.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9.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0.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8.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9.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0.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4.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5.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6.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9.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0.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4.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86.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87.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88.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8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0.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9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9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9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9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9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9144000" h="5143500">
                <a:moveTo>
                  <a:pt x="9144000" y="0"/>
                </a:moveTo>
                <a:lnTo>
                  <a:pt x="0" y="0"/>
                </a:lnTo>
                <a:lnTo>
                  <a:pt x="0" y="5143500"/>
                </a:lnTo>
                <a:lnTo>
                  <a:pt x="9144000" y="5143500"/>
                </a:lnTo>
                <a:lnTo>
                  <a:pt x="9144000" y="0"/>
                </a:lnTo>
                <a:close/>
              </a:path>
            </a:pathLst>
          </a:custGeom>
          <a:solidFill>
            <a:srgbClr val="005073"/>
          </a:solidFill>
        </p:spPr>
        <p:txBody>
          <a:bodyPr wrap="square" lIns="0" tIns="0" rIns="0" bIns="0" rtlCol="0"/>
          <a:lstStyle/>
          <a:p>
            <a:endParaRPr sz="2400">
              <a:solidFill>
                <a:prstClr val="black"/>
              </a:solidFill>
            </a:endParaRPr>
          </a:p>
        </p:txBody>
      </p:sp>
      <p:pic>
        <p:nvPicPr>
          <p:cNvPr id="17" name="bg object 17"/>
          <p:cNvPicPr/>
          <p:nvPr/>
        </p:nvPicPr>
        <p:blipFill>
          <a:blip r:embed="rId2" cstate="print"/>
          <a:stretch>
            <a:fillRect/>
          </a:stretch>
        </p:blipFill>
        <p:spPr>
          <a:xfrm>
            <a:off x="7939023" y="1"/>
            <a:ext cx="4252973" cy="6857999"/>
          </a:xfrm>
          <a:prstGeom prst="rect">
            <a:avLst/>
          </a:prstGeom>
        </p:spPr>
      </p:pic>
      <p:sp>
        <p:nvSpPr>
          <p:cNvPr id="2" name="Holder 2"/>
          <p:cNvSpPr>
            <a:spLocks noGrp="1"/>
          </p:cNvSpPr>
          <p:nvPr>
            <p:ph type="ctrTitle"/>
          </p:nvPr>
        </p:nvSpPr>
        <p:spPr>
          <a:xfrm>
            <a:off x="293964" y="2166722"/>
            <a:ext cx="11604073" cy="369332"/>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828800" y="3840481"/>
            <a:ext cx="8534400" cy="292388"/>
          </a:xfrm>
          <a:prstGeom prst="rect">
            <a:avLst/>
          </a:prstGeom>
        </p:spPr>
        <p:txBody>
          <a:bodyPr wrap="square" lIns="0" tIns="0" rIns="0" bIns="0">
            <a:spAutoFit/>
          </a:bodyPr>
          <a:lstStyle>
            <a:lvl1pPr>
              <a:defRPr/>
            </a:lvl1pPr>
          </a:lstStyle>
          <a:p>
            <a:endParaRPr/>
          </a:p>
        </p:txBody>
      </p:sp>
    </p:spTree>
    <p:extLst>
      <p:ext uri="{BB962C8B-B14F-4D97-AF65-F5344CB8AC3E}">
        <p14:creationId xmlns:p14="http://schemas.microsoft.com/office/powerpoint/2010/main" val="37722109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80474" y="77723"/>
            <a:ext cx="10802620" cy="492443"/>
          </a:xfrm>
        </p:spPr>
        <p:txBody>
          <a:bodyPr lIns="0" tIns="0" rIns="0" bIns="0"/>
          <a:lstStyle>
            <a:lvl1pPr>
              <a:defRPr sz="3200" b="0" i="0">
                <a:solidFill>
                  <a:srgbClr val="005073"/>
                </a:solidFill>
                <a:latin typeface="Arial"/>
                <a:cs typeface="Arial"/>
              </a:defRPr>
            </a:lvl1pPr>
          </a:lstStyle>
          <a:p>
            <a:endParaRPr/>
          </a:p>
        </p:txBody>
      </p:sp>
      <p:sp>
        <p:nvSpPr>
          <p:cNvPr id="3" name="Holder 3"/>
          <p:cNvSpPr>
            <a:spLocks noGrp="1"/>
          </p:cNvSpPr>
          <p:nvPr>
            <p:ph type="body" idx="1"/>
          </p:nvPr>
        </p:nvSpPr>
        <p:spPr>
          <a:xfrm>
            <a:off x="487003" y="1182501"/>
            <a:ext cx="5576147" cy="389787"/>
          </a:xfrm>
        </p:spPr>
        <p:txBody>
          <a:bodyPr lIns="0" tIns="0" rIns="0" bIns="0"/>
          <a:lstStyle>
            <a:lvl1pPr>
              <a:defRPr sz="2533" b="0" i="0">
                <a:solidFill>
                  <a:schemeClr val="bg1"/>
                </a:solidFill>
                <a:latin typeface="Arial"/>
                <a:cs typeface="Aria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7/24/2022</a:t>
            </a:fld>
            <a:endParaRPr lang="en-US">
              <a:solidFill>
                <a:prstClr val="black">
                  <a:tint val="75000"/>
                </a:prstClr>
              </a:solidFill>
            </a:endParaRPr>
          </a:p>
        </p:txBody>
      </p:sp>
    </p:spTree>
    <p:extLst>
      <p:ext uri="{BB962C8B-B14F-4D97-AF65-F5344CB8AC3E}">
        <p14:creationId xmlns:p14="http://schemas.microsoft.com/office/powerpoint/2010/main" val="18703878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580474" y="77723"/>
            <a:ext cx="10802620" cy="492443"/>
          </a:xfrm>
        </p:spPr>
        <p:txBody>
          <a:bodyPr lIns="0" tIns="0" rIns="0" bIns="0"/>
          <a:lstStyle>
            <a:lvl1pPr>
              <a:defRPr sz="3200" b="0" i="0">
                <a:solidFill>
                  <a:srgbClr val="005073"/>
                </a:solidFill>
                <a:latin typeface="Arial"/>
                <a:cs typeface="Arial"/>
              </a:defRPr>
            </a:lvl1pPr>
          </a:lstStyle>
          <a:p>
            <a:endParaRPr/>
          </a:p>
        </p:txBody>
      </p:sp>
      <p:sp>
        <p:nvSpPr>
          <p:cNvPr id="3" name="Holder 3"/>
          <p:cNvSpPr>
            <a:spLocks noGrp="1"/>
          </p:cNvSpPr>
          <p:nvPr>
            <p:ph sz="half" idx="2"/>
          </p:nvPr>
        </p:nvSpPr>
        <p:spPr>
          <a:xfrm>
            <a:off x="609600" y="1577340"/>
            <a:ext cx="5303520" cy="292388"/>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292388"/>
          </a:xfrm>
          <a:prstGeom prst="rect">
            <a:avLst/>
          </a:prstGeom>
        </p:spPr>
        <p:txBody>
          <a:bodyPr wrap="square" lIns="0" tIns="0" rIns="0" bIns="0">
            <a:spAutoFit/>
          </a:bodyPr>
          <a:lstStyle>
            <a:lvl1pPr>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7/24/2022</a:t>
            </a:fld>
            <a:endParaRPr lang="en-US">
              <a:solidFill>
                <a:prstClr val="black">
                  <a:tint val="75000"/>
                </a:prstClr>
              </a:solidFill>
            </a:endParaRPr>
          </a:p>
        </p:txBody>
      </p:sp>
    </p:spTree>
    <p:extLst>
      <p:ext uri="{BB962C8B-B14F-4D97-AF65-F5344CB8AC3E}">
        <p14:creationId xmlns:p14="http://schemas.microsoft.com/office/powerpoint/2010/main" val="18562241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580474" y="77723"/>
            <a:ext cx="10802620" cy="492443"/>
          </a:xfrm>
        </p:spPr>
        <p:txBody>
          <a:bodyPr lIns="0" tIns="0" rIns="0" bIns="0"/>
          <a:lstStyle>
            <a:lvl1pPr>
              <a:defRPr sz="3200" b="0" i="0">
                <a:solidFill>
                  <a:srgbClr val="005073"/>
                </a:solidFill>
                <a:latin typeface="Arial"/>
                <a:cs typeface="Aria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7/24/2022</a:t>
            </a:fld>
            <a:endParaRPr lang="en-US">
              <a:solidFill>
                <a:prstClr val="black">
                  <a:tint val="75000"/>
                </a:prstClr>
              </a:solidFill>
            </a:endParaRPr>
          </a:p>
        </p:txBody>
      </p:sp>
    </p:spTree>
    <p:extLst>
      <p:ext uri="{BB962C8B-B14F-4D97-AF65-F5344CB8AC3E}">
        <p14:creationId xmlns:p14="http://schemas.microsoft.com/office/powerpoint/2010/main" val="22076470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1" y="0"/>
            <a:ext cx="12191996" cy="6857997"/>
          </a:xfrm>
          <a:prstGeom prst="rect">
            <a:avLst/>
          </a:prstGeom>
        </p:spPr>
      </p:pic>
      <p:sp>
        <p:nvSpPr>
          <p:cNvPr id="17" name="bg object 17"/>
          <p:cNvSpPr/>
          <p:nvPr/>
        </p:nvSpPr>
        <p:spPr>
          <a:xfrm>
            <a:off x="845311" y="902207"/>
            <a:ext cx="47413" cy="182880"/>
          </a:xfrm>
          <a:custGeom>
            <a:avLst/>
            <a:gdLst/>
            <a:ahLst/>
            <a:cxnLst/>
            <a:rect l="l" t="t" r="r" b="b"/>
            <a:pathLst>
              <a:path w="35559" h="137159">
                <a:moveTo>
                  <a:pt x="35051" y="0"/>
                </a:moveTo>
                <a:lnTo>
                  <a:pt x="0" y="0"/>
                </a:lnTo>
                <a:lnTo>
                  <a:pt x="0" y="137160"/>
                </a:lnTo>
                <a:lnTo>
                  <a:pt x="17525" y="137160"/>
                </a:lnTo>
                <a:lnTo>
                  <a:pt x="35051" y="137160"/>
                </a:lnTo>
                <a:lnTo>
                  <a:pt x="35051" y="0"/>
                </a:lnTo>
                <a:close/>
              </a:path>
            </a:pathLst>
          </a:custGeom>
          <a:solidFill>
            <a:srgbClr val="FFFFFF"/>
          </a:solidFill>
        </p:spPr>
        <p:txBody>
          <a:bodyPr wrap="square" lIns="0" tIns="0" rIns="0" bIns="0" rtlCol="0"/>
          <a:lstStyle/>
          <a:p>
            <a:endParaRPr sz="2400">
              <a:solidFill>
                <a:prstClr val="black"/>
              </a:solidFill>
            </a:endParaRPr>
          </a:p>
        </p:txBody>
      </p:sp>
      <p:pic>
        <p:nvPicPr>
          <p:cNvPr id="18" name="bg object 18"/>
          <p:cNvPicPr/>
          <p:nvPr/>
        </p:nvPicPr>
        <p:blipFill>
          <a:blip r:embed="rId3" cstate="print"/>
          <a:stretch>
            <a:fillRect/>
          </a:stretch>
        </p:blipFill>
        <p:spPr>
          <a:xfrm>
            <a:off x="1125729" y="900175"/>
            <a:ext cx="142239" cy="191007"/>
          </a:xfrm>
          <a:prstGeom prst="rect">
            <a:avLst/>
          </a:prstGeom>
        </p:spPr>
      </p:pic>
      <p:pic>
        <p:nvPicPr>
          <p:cNvPr id="19" name="bg object 19"/>
          <p:cNvPicPr/>
          <p:nvPr/>
        </p:nvPicPr>
        <p:blipFill>
          <a:blip r:embed="rId4" cstate="print"/>
          <a:stretch>
            <a:fillRect/>
          </a:stretch>
        </p:blipFill>
        <p:spPr>
          <a:xfrm>
            <a:off x="642111" y="900175"/>
            <a:ext cx="142239" cy="191007"/>
          </a:xfrm>
          <a:prstGeom prst="rect">
            <a:avLst/>
          </a:prstGeom>
        </p:spPr>
      </p:pic>
      <p:pic>
        <p:nvPicPr>
          <p:cNvPr id="20" name="bg object 20"/>
          <p:cNvPicPr/>
          <p:nvPr/>
        </p:nvPicPr>
        <p:blipFill>
          <a:blip r:embed="rId5" cstate="print"/>
          <a:stretch>
            <a:fillRect/>
          </a:stretch>
        </p:blipFill>
        <p:spPr>
          <a:xfrm>
            <a:off x="1314703" y="898145"/>
            <a:ext cx="195071" cy="191007"/>
          </a:xfrm>
          <a:prstGeom prst="rect">
            <a:avLst/>
          </a:prstGeom>
        </p:spPr>
      </p:pic>
      <p:pic>
        <p:nvPicPr>
          <p:cNvPr id="21" name="bg object 21"/>
          <p:cNvPicPr/>
          <p:nvPr/>
        </p:nvPicPr>
        <p:blipFill>
          <a:blip r:embed="rId6" cstate="print"/>
          <a:stretch>
            <a:fillRect/>
          </a:stretch>
        </p:blipFill>
        <p:spPr>
          <a:xfrm>
            <a:off x="957073" y="900175"/>
            <a:ext cx="128015" cy="191007"/>
          </a:xfrm>
          <a:prstGeom prst="rect">
            <a:avLst/>
          </a:prstGeom>
        </p:spPr>
      </p:pic>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7/24/2022</a:t>
            </a:fld>
            <a:endParaRPr lang="en-US">
              <a:solidFill>
                <a:prstClr val="black">
                  <a:tint val="75000"/>
                </a:prstClr>
              </a:solidFill>
            </a:endParaRPr>
          </a:p>
        </p:txBody>
      </p:sp>
    </p:spTree>
    <p:extLst>
      <p:ext uri="{BB962C8B-B14F-4D97-AF65-F5344CB8AC3E}">
        <p14:creationId xmlns:p14="http://schemas.microsoft.com/office/powerpoint/2010/main" val="40285649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42BA7B71-C156-4F76-9AB1-7F22102B6074}" type="datetimeFigureOut">
              <a:rPr lang="en-CA">
                <a:solidFill>
                  <a:prstClr val="black">
                    <a:tint val="75000"/>
                  </a:prstClr>
                </a:solidFill>
              </a:rPr>
              <a:pPr>
                <a:defRPr/>
              </a:pPr>
              <a:t>2022-07-24</a:t>
            </a:fld>
            <a:endParaRPr lang="en-CA">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6" name="Slide Number Placeholder 5"/>
          <p:cNvSpPr>
            <a:spLocks noGrp="1"/>
          </p:cNvSpPr>
          <p:nvPr>
            <p:ph type="sldNum" sz="quarter" idx="12"/>
          </p:nvPr>
        </p:nvSpPr>
        <p:spPr/>
        <p:txBody>
          <a:bodyPr/>
          <a:lstStyle>
            <a:lvl1pPr>
              <a:defRPr/>
            </a:lvl1pPr>
          </a:lstStyle>
          <a:p>
            <a:pPr>
              <a:defRPr/>
            </a:pPr>
            <a:fld id="{0AF17A15-19EE-497D-A491-85512E43446B}"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16221363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42BA7B71-C156-4F76-9AB1-7F22102B6074}" type="datetimeFigureOut">
              <a:rPr lang="en-CA">
                <a:solidFill>
                  <a:prstClr val="black">
                    <a:tint val="75000"/>
                  </a:prstClr>
                </a:solidFill>
              </a:rPr>
              <a:pPr>
                <a:defRPr/>
              </a:pPr>
              <a:t>2022-07-24</a:t>
            </a:fld>
            <a:endParaRPr lang="en-CA">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6" name="Slide Number Placeholder 5"/>
          <p:cNvSpPr>
            <a:spLocks noGrp="1"/>
          </p:cNvSpPr>
          <p:nvPr>
            <p:ph type="sldNum" sz="quarter" idx="12"/>
          </p:nvPr>
        </p:nvSpPr>
        <p:spPr/>
        <p:txBody>
          <a:bodyPr/>
          <a:lstStyle>
            <a:lvl1pPr>
              <a:defRPr/>
            </a:lvl1pPr>
          </a:lstStyle>
          <a:p>
            <a:pPr>
              <a:defRPr/>
            </a:pPr>
            <a:fld id="{0AF17A15-19EE-497D-A491-85512E43446B}"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31011530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42BA7B71-C156-4F76-9AB1-7F22102B6074}" type="datetimeFigureOut">
              <a:rPr lang="en-CA">
                <a:solidFill>
                  <a:prstClr val="black">
                    <a:tint val="75000"/>
                  </a:prstClr>
                </a:solidFill>
              </a:rPr>
              <a:pPr>
                <a:defRPr/>
              </a:pPr>
              <a:t>2022-07-24</a:t>
            </a:fld>
            <a:endParaRPr lang="en-CA">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6" name="Slide Number Placeholder 5"/>
          <p:cNvSpPr>
            <a:spLocks noGrp="1"/>
          </p:cNvSpPr>
          <p:nvPr>
            <p:ph type="sldNum" sz="quarter" idx="12"/>
          </p:nvPr>
        </p:nvSpPr>
        <p:spPr/>
        <p:txBody>
          <a:bodyPr/>
          <a:lstStyle>
            <a:lvl1pPr>
              <a:defRPr/>
            </a:lvl1pPr>
          </a:lstStyle>
          <a:p>
            <a:pPr>
              <a:defRPr/>
            </a:pPr>
            <a:fld id="{0AF17A15-19EE-497D-A491-85512E43446B}"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880272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42BA7B71-C156-4F76-9AB1-7F22102B6074}" type="datetimeFigureOut">
              <a:rPr lang="en-CA">
                <a:solidFill>
                  <a:prstClr val="black">
                    <a:tint val="75000"/>
                  </a:prstClr>
                </a:solidFill>
              </a:rPr>
              <a:pPr>
                <a:defRPr/>
              </a:pPr>
              <a:t>2022-07-24</a:t>
            </a:fld>
            <a:endParaRPr lang="en-CA">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6" name="Slide Number Placeholder 5"/>
          <p:cNvSpPr>
            <a:spLocks noGrp="1"/>
          </p:cNvSpPr>
          <p:nvPr>
            <p:ph type="sldNum" sz="quarter" idx="12"/>
          </p:nvPr>
        </p:nvSpPr>
        <p:spPr/>
        <p:txBody>
          <a:bodyPr/>
          <a:lstStyle>
            <a:lvl1pPr>
              <a:defRPr/>
            </a:lvl1pPr>
          </a:lstStyle>
          <a:p>
            <a:pPr>
              <a:defRPr/>
            </a:pPr>
            <a:fld id="{0AF17A15-19EE-497D-A491-85512E43446B}"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36741970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42BA7B71-C156-4F76-9AB1-7F22102B6074}" type="datetimeFigureOut">
              <a:rPr lang="en-CA">
                <a:solidFill>
                  <a:prstClr val="black">
                    <a:tint val="75000"/>
                  </a:prstClr>
                </a:solidFill>
              </a:rPr>
              <a:pPr>
                <a:defRPr/>
              </a:pPr>
              <a:t>2022-07-24</a:t>
            </a:fld>
            <a:endParaRPr lang="en-CA">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6" name="Slide Number Placeholder 5"/>
          <p:cNvSpPr>
            <a:spLocks noGrp="1"/>
          </p:cNvSpPr>
          <p:nvPr>
            <p:ph type="sldNum" sz="quarter" idx="12"/>
          </p:nvPr>
        </p:nvSpPr>
        <p:spPr/>
        <p:txBody>
          <a:bodyPr/>
          <a:lstStyle>
            <a:lvl1pPr>
              <a:defRPr/>
            </a:lvl1pPr>
          </a:lstStyle>
          <a:p>
            <a:pPr>
              <a:defRPr/>
            </a:pPr>
            <a:fld id="{0AF17A15-19EE-497D-A491-85512E43446B}"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3210430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42BA7B71-C156-4F76-9AB1-7F22102B6074}" type="datetimeFigureOut">
              <a:rPr lang="en-CA">
                <a:solidFill>
                  <a:prstClr val="black">
                    <a:tint val="75000"/>
                  </a:prstClr>
                </a:solidFill>
              </a:rPr>
              <a:pPr>
                <a:defRPr/>
              </a:pPr>
              <a:t>2022-07-24</a:t>
            </a:fld>
            <a:endParaRPr lang="en-CA">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6" name="Slide Number Placeholder 5"/>
          <p:cNvSpPr>
            <a:spLocks noGrp="1"/>
          </p:cNvSpPr>
          <p:nvPr>
            <p:ph type="sldNum" sz="quarter" idx="12"/>
          </p:nvPr>
        </p:nvSpPr>
        <p:spPr/>
        <p:txBody>
          <a:bodyPr/>
          <a:lstStyle>
            <a:lvl1pPr>
              <a:defRPr/>
            </a:lvl1pPr>
          </a:lstStyle>
          <a:p>
            <a:pPr>
              <a:defRPr/>
            </a:pPr>
            <a:fld id="{0AF17A15-19EE-497D-A491-85512E43446B}"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4274027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42BA7B71-C156-4F76-9AB1-7F22102B6074}" type="datetimeFigureOut">
              <a:rPr lang="en-CA">
                <a:solidFill>
                  <a:prstClr val="black">
                    <a:tint val="75000"/>
                  </a:prstClr>
                </a:solidFill>
              </a:rPr>
              <a:pPr>
                <a:defRPr/>
              </a:pPr>
              <a:t>2022-07-24</a:t>
            </a:fld>
            <a:endParaRPr lang="en-CA">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6" name="Slide Number Placeholder 5"/>
          <p:cNvSpPr>
            <a:spLocks noGrp="1"/>
          </p:cNvSpPr>
          <p:nvPr>
            <p:ph type="sldNum" sz="quarter" idx="12"/>
          </p:nvPr>
        </p:nvSpPr>
        <p:spPr/>
        <p:txBody>
          <a:bodyPr/>
          <a:lstStyle>
            <a:lvl1pPr>
              <a:defRPr/>
            </a:lvl1pPr>
          </a:lstStyle>
          <a:p>
            <a:pPr>
              <a:defRPr/>
            </a:pPr>
            <a:fld id="{0AF17A15-19EE-497D-A491-85512E43446B}"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12122504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3"/>
          <p:cNvSpPr>
            <a:spLocks noGrp="1"/>
          </p:cNvSpPr>
          <p:nvPr>
            <p:ph type="dt" sz="half" idx="10"/>
          </p:nvPr>
        </p:nvSpPr>
        <p:spPr/>
        <p:txBody>
          <a:bodyPr/>
          <a:lstStyle>
            <a:lvl1pPr>
              <a:defRPr/>
            </a:lvl1pPr>
          </a:lstStyle>
          <a:p>
            <a:pPr>
              <a:defRPr/>
            </a:pPr>
            <a:fld id="{9196908D-1922-4482-9229-29B4F6A21CAC}" type="datetimeFigureOut">
              <a:rPr lang="en-CA">
                <a:solidFill>
                  <a:prstClr val="black">
                    <a:tint val="75000"/>
                  </a:prstClr>
                </a:solidFill>
              </a:rPr>
              <a:pPr>
                <a:defRPr/>
              </a:pPr>
              <a:t>2022-07-24</a:t>
            </a:fld>
            <a:endParaRPr lang="en-CA">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5" name="Slide Number Placeholder 5"/>
          <p:cNvSpPr>
            <a:spLocks noGrp="1"/>
          </p:cNvSpPr>
          <p:nvPr>
            <p:ph type="sldNum" sz="quarter" idx="12"/>
          </p:nvPr>
        </p:nvSpPr>
        <p:spPr/>
        <p:txBody>
          <a:bodyPr/>
          <a:lstStyle>
            <a:lvl1pPr>
              <a:defRPr/>
            </a:lvl1pPr>
          </a:lstStyle>
          <a:p>
            <a:pPr>
              <a:defRPr/>
            </a:pPr>
            <a:fld id="{8972E105-B0AA-4D79-B43D-01BB1D74DB9D}"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30971355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3"/>
          <p:cNvSpPr>
            <a:spLocks noGrp="1"/>
          </p:cNvSpPr>
          <p:nvPr>
            <p:ph type="dt" sz="half" idx="10"/>
          </p:nvPr>
        </p:nvSpPr>
        <p:spPr/>
        <p:txBody>
          <a:bodyPr/>
          <a:lstStyle>
            <a:lvl1pPr>
              <a:defRPr/>
            </a:lvl1pPr>
          </a:lstStyle>
          <a:p>
            <a:pPr>
              <a:defRPr/>
            </a:pPr>
            <a:fld id="{9196908D-1922-4482-9229-29B4F6A21CAC}" type="datetimeFigureOut">
              <a:rPr lang="en-CA">
                <a:solidFill>
                  <a:prstClr val="black">
                    <a:tint val="75000"/>
                  </a:prstClr>
                </a:solidFill>
              </a:rPr>
              <a:pPr>
                <a:defRPr/>
              </a:pPr>
              <a:t>2022-07-24</a:t>
            </a:fld>
            <a:endParaRPr lang="en-CA">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5" name="Slide Number Placeholder 5"/>
          <p:cNvSpPr>
            <a:spLocks noGrp="1"/>
          </p:cNvSpPr>
          <p:nvPr>
            <p:ph type="sldNum" sz="quarter" idx="12"/>
          </p:nvPr>
        </p:nvSpPr>
        <p:spPr/>
        <p:txBody>
          <a:bodyPr/>
          <a:lstStyle>
            <a:lvl1pPr>
              <a:defRPr/>
            </a:lvl1pPr>
          </a:lstStyle>
          <a:p>
            <a:pPr>
              <a:defRPr/>
            </a:pPr>
            <a:fld id="{8972E105-B0AA-4D79-B43D-01BB1D74DB9D}"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18860949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3"/>
          <p:cNvSpPr>
            <a:spLocks noGrp="1"/>
          </p:cNvSpPr>
          <p:nvPr>
            <p:ph type="dt" sz="half" idx="10"/>
          </p:nvPr>
        </p:nvSpPr>
        <p:spPr/>
        <p:txBody>
          <a:bodyPr/>
          <a:lstStyle>
            <a:lvl1pPr>
              <a:defRPr/>
            </a:lvl1pPr>
          </a:lstStyle>
          <a:p>
            <a:pPr>
              <a:defRPr/>
            </a:pPr>
            <a:fld id="{9196908D-1922-4482-9229-29B4F6A21CAC}" type="datetimeFigureOut">
              <a:rPr lang="en-CA">
                <a:solidFill>
                  <a:prstClr val="black">
                    <a:tint val="75000"/>
                  </a:prstClr>
                </a:solidFill>
              </a:rPr>
              <a:pPr>
                <a:defRPr/>
              </a:pPr>
              <a:t>2022-07-24</a:t>
            </a:fld>
            <a:endParaRPr lang="en-CA">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5" name="Slide Number Placeholder 5"/>
          <p:cNvSpPr>
            <a:spLocks noGrp="1"/>
          </p:cNvSpPr>
          <p:nvPr>
            <p:ph type="sldNum" sz="quarter" idx="12"/>
          </p:nvPr>
        </p:nvSpPr>
        <p:spPr/>
        <p:txBody>
          <a:bodyPr/>
          <a:lstStyle>
            <a:lvl1pPr>
              <a:defRPr/>
            </a:lvl1pPr>
          </a:lstStyle>
          <a:p>
            <a:pPr>
              <a:defRPr/>
            </a:pPr>
            <a:fld id="{8972E105-B0AA-4D79-B43D-01BB1D74DB9D}"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35418090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3"/>
          <p:cNvSpPr>
            <a:spLocks noGrp="1"/>
          </p:cNvSpPr>
          <p:nvPr>
            <p:ph type="dt" sz="half" idx="10"/>
          </p:nvPr>
        </p:nvSpPr>
        <p:spPr/>
        <p:txBody>
          <a:bodyPr/>
          <a:lstStyle>
            <a:lvl1pPr>
              <a:defRPr/>
            </a:lvl1pPr>
          </a:lstStyle>
          <a:p>
            <a:pPr>
              <a:defRPr/>
            </a:pPr>
            <a:fld id="{9196908D-1922-4482-9229-29B4F6A21CAC}" type="datetimeFigureOut">
              <a:rPr lang="en-CA">
                <a:solidFill>
                  <a:prstClr val="black">
                    <a:tint val="75000"/>
                  </a:prstClr>
                </a:solidFill>
              </a:rPr>
              <a:pPr>
                <a:defRPr/>
              </a:pPr>
              <a:t>2022-07-24</a:t>
            </a:fld>
            <a:endParaRPr lang="en-CA">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5" name="Slide Number Placeholder 5"/>
          <p:cNvSpPr>
            <a:spLocks noGrp="1"/>
          </p:cNvSpPr>
          <p:nvPr>
            <p:ph type="sldNum" sz="quarter" idx="12"/>
          </p:nvPr>
        </p:nvSpPr>
        <p:spPr/>
        <p:txBody>
          <a:bodyPr/>
          <a:lstStyle>
            <a:lvl1pPr>
              <a:defRPr/>
            </a:lvl1pPr>
          </a:lstStyle>
          <a:p>
            <a:pPr>
              <a:defRPr/>
            </a:pPr>
            <a:fld id="{8972E105-B0AA-4D79-B43D-01BB1D74DB9D}"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6024118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3"/>
          <p:cNvSpPr>
            <a:spLocks noGrp="1"/>
          </p:cNvSpPr>
          <p:nvPr>
            <p:ph type="dt" sz="half" idx="10"/>
          </p:nvPr>
        </p:nvSpPr>
        <p:spPr/>
        <p:txBody>
          <a:bodyPr/>
          <a:lstStyle>
            <a:lvl1pPr>
              <a:defRPr/>
            </a:lvl1pPr>
          </a:lstStyle>
          <a:p>
            <a:pPr>
              <a:defRPr/>
            </a:pPr>
            <a:fld id="{9196908D-1922-4482-9229-29B4F6A21CAC}" type="datetimeFigureOut">
              <a:rPr lang="en-CA">
                <a:solidFill>
                  <a:prstClr val="black">
                    <a:tint val="75000"/>
                  </a:prstClr>
                </a:solidFill>
              </a:rPr>
              <a:pPr>
                <a:defRPr/>
              </a:pPr>
              <a:t>2022-07-24</a:t>
            </a:fld>
            <a:endParaRPr lang="en-CA">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5" name="Slide Number Placeholder 5"/>
          <p:cNvSpPr>
            <a:spLocks noGrp="1"/>
          </p:cNvSpPr>
          <p:nvPr>
            <p:ph type="sldNum" sz="quarter" idx="12"/>
          </p:nvPr>
        </p:nvSpPr>
        <p:spPr/>
        <p:txBody>
          <a:bodyPr/>
          <a:lstStyle>
            <a:lvl1pPr>
              <a:defRPr/>
            </a:lvl1pPr>
          </a:lstStyle>
          <a:p>
            <a:pPr>
              <a:defRPr/>
            </a:pPr>
            <a:fld id="{8972E105-B0AA-4D79-B43D-01BB1D74DB9D}"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148956815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3"/>
          <p:cNvSpPr>
            <a:spLocks noGrp="1"/>
          </p:cNvSpPr>
          <p:nvPr>
            <p:ph type="dt" sz="half" idx="10"/>
          </p:nvPr>
        </p:nvSpPr>
        <p:spPr/>
        <p:txBody>
          <a:bodyPr/>
          <a:lstStyle>
            <a:lvl1pPr>
              <a:defRPr/>
            </a:lvl1pPr>
          </a:lstStyle>
          <a:p>
            <a:pPr>
              <a:defRPr/>
            </a:pPr>
            <a:fld id="{9196908D-1922-4482-9229-29B4F6A21CAC}" type="datetimeFigureOut">
              <a:rPr lang="en-CA">
                <a:solidFill>
                  <a:prstClr val="black">
                    <a:tint val="75000"/>
                  </a:prstClr>
                </a:solidFill>
              </a:rPr>
              <a:pPr>
                <a:defRPr/>
              </a:pPr>
              <a:t>2022-07-24</a:t>
            </a:fld>
            <a:endParaRPr lang="en-CA">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5" name="Slide Number Placeholder 5"/>
          <p:cNvSpPr>
            <a:spLocks noGrp="1"/>
          </p:cNvSpPr>
          <p:nvPr>
            <p:ph type="sldNum" sz="quarter" idx="12"/>
          </p:nvPr>
        </p:nvSpPr>
        <p:spPr/>
        <p:txBody>
          <a:bodyPr/>
          <a:lstStyle>
            <a:lvl1pPr>
              <a:defRPr/>
            </a:lvl1pPr>
          </a:lstStyle>
          <a:p>
            <a:pPr>
              <a:defRPr/>
            </a:pPr>
            <a:fld id="{8972E105-B0AA-4D79-B43D-01BB1D74DB9D}"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30202275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42BA7B71-C156-4F76-9AB1-7F22102B6074}" type="datetimeFigureOut">
              <a:rPr lang="en-CA">
                <a:solidFill>
                  <a:prstClr val="black">
                    <a:tint val="75000"/>
                  </a:prstClr>
                </a:solidFill>
              </a:rPr>
              <a:pPr>
                <a:defRPr/>
              </a:pPr>
              <a:t>2022-07-24</a:t>
            </a:fld>
            <a:endParaRPr lang="en-CA">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6" name="Slide Number Placeholder 5"/>
          <p:cNvSpPr>
            <a:spLocks noGrp="1"/>
          </p:cNvSpPr>
          <p:nvPr>
            <p:ph type="sldNum" sz="quarter" idx="12"/>
          </p:nvPr>
        </p:nvSpPr>
        <p:spPr/>
        <p:txBody>
          <a:bodyPr/>
          <a:lstStyle>
            <a:lvl1pPr>
              <a:defRPr/>
            </a:lvl1pPr>
          </a:lstStyle>
          <a:p>
            <a:pPr>
              <a:defRPr/>
            </a:pPr>
            <a:fld id="{0AF17A15-19EE-497D-A491-85512E43446B}"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11855930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2FBF73A1-274F-4C6D-B335-3E77B6EAD7A5}" type="datetimeFigureOut">
              <a:rPr lang="en-CA">
                <a:solidFill>
                  <a:prstClr val="black">
                    <a:tint val="75000"/>
                  </a:prstClr>
                </a:solidFill>
              </a:rPr>
              <a:pPr>
                <a:defRPr/>
              </a:pPr>
              <a:t>2022-07-24</a:t>
            </a:fld>
            <a:endParaRPr lang="en-CA">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4" name="Slide Number Placeholder 5"/>
          <p:cNvSpPr>
            <a:spLocks noGrp="1"/>
          </p:cNvSpPr>
          <p:nvPr>
            <p:ph type="sldNum" sz="quarter" idx="12"/>
          </p:nvPr>
        </p:nvSpPr>
        <p:spPr/>
        <p:txBody>
          <a:bodyPr/>
          <a:lstStyle>
            <a:lvl1pPr>
              <a:defRPr/>
            </a:lvl1pPr>
          </a:lstStyle>
          <a:p>
            <a:pPr>
              <a:defRPr/>
            </a:pPr>
            <a:fld id="{C127456A-1F7E-4FEA-BC0A-4AD4B2365FAC}"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35399489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874184" y="457200"/>
            <a:ext cx="10860616" cy="838200"/>
          </a:xfrm>
        </p:spPr>
        <p:txBody>
          <a:bodyPr/>
          <a:lstStyle/>
          <a:p>
            <a:r>
              <a:rPr lang="en-US"/>
              <a:t>Click to edit Master title style</a:t>
            </a:r>
          </a:p>
        </p:txBody>
      </p:sp>
      <p:sp>
        <p:nvSpPr>
          <p:cNvPr id="3" name="Text Placeholder 2"/>
          <p:cNvSpPr>
            <a:spLocks noGrp="1"/>
          </p:cNvSpPr>
          <p:nvPr>
            <p:ph type="body" sz="half" idx="1"/>
          </p:nvPr>
        </p:nvSpPr>
        <p:spPr>
          <a:xfrm>
            <a:off x="874186" y="1781176"/>
            <a:ext cx="5192183" cy="35718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6269567" y="1781176"/>
            <a:ext cx="5192184" cy="3571875"/>
          </a:xfrm>
        </p:spPr>
        <p:txBody>
          <a:bodyPr rtlCol="0">
            <a:normAutofit/>
          </a:bodyPr>
          <a:lstStyle/>
          <a:p>
            <a:pPr lvl="0"/>
            <a:endParaRPr lang="en-US" noProof="0"/>
          </a:p>
        </p:txBody>
      </p:sp>
    </p:spTree>
    <p:extLst>
      <p:ext uri="{BB962C8B-B14F-4D97-AF65-F5344CB8AC3E}">
        <p14:creationId xmlns:p14="http://schemas.microsoft.com/office/powerpoint/2010/main" val="253933648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42BA7B71-C156-4F76-9AB1-7F22102B6074}" type="datetimeFigureOut">
              <a:rPr lang="en-CA">
                <a:solidFill>
                  <a:prstClr val="black">
                    <a:tint val="75000"/>
                  </a:prstClr>
                </a:solidFill>
              </a:rPr>
              <a:pPr>
                <a:defRPr/>
              </a:pPr>
              <a:t>2022-07-24</a:t>
            </a:fld>
            <a:endParaRPr lang="en-CA">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6" name="Slide Number Placeholder 5"/>
          <p:cNvSpPr>
            <a:spLocks noGrp="1"/>
          </p:cNvSpPr>
          <p:nvPr>
            <p:ph type="sldNum" sz="quarter" idx="12"/>
          </p:nvPr>
        </p:nvSpPr>
        <p:spPr/>
        <p:txBody>
          <a:bodyPr/>
          <a:lstStyle>
            <a:lvl1pPr>
              <a:defRPr/>
            </a:lvl1pPr>
          </a:lstStyle>
          <a:p>
            <a:pPr>
              <a:defRPr/>
            </a:pPr>
            <a:fld id="{0AF17A15-19EE-497D-A491-85512E43446B}"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41509548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42BA7B71-C156-4F76-9AB1-7F22102B6074}" type="datetimeFigureOut">
              <a:rPr lang="en-CA">
                <a:solidFill>
                  <a:prstClr val="black">
                    <a:tint val="75000"/>
                  </a:prstClr>
                </a:solidFill>
              </a:rPr>
              <a:pPr>
                <a:defRPr/>
              </a:pPr>
              <a:t>2022-07-24</a:t>
            </a:fld>
            <a:endParaRPr lang="en-CA">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6" name="Slide Number Placeholder 5"/>
          <p:cNvSpPr>
            <a:spLocks noGrp="1"/>
          </p:cNvSpPr>
          <p:nvPr>
            <p:ph type="sldNum" sz="quarter" idx="12"/>
          </p:nvPr>
        </p:nvSpPr>
        <p:spPr/>
        <p:txBody>
          <a:bodyPr/>
          <a:lstStyle>
            <a:lvl1pPr>
              <a:defRPr/>
            </a:lvl1pPr>
          </a:lstStyle>
          <a:p>
            <a:pPr>
              <a:defRPr/>
            </a:pPr>
            <a:fld id="{0AF17A15-19EE-497D-A491-85512E43446B}"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248983068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42BA7B71-C156-4F76-9AB1-7F22102B6074}" type="datetimeFigureOut">
              <a:rPr lang="en-CA">
                <a:solidFill>
                  <a:prstClr val="black">
                    <a:tint val="75000"/>
                  </a:prstClr>
                </a:solidFill>
              </a:rPr>
              <a:pPr>
                <a:defRPr/>
              </a:pPr>
              <a:t>2022-07-24</a:t>
            </a:fld>
            <a:endParaRPr lang="en-CA">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6" name="Slide Number Placeholder 5"/>
          <p:cNvSpPr>
            <a:spLocks noGrp="1"/>
          </p:cNvSpPr>
          <p:nvPr>
            <p:ph type="sldNum" sz="quarter" idx="12"/>
          </p:nvPr>
        </p:nvSpPr>
        <p:spPr/>
        <p:txBody>
          <a:bodyPr/>
          <a:lstStyle>
            <a:lvl1pPr>
              <a:defRPr/>
            </a:lvl1pPr>
          </a:lstStyle>
          <a:p>
            <a:pPr>
              <a:defRPr/>
            </a:pPr>
            <a:fld id="{0AF17A15-19EE-497D-A491-85512E43446B}"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258524376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2FBF73A1-274F-4C6D-B335-3E77B6EAD7A5}" type="datetimeFigureOut">
              <a:rPr lang="en-CA">
                <a:solidFill>
                  <a:prstClr val="black">
                    <a:tint val="75000"/>
                  </a:prstClr>
                </a:solidFill>
              </a:rPr>
              <a:pPr>
                <a:defRPr/>
              </a:pPr>
              <a:t>2022-07-24</a:t>
            </a:fld>
            <a:endParaRPr lang="en-CA">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4" name="Slide Number Placeholder 5"/>
          <p:cNvSpPr>
            <a:spLocks noGrp="1"/>
          </p:cNvSpPr>
          <p:nvPr>
            <p:ph type="sldNum" sz="quarter" idx="12"/>
          </p:nvPr>
        </p:nvSpPr>
        <p:spPr/>
        <p:txBody>
          <a:bodyPr/>
          <a:lstStyle>
            <a:lvl1pPr>
              <a:defRPr/>
            </a:lvl1pPr>
          </a:lstStyle>
          <a:p>
            <a:pPr>
              <a:defRPr/>
            </a:pPr>
            <a:fld id="{C127456A-1F7E-4FEA-BC0A-4AD4B2365FAC}"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407286502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74184" y="457200"/>
            <a:ext cx="10860616" cy="838200"/>
          </a:xfrm>
        </p:spPr>
        <p:txBody>
          <a:bodyPr/>
          <a:lstStyle/>
          <a:p>
            <a:r>
              <a:rPr lang="en-US"/>
              <a:t>Click to edit Master title style</a:t>
            </a:r>
          </a:p>
        </p:txBody>
      </p:sp>
      <p:sp>
        <p:nvSpPr>
          <p:cNvPr id="3" name="Text Placeholder 2"/>
          <p:cNvSpPr>
            <a:spLocks noGrp="1"/>
          </p:cNvSpPr>
          <p:nvPr>
            <p:ph type="body" sz="half" idx="1"/>
          </p:nvPr>
        </p:nvSpPr>
        <p:spPr>
          <a:xfrm>
            <a:off x="874186" y="1781176"/>
            <a:ext cx="5192183" cy="35718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69567" y="1781176"/>
            <a:ext cx="5192184" cy="35718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2341653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42BA7B71-C156-4F76-9AB1-7F22102B6074}" type="datetimeFigureOut">
              <a:rPr lang="en-CA">
                <a:solidFill>
                  <a:prstClr val="black">
                    <a:tint val="75000"/>
                  </a:prstClr>
                </a:solidFill>
              </a:rPr>
              <a:pPr>
                <a:defRPr/>
              </a:pPr>
              <a:t>2022-07-24</a:t>
            </a:fld>
            <a:endParaRPr lang="en-CA">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6" name="Slide Number Placeholder 5"/>
          <p:cNvSpPr>
            <a:spLocks noGrp="1"/>
          </p:cNvSpPr>
          <p:nvPr>
            <p:ph type="sldNum" sz="quarter" idx="12"/>
          </p:nvPr>
        </p:nvSpPr>
        <p:spPr/>
        <p:txBody>
          <a:bodyPr/>
          <a:lstStyle>
            <a:lvl1pPr>
              <a:defRPr/>
            </a:lvl1pPr>
          </a:lstStyle>
          <a:p>
            <a:pPr>
              <a:defRPr/>
            </a:pPr>
            <a:fld id="{0AF17A15-19EE-497D-A491-85512E43446B}"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240758361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42BA7B71-C156-4F76-9AB1-7F22102B6074}" type="datetimeFigureOut">
              <a:rPr lang="en-CA">
                <a:solidFill>
                  <a:prstClr val="black">
                    <a:tint val="75000"/>
                  </a:prstClr>
                </a:solidFill>
              </a:rPr>
              <a:pPr>
                <a:defRPr/>
              </a:pPr>
              <a:t>2022-07-24</a:t>
            </a:fld>
            <a:endParaRPr lang="en-CA">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6" name="Slide Number Placeholder 5"/>
          <p:cNvSpPr>
            <a:spLocks noGrp="1"/>
          </p:cNvSpPr>
          <p:nvPr>
            <p:ph type="sldNum" sz="quarter" idx="12"/>
          </p:nvPr>
        </p:nvSpPr>
        <p:spPr/>
        <p:txBody>
          <a:bodyPr/>
          <a:lstStyle>
            <a:lvl1pPr>
              <a:defRPr/>
            </a:lvl1pPr>
          </a:lstStyle>
          <a:p>
            <a:pPr>
              <a:defRPr/>
            </a:pPr>
            <a:fld id="{0AF17A15-19EE-497D-A491-85512E43446B}"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419970198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42BA7B71-C156-4F76-9AB1-7F22102B6074}" type="datetimeFigureOut">
              <a:rPr lang="en-CA">
                <a:solidFill>
                  <a:prstClr val="black">
                    <a:tint val="75000"/>
                  </a:prstClr>
                </a:solidFill>
              </a:rPr>
              <a:pPr>
                <a:defRPr/>
              </a:pPr>
              <a:t>2022-07-24</a:t>
            </a:fld>
            <a:endParaRPr lang="en-CA">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6" name="Slide Number Placeholder 5"/>
          <p:cNvSpPr>
            <a:spLocks noGrp="1"/>
          </p:cNvSpPr>
          <p:nvPr>
            <p:ph type="sldNum" sz="quarter" idx="12"/>
          </p:nvPr>
        </p:nvSpPr>
        <p:spPr/>
        <p:txBody>
          <a:bodyPr/>
          <a:lstStyle>
            <a:lvl1pPr>
              <a:defRPr/>
            </a:lvl1pPr>
          </a:lstStyle>
          <a:p>
            <a:pPr>
              <a:defRPr/>
            </a:pPr>
            <a:fld id="{0AF17A15-19EE-497D-A491-85512E43446B}"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232932471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42BA7B71-C156-4F76-9AB1-7F22102B6074}" type="datetimeFigureOut">
              <a:rPr lang="en-CA">
                <a:solidFill>
                  <a:prstClr val="black">
                    <a:tint val="75000"/>
                  </a:prstClr>
                </a:solidFill>
              </a:rPr>
              <a:pPr>
                <a:defRPr/>
              </a:pPr>
              <a:t>2022-07-24</a:t>
            </a:fld>
            <a:endParaRPr lang="en-CA">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6" name="Slide Number Placeholder 5"/>
          <p:cNvSpPr>
            <a:spLocks noGrp="1"/>
          </p:cNvSpPr>
          <p:nvPr>
            <p:ph type="sldNum" sz="quarter" idx="12"/>
          </p:nvPr>
        </p:nvSpPr>
        <p:spPr/>
        <p:txBody>
          <a:bodyPr/>
          <a:lstStyle>
            <a:lvl1pPr>
              <a:defRPr/>
            </a:lvl1pPr>
          </a:lstStyle>
          <a:p>
            <a:pPr>
              <a:defRPr/>
            </a:pPr>
            <a:fld id="{0AF17A15-19EE-497D-A491-85512E43446B}"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146485903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42BA7B71-C156-4F76-9AB1-7F22102B6074}" type="datetimeFigureOut">
              <a:rPr lang="en-CA">
                <a:solidFill>
                  <a:prstClr val="black">
                    <a:tint val="75000"/>
                  </a:prstClr>
                </a:solidFill>
              </a:rPr>
              <a:pPr>
                <a:defRPr/>
              </a:pPr>
              <a:t>2022-07-24</a:t>
            </a:fld>
            <a:endParaRPr lang="en-CA">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6" name="Slide Number Placeholder 5"/>
          <p:cNvSpPr>
            <a:spLocks noGrp="1"/>
          </p:cNvSpPr>
          <p:nvPr>
            <p:ph type="sldNum" sz="quarter" idx="12"/>
          </p:nvPr>
        </p:nvSpPr>
        <p:spPr/>
        <p:txBody>
          <a:bodyPr/>
          <a:lstStyle>
            <a:lvl1pPr>
              <a:defRPr/>
            </a:lvl1pPr>
          </a:lstStyle>
          <a:p>
            <a:pPr>
              <a:defRPr/>
            </a:pPr>
            <a:fld id="{0AF17A15-19EE-497D-A491-85512E43446B}"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320671404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3"/>
          <p:cNvSpPr>
            <a:spLocks noGrp="1"/>
          </p:cNvSpPr>
          <p:nvPr>
            <p:ph type="dt" sz="half" idx="10"/>
          </p:nvPr>
        </p:nvSpPr>
        <p:spPr/>
        <p:txBody>
          <a:bodyPr/>
          <a:lstStyle>
            <a:lvl1pPr>
              <a:defRPr/>
            </a:lvl1pPr>
          </a:lstStyle>
          <a:p>
            <a:pPr>
              <a:defRPr/>
            </a:pPr>
            <a:fld id="{9196908D-1922-4482-9229-29B4F6A21CAC}" type="datetimeFigureOut">
              <a:rPr lang="en-CA">
                <a:solidFill>
                  <a:prstClr val="black">
                    <a:tint val="75000"/>
                  </a:prstClr>
                </a:solidFill>
              </a:rPr>
              <a:pPr>
                <a:defRPr/>
              </a:pPr>
              <a:t>2022-07-24</a:t>
            </a:fld>
            <a:endParaRPr lang="en-CA">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5" name="Slide Number Placeholder 5"/>
          <p:cNvSpPr>
            <a:spLocks noGrp="1"/>
          </p:cNvSpPr>
          <p:nvPr>
            <p:ph type="sldNum" sz="quarter" idx="12"/>
          </p:nvPr>
        </p:nvSpPr>
        <p:spPr/>
        <p:txBody>
          <a:bodyPr/>
          <a:lstStyle>
            <a:lvl1pPr>
              <a:defRPr/>
            </a:lvl1pPr>
          </a:lstStyle>
          <a:p>
            <a:pPr>
              <a:defRPr/>
            </a:pPr>
            <a:fld id="{8972E105-B0AA-4D79-B43D-01BB1D74DB9D}"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161571045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2FBF73A1-274F-4C6D-B335-3E77B6EAD7A5}" type="datetimeFigureOut">
              <a:rPr lang="en-CA">
                <a:solidFill>
                  <a:prstClr val="black">
                    <a:tint val="75000"/>
                  </a:prstClr>
                </a:solidFill>
              </a:rPr>
              <a:pPr>
                <a:defRPr/>
              </a:pPr>
              <a:t>2022-07-24</a:t>
            </a:fld>
            <a:endParaRPr lang="en-CA">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4" name="Slide Number Placeholder 5"/>
          <p:cNvSpPr>
            <a:spLocks noGrp="1"/>
          </p:cNvSpPr>
          <p:nvPr>
            <p:ph type="sldNum" sz="quarter" idx="12"/>
          </p:nvPr>
        </p:nvSpPr>
        <p:spPr/>
        <p:txBody>
          <a:bodyPr/>
          <a:lstStyle>
            <a:lvl1pPr>
              <a:defRPr/>
            </a:lvl1pPr>
          </a:lstStyle>
          <a:p>
            <a:pPr>
              <a:defRPr/>
            </a:pPr>
            <a:fld id="{C127456A-1F7E-4FEA-BC0A-4AD4B2365FAC}"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429391091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874184" y="457200"/>
            <a:ext cx="10860616" cy="838200"/>
          </a:xfrm>
        </p:spPr>
        <p:txBody>
          <a:bodyPr/>
          <a:lstStyle/>
          <a:p>
            <a:r>
              <a:rPr lang="en-US"/>
              <a:t>Click to edit Master title style</a:t>
            </a:r>
          </a:p>
        </p:txBody>
      </p:sp>
      <p:sp>
        <p:nvSpPr>
          <p:cNvPr id="3" name="Text Placeholder 2"/>
          <p:cNvSpPr>
            <a:spLocks noGrp="1"/>
          </p:cNvSpPr>
          <p:nvPr>
            <p:ph type="body" sz="half" idx="1"/>
          </p:nvPr>
        </p:nvSpPr>
        <p:spPr>
          <a:xfrm>
            <a:off x="874186" y="1781176"/>
            <a:ext cx="5192183" cy="35718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6269567" y="1781176"/>
            <a:ext cx="5192184" cy="3571875"/>
          </a:xfrm>
        </p:spPr>
        <p:txBody>
          <a:bodyPr rtlCol="0">
            <a:normAutofit/>
          </a:bodyPr>
          <a:lstStyle/>
          <a:p>
            <a:pPr lvl="0"/>
            <a:endParaRPr lang="en-US" noProof="0"/>
          </a:p>
        </p:txBody>
      </p:sp>
    </p:spTree>
    <p:extLst>
      <p:ext uri="{BB962C8B-B14F-4D97-AF65-F5344CB8AC3E}">
        <p14:creationId xmlns:p14="http://schemas.microsoft.com/office/powerpoint/2010/main" val="373506318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874184" y="457200"/>
            <a:ext cx="10860616" cy="838200"/>
          </a:xfrm>
        </p:spPr>
        <p:txBody>
          <a:bodyPr/>
          <a:lstStyle/>
          <a:p>
            <a:r>
              <a:rPr lang="en-US"/>
              <a:t>Click to edit Master title style</a:t>
            </a:r>
          </a:p>
        </p:txBody>
      </p:sp>
      <p:sp>
        <p:nvSpPr>
          <p:cNvPr id="3" name="Text Placeholder 2"/>
          <p:cNvSpPr>
            <a:spLocks noGrp="1"/>
          </p:cNvSpPr>
          <p:nvPr>
            <p:ph type="body" sz="half" idx="1"/>
          </p:nvPr>
        </p:nvSpPr>
        <p:spPr>
          <a:xfrm>
            <a:off x="874186" y="1781176"/>
            <a:ext cx="5192183" cy="35718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6269567" y="1781176"/>
            <a:ext cx="5192184" cy="3571875"/>
          </a:xfrm>
        </p:spPr>
        <p:txBody>
          <a:bodyPr rtlCol="0">
            <a:normAutofit/>
          </a:bodyPr>
          <a:lstStyle/>
          <a:p>
            <a:pPr lvl="0"/>
            <a:endParaRPr lang="en-US" noProof="0"/>
          </a:p>
        </p:txBody>
      </p:sp>
    </p:spTree>
    <p:extLst>
      <p:ext uri="{BB962C8B-B14F-4D97-AF65-F5344CB8AC3E}">
        <p14:creationId xmlns:p14="http://schemas.microsoft.com/office/powerpoint/2010/main" val="417190825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42BA7B71-C156-4F76-9AB1-7F22102B6074}" type="datetimeFigureOut">
              <a:rPr lang="en-CA">
                <a:solidFill>
                  <a:prstClr val="black">
                    <a:tint val="75000"/>
                  </a:prstClr>
                </a:solidFill>
              </a:rPr>
              <a:pPr>
                <a:defRPr/>
              </a:pPr>
              <a:t>2022-07-24</a:t>
            </a:fld>
            <a:endParaRPr lang="en-CA">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6" name="Slide Number Placeholder 5"/>
          <p:cNvSpPr>
            <a:spLocks noGrp="1"/>
          </p:cNvSpPr>
          <p:nvPr>
            <p:ph type="sldNum" sz="quarter" idx="12"/>
          </p:nvPr>
        </p:nvSpPr>
        <p:spPr/>
        <p:txBody>
          <a:bodyPr/>
          <a:lstStyle>
            <a:lvl1pPr>
              <a:defRPr/>
            </a:lvl1pPr>
          </a:lstStyle>
          <a:p>
            <a:pPr>
              <a:defRPr/>
            </a:pPr>
            <a:fld id="{0AF17A15-19EE-497D-A491-85512E43446B}"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59188653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clipArtAndTx">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874184" y="457200"/>
            <a:ext cx="10860616" cy="838200"/>
          </a:xfrm>
        </p:spPr>
        <p:txBody>
          <a:bodyPr/>
          <a:lstStyle/>
          <a:p>
            <a:r>
              <a:rPr lang="en-US"/>
              <a:t>Click to edit Master title style</a:t>
            </a:r>
          </a:p>
        </p:txBody>
      </p:sp>
      <p:sp>
        <p:nvSpPr>
          <p:cNvPr id="3" name="ClipArt Placeholder 2"/>
          <p:cNvSpPr>
            <a:spLocks noGrp="1"/>
          </p:cNvSpPr>
          <p:nvPr>
            <p:ph type="clipArt" sz="half" idx="1"/>
          </p:nvPr>
        </p:nvSpPr>
        <p:spPr>
          <a:xfrm>
            <a:off x="874186" y="1781176"/>
            <a:ext cx="5192183" cy="3571875"/>
          </a:xfrm>
        </p:spPr>
        <p:txBody>
          <a:bodyPr rtlCol="0">
            <a:normAutofit/>
          </a:bodyPr>
          <a:lstStyle/>
          <a:p>
            <a:pPr lvl="0"/>
            <a:endParaRPr lang="en-US" noProof="0"/>
          </a:p>
        </p:txBody>
      </p:sp>
      <p:sp>
        <p:nvSpPr>
          <p:cNvPr id="4" name="Text Placeholder 3"/>
          <p:cNvSpPr>
            <a:spLocks noGrp="1"/>
          </p:cNvSpPr>
          <p:nvPr>
            <p:ph type="body" sz="half" idx="2"/>
          </p:nvPr>
        </p:nvSpPr>
        <p:spPr>
          <a:xfrm>
            <a:off x="6269567" y="1781176"/>
            <a:ext cx="5192184" cy="35718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7775114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42BA7B71-C156-4F76-9AB1-7F22102B6074}" type="datetimeFigureOut">
              <a:rPr lang="en-CA">
                <a:solidFill>
                  <a:prstClr val="black">
                    <a:tint val="75000"/>
                  </a:prstClr>
                </a:solidFill>
              </a:rPr>
              <a:pPr>
                <a:defRPr/>
              </a:pPr>
              <a:t>2022-07-24</a:t>
            </a:fld>
            <a:endParaRPr lang="en-CA">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6" name="Slide Number Placeholder 5"/>
          <p:cNvSpPr>
            <a:spLocks noGrp="1"/>
          </p:cNvSpPr>
          <p:nvPr>
            <p:ph type="sldNum" sz="quarter" idx="12"/>
          </p:nvPr>
        </p:nvSpPr>
        <p:spPr/>
        <p:txBody>
          <a:bodyPr/>
          <a:lstStyle>
            <a:lvl1pPr>
              <a:defRPr/>
            </a:lvl1pPr>
          </a:lstStyle>
          <a:p>
            <a:pPr>
              <a:defRPr/>
            </a:pPr>
            <a:fld id="{0AF17A15-19EE-497D-A491-85512E43446B}"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8330222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42BA7B71-C156-4F76-9AB1-7F22102B6074}" type="datetimeFigureOut">
              <a:rPr lang="en-CA">
                <a:solidFill>
                  <a:prstClr val="black">
                    <a:tint val="75000"/>
                  </a:prstClr>
                </a:solidFill>
              </a:rPr>
              <a:pPr>
                <a:defRPr/>
              </a:pPr>
              <a:t>2022-07-24</a:t>
            </a:fld>
            <a:endParaRPr lang="en-CA">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6" name="Slide Number Placeholder 5"/>
          <p:cNvSpPr>
            <a:spLocks noGrp="1"/>
          </p:cNvSpPr>
          <p:nvPr>
            <p:ph type="sldNum" sz="quarter" idx="12"/>
          </p:nvPr>
        </p:nvSpPr>
        <p:spPr/>
        <p:txBody>
          <a:bodyPr/>
          <a:lstStyle>
            <a:lvl1pPr>
              <a:defRPr/>
            </a:lvl1pPr>
          </a:lstStyle>
          <a:p>
            <a:pPr>
              <a:defRPr/>
            </a:pPr>
            <a:fld id="{0AF17A15-19EE-497D-A491-85512E43446B}"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15285926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42BA7B71-C156-4F76-9AB1-7F22102B6074}" type="datetimeFigureOut">
              <a:rPr lang="en-CA">
                <a:solidFill>
                  <a:prstClr val="black">
                    <a:tint val="75000"/>
                  </a:prstClr>
                </a:solidFill>
              </a:rPr>
              <a:pPr>
                <a:defRPr/>
              </a:pPr>
              <a:t>2022-07-24</a:t>
            </a:fld>
            <a:endParaRPr lang="en-CA">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6" name="Slide Number Placeholder 5"/>
          <p:cNvSpPr>
            <a:spLocks noGrp="1"/>
          </p:cNvSpPr>
          <p:nvPr>
            <p:ph type="sldNum" sz="quarter" idx="12"/>
          </p:nvPr>
        </p:nvSpPr>
        <p:spPr/>
        <p:txBody>
          <a:bodyPr/>
          <a:lstStyle>
            <a:lvl1pPr>
              <a:defRPr/>
            </a:lvl1pPr>
          </a:lstStyle>
          <a:p>
            <a:pPr>
              <a:defRPr/>
            </a:pPr>
            <a:fld id="{0AF17A15-19EE-497D-A491-85512E43446B}"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232386905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42BA7B71-C156-4F76-9AB1-7F22102B6074}" type="datetimeFigureOut">
              <a:rPr lang="en-CA">
                <a:solidFill>
                  <a:prstClr val="black">
                    <a:tint val="75000"/>
                  </a:prstClr>
                </a:solidFill>
              </a:rPr>
              <a:pPr>
                <a:defRPr/>
              </a:pPr>
              <a:t>2022-07-24</a:t>
            </a:fld>
            <a:endParaRPr lang="en-CA">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6" name="Slide Number Placeholder 5"/>
          <p:cNvSpPr>
            <a:spLocks noGrp="1"/>
          </p:cNvSpPr>
          <p:nvPr>
            <p:ph type="sldNum" sz="quarter" idx="12"/>
          </p:nvPr>
        </p:nvSpPr>
        <p:spPr/>
        <p:txBody>
          <a:bodyPr/>
          <a:lstStyle>
            <a:lvl1pPr>
              <a:defRPr/>
            </a:lvl1pPr>
          </a:lstStyle>
          <a:p>
            <a:pPr>
              <a:defRPr/>
            </a:pPr>
            <a:fld id="{0AF17A15-19EE-497D-A491-85512E43446B}"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36570015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42BA7B71-C156-4F76-9AB1-7F22102B6074}" type="datetimeFigureOut">
              <a:rPr lang="en-CA">
                <a:solidFill>
                  <a:prstClr val="black">
                    <a:tint val="75000"/>
                  </a:prstClr>
                </a:solidFill>
              </a:rPr>
              <a:pPr>
                <a:defRPr/>
              </a:pPr>
              <a:t>2022-07-24</a:t>
            </a:fld>
            <a:endParaRPr lang="en-CA">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6" name="Slide Number Placeholder 5"/>
          <p:cNvSpPr>
            <a:spLocks noGrp="1"/>
          </p:cNvSpPr>
          <p:nvPr>
            <p:ph type="sldNum" sz="quarter" idx="12"/>
          </p:nvPr>
        </p:nvSpPr>
        <p:spPr/>
        <p:txBody>
          <a:bodyPr/>
          <a:lstStyle>
            <a:lvl1pPr>
              <a:defRPr/>
            </a:lvl1pPr>
          </a:lstStyle>
          <a:p>
            <a:pPr>
              <a:defRPr/>
            </a:pPr>
            <a:fld id="{0AF17A15-19EE-497D-A491-85512E43446B}"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5413011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42BA7B71-C156-4F76-9AB1-7F22102B6074}" type="datetimeFigureOut">
              <a:rPr lang="en-CA">
                <a:solidFill>
                  <a:prstClr val="black">
                    <a:tint val="75000"/>
                  </a:prstClr>
                </a:solidFill>
              </a:rPr>
              <a:pPr>
                <a:defRPr/>
              </a:pPr>
              <a:t>2022-07-24</a:t>
            </a:fld>
            <a:endParaRPr lang="en-CA">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6" name="Slide Number Placeholder 5"/>
          <p:cNvSpPr>
            <a:spLocks noGrp="1"/>
          </p:cNvSpPr>
          <p:nvPr>
            <p:ph type="sldNum" sz="quarter" idx="12"/>
          </p:nvPr>
        </p:nvSpPr>
        <p:spPr/>
        <p:txBody>
          <a:bodyPr/>
          <a:lstStyle>
            <a:lvl1pPr>
              <a:defRPr/>
            </a:lvl1pPr>
          </a:lstStyle>
          <a:p>
            <a:pPr>
              <a:defRPr/>
            </a:pPr>
            <a:fld id="{0AF17A15-19EE-497D-A491-85512E43446B}"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187679942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42BA7B71-C156-4F76-9AB1-7F22102B6074}" type="datetimeFigureOut">
              <a:rPr lang="en-CA">
                <a:solidFill>
                  <a:prstClr val="black">
                    <a:tint val="75000"/>
                  </a:prstClr>
                </a:solidFill>
              </a:rPr>
              <a:pPr>
                <a:defRPr/>
              </a:pPr>
              <a:t>2022-07-24</a:t>
            </a:fld>
            <a:endParaRPr lang="en-CA">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6" name="Slide Number Placeholder 5"/>
          <p:cNvSpPr>
            <a:spLocks noGrp="1"/>
          </p:cNvSpPr>
          <p:nvPr>
            <p:ph type="sldNum" sz="quarter" idx="12"/>
          </p:nvPr>
        </p:nvSpPr>
        <p:spPr/>
        <p:txBody>
          <a:bodyPr/>
          <a:lstStyle>
            <a:lvl1pPr>
              <a:defRPr/>
            </a:lvl1pPr>
          </a:lstStyle>
          <a:p>
            <a:pPr>
              <a:defRPr/>
            </a:pPr>
            <a:fld id="{0AF17A15-19EE-497D-A491-85512E43446B}"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43139797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42BA7B71-C156-4F76-9AB1-7F22102B6074}" type="datetimeFigureOut">
              <a:rPr lang="en-CA">
                <a:solidFill>
                  <a:prstClr val="black">
                    <a:tint val="75000"/>
                  </a:prstClr>
                </a:solidFill>
              </a:rPr>
              <a:pPr>
                <a:defRPr/>
              </a:pPr>
              <a:t>2022-07-24</a:t>
            </a:fld>
            <a:endParaRPr lang="en-CA">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6" name="Slide Number Placeholder 5"/>
          <p:cNvSpPr>
            <a:spLocks noGrp="1"/>
          </p:cNvSpPr>
          <p:nvPr>
            <p:ph type="sldNum" sz="quarter" idx="12"/>
          </p:nvPr>
        </p:nvSpPr>
        <p:spPr/>
        <p:txBody>
          <a:bodyPr/>
          <a:lstStyle>
            <a:lvl1pPr>
              <a:defRPr/>
            </a:lvl1pPr>
          </a:lstStyle>
          <a:p>
            <a:pPr>
              <a:defRPr/>
            </a:pPr>
            <a:fld id="{0AF17A15-19EE-497D-A491-85512E43446B}"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248744251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42BA7B71-C156-4F76-9AB1-7F22102B6074}" type="datetimeFigureOut">
              <a:rPr lang="en-CA">
                <a:solidFill>
                  <a:prstClr val="black">
                    <a:tint val="75000"/>
                  </a:prstClr>
                </a:solidFill>
              </a:rPr>
              <a:pPr>
                <a:defRPr/>
              </a:pPr>
              <a:t>2022-07-24</a:t>
            </a:fld>
            <a:endParaRPr lang="en-CA">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6" name="Slide Number Placeholder 5"/>
          <p:cNvSpPr>
            <a:spLocks noGrp="1"/>
          </p:cNvSpPr>
          <p:nvPr>
            <p:ph type="sldNum" sz="quarter" idx="12"/>
          </p:nvPr>
        </p:nvSpPr>
        <p:spPr/>
        <p:txBody>
          <a:bodyPr/>
          <a:lstStyle>
            <a:lvl1pPr>
              <a:defRPr/>
            </a:lvl1pPr>
          </a:lstStyle>
          <a:p>
            <a:pPr>
              <a:defRPr/>
            </a:pPr>
            <a:fld id="{0AF17A15-19EE-497D-A491-85512E43446B}"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339198840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2FBF73A1-274F-4C6D-B335-3E77B6EAD7A5}" type="datetimeFigureOut">
              <a:rPr lang="en-CA">
                <a:solidFill>
                  <a:prstClr val="black">
                    <a:tint val="75000"/>
                  </a:prstClr>
                </a:solidFill>
              </a:rPr>
              <a:pPr>
                <a:defRPr/>
              </a:pPr>
              <a:t>2022-07-24</a:t>
            </a:fld>
            <a:endParaRPr lang="en-CA">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4" name="Slide Number Placeholder 5"/>
          <p:cNvSpPr>
            <a:spLocks noGrp="1"/>
          </p:cNvSpPr>
          <p:nvPr>
            <p:ph type="sldNum" sz="quarter" idx="12"/>
          </p:nvPr>
        </p:nvSpPr>
        <p:spPr/>
        <p:txBody>
          <a:bodyPr/>
          <a:lstStyle>
            <a:lvl1pPr>
              <a:defRPr/>
            </a:lvl1pPr>
          </a:lstStyle>
          <a:p>
            <a:pPr>
              <a:defRPr/>
            </a:pPr>
            <a:fld id="{C127456A-1F7E-4FEA-BC0A-4AD4B2365FAC}"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166883414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3"/>
          <p:cNvSpPr>
            <a:spLocks noGrp="1"/>
          </p:cNvSpPr>
          <p:nvPr>
            <p:ph type="dt" sz="half" idx="10"/>
          </p:nvPr>
        </p:nvSpPr>
        <p:spPr/>
        <p:txBody>
          <a:bodyPr/>
          <a:lstStyle>
            <a:lvl1pPr>
              <a:defRPr/>
            </a:lvl1pPr>
          </a:lstStyle>
          <a:p>
            <a:pPr>
              <a:defRPr/>
            </a:pPr>
            <a:fld id="{9196908D-1922-4482-9229-29B4F6A21CAC}" type="datetimeFigureOut">
              <a:rPr lang="en-CA">
                <a:solidFill>
                  <a:prstClr val="black">
                    <a:tint val="75000"/>
                  </a:prstClr>
                </a:solidFill>
              </a:rPr>
              <a:pPr>
                <a:defRPr/>
              </a:pPr>
              <a:t>2022-07-24</a:t>
            </a:fld>
            <a:endParaRPr lang="en-CA">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5" name="Slide Number Placeholder 5"/>
          <p:cNvSpPr>
            <a:spLocks noGrp="1"/>
          </p:cNvSpPr>
          <p:nvPr>
            <p:ph type="sldNum" sz="quarter" idx="12"/>
          </p:nvPr>
        </p:nvSpPr>
        <p:spPr/>
        <p:txBody>
          <a:bodyPr/>
          <a:lstStyle>
            <a:lvl1pPr>
              <a:defRPr/>
            </a:lvl1pPr>
          </a:lstStyle>
          <a:p>
            <a:pPr>
              <a:defRPr/>
            </a:pPr>
            <a:fld id="{8972E105-B0AA-4D79-B43D-01BB1D74DB9D}"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98976250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3"/>
          <p:cNvSpPr>
            <a:spLocks noGrp="1"/>
          </p:cNvSpPr>
          <p:nvPr>
            <p:ph type="dt" sz="half" idx="10"/>
          </p:nvPr>
        </p:nvSpPr>
        <p:spPr/>
        <p:txBody>
          <a:bodyPr/>
          <a:lstStyle>
            <a:lvl1pPr>
              <a:defRPr/>
            </a:lvl1pPr>
          </a:lstStyle>
          <a:p>
            <a:pPr>
              <a:defRPr/>
            </a:pPr>
            <a:fld id="{9196908D-1922-4482-9229-29B4F6A21CAC}" type="datetimeFigureOut">
              <a:rPr lang="en-CA">
                <a:solidFill>
                  <a:prstClr val="black">
                    <a:tint val="75000"/>
                  </a:prstClr>
                </a:solidFill>
              </a:rPr>
              <a:pPr>
                <a:defRPr/>
              </a:pPr>
              <a:t>2022-07-24</a:t>
            </a:fld>
            <a:endParaRPr lang="en-CA">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5" name="Slide Number Placeholder 5"/>
          <p:cNvSpPr>
            <a:spLocks noGrp="1"/>
          </p:cNvSpPr>
          <p:nvPr>
            <p:ph type="sldNum" sz="quarter" idx="12"/>
          </p:nvPr>
        </p:nvSpPr>
        <p:spPr/>
        <p:txBody>
          <a:bodyPr/>
          <a:lstStyle>
            <a:lvl1pPr>
              <a:defRPr/>
            </a:lvl1pPr>
          </a:lstStyle>
          <a:p>
            <a:pPr>
              <a:defRPr/>
            </a:pPr>
            <a:fld id="{8972E105-B0AA-4D79-B43D-01BB1D74DB9D}"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394788751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42BA7B71-C156-4F76-9AB1-7F22102B6074}" type="datetimeFigureOut">
              <a:rPr lang="en-CA">
                <a:solidFill>
                  <a:prstClr val="black">
                    <a:tint val="75000"/>
                  </a:prstClr>
                </a:solidFill>
              </a:rPr>
              <a:pPr>
                <a:defRPr/>
              </a:pPr>
              <a:t>2022-07-24</a:t>
            </a:fld>
            <a:endParaRPr lang="en-CA">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6" name="Slide Number Placeholder 5"/>
          <p:cNvSpPr>
            <a:spLocks noGrp="1"/>
          </p:cNvSpPr>
          <p:nvPr>
            <p:ph type="sldNum" sz="quarter" idx="12"/>
          </p:nvPr>
        </p:nvSpPr>
        <p:spPr/>
        <p:txBody>
          <a:bodyPr/>
          <a:lstStyle>
            <a:lvl1pPr>
              <a:defRPr/>
            </a:lvl1pPr>
          </a:lstStyle>
          <a:p>
            <a:pPr>
              <a:defRPr/>
            </a:pPr>
            <a:fld id="{0AF17A15-19EE-497D-A491-85512E43446B}"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389373790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42BA7B71-C156-4F76-9AB1-7F22102B6074}" type="datetimeFigureOut">
              <a:rPr lang="en-CA">
                <a:solidFill>
                  <a:prstClr val="black">
                    <a:tint val="75000"/>
                  </a:prstClr>
                </a:solidFill>
              </a:rPr>
              <a:pPr>
                <a:defRPr/>
              </a:pPr>
              <a:t>2022-07-24</a:t>
            </a:fld>
            <a:endParaRPr lang="en-CA">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6" name="Slide Number Placeholder 5"/>
          <p:cNvSpPr>
            <a:spLocks noGrp="1"/>
          </p:cNvSpPr>
          <p:nvPr>
            <p:ph type="sldNum" sz="quarter" idx="12"/>
          </p:nvPr>
        </p:nvSpPr>
        <p:spPr/>
        <p:txBody>
          <a:bodyPr/>
          <a:lstStyle>
            <a:lvl1pPr>
              <a:defRPr/>
            </a:lvl1pPr>
          </a:lstStyle>
          <a:p>
            <a:pPr>
              <a:defRPr/>
            </a:pPr>
            <a:fld id="{0AF17A15-19EE-497D-A491-85512E43446B}"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73951681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42BA7B71-C156-4F76-9AB1-7F22102B6074}" type="datetimeFigureOut">
              <a:rPr lang="en-CA">
                <a:solidFill>
                  <a:prstClr val="black">
                    <a:tint val="75000"/>
                  </a:prstClr>
                </a:solidFill>
              </a:rPr>
              <a:pPr>
                <a:defRPr/>
              </a:pPr>
              <a:t>2022-07-24</a:t>
            </a:fld>
            <a:endParaRPr lang="en-CA">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6" name="Slide Number Placeholder 5"/>
          <p:cNvSpPr>
            <a:spLocks noGrp="1"/>
          </p:cNvSpPr>
          <p:nvPr>
            <p:ph type="sldNum" sz="quarter" idx="12"/>
          </p:nvPr>
        </p:nvSpPr>
        <p:spPr/>
        <p:txBody>
          <a:bodyPr/>
          <a:lstStyle>
            <a:lvl1pPr>
              <a:defRPr/>
            </a:lvl1pPr>
          </a:lstStyle>
          <a:p>
            <a:pPr>
              <a:defRPr/>
            </a:pPr>
            <a:fld id="{0AF17A15-19EE-497D-A491-85512E43446B}"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362959285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42BA7B71-C156-4F76-9AB1-7F22102B6074}" type="datetimeFigureOut">
              <a:rPr lang="en-CA">
                <a:solidFill>
                  <a:prstClr val="black">
                    <a:tint val="75000"/>
                  </a:prstClr>
                </a:solidFill>
              </a:rPr>
              <a:pPr>
                <a:defRPr/>
              </a:pPr>
              <a:t>2022-07-24</a:t>
            </a:fld>
            <a:endParaRPr lang="en-CA">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6" name="Slide Number Placeholder 5"/>
          <p:cNvSpPr>
            <a:spLocks noGrp="1"/>
          </p:cNvSpPr>
          <p:nvPr>
            <p:ph type="sldNum" sz="quarter" idx="12"/>
          </p:nvPr>
        </p:nvSpPr>
        <p:spPr/>
        <p:txBody>
          <a:bodyPr/>
          <a:lstStyle>
            <a:lvl1pPr>
              <a:defRPr/>
            </a:lvl1pPr>
          </a:lstStyle>
          <a:p>
            <a:pPr>
              <a:defRPr/>
            </a:pPr>
            <a:fld id="{0AF17A15-19EE-497D-A491-85512E43446B}"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305369288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838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6172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3"/>
          <p:cNvSpPr>
            <a:spLocks noGrp="1"/>
          </p:cNvSpPr>
          <p:nvPr>
            <p:ph type="dt" sz="half" idx="10"/>
          </p:nvPr>
        </p:nvSpPr>
        <p:spPr/>
        <p:txBody>
          <a:bodyPr/>
          <a:lstStyle>
            <a:lvl1pPr>
              <a:defRPr/>
            </a:lvl1pPr>
          </a:lstStyle>
          <a:p>
            <a:pPr>
              <a:defRPr/>
            </a:pPr>
            <a:fld id="{9AF5B760-1983-455D-BACE-A1AF1F319303}" type="datetimeFigureOut">
              <a:rPr lang="en-CA">
                <a:solidFill>
                  <a:prstClr val="black">
                    <a:tint val="75000"/>
                  </a:prstClr>
                </a:solidFill>
              </a:rPr>
              <a:pPr>
                <a:defRPr/>
              </a:pPr>
              <a:t>2022-07-24</a:t>
            </a:fld>
            <a:endParaRPr lang="en-CA">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7" name="Slide Number Placeholder 5"/>
          <p:cNvSpPr>
            <a:spLocks noGrp="1"/>
          </p:cNvSpPr>
          <p:nvPr>
            <p:ph type="sldNum" sz="quarter" idx="12"/>
          </p:nvPr>
        </p:nvSpPr>
        <p:spPr/>
        <p:txBody>
          <a:bodyPr/>
          <a:lstStyle>
            <a:lvl1pPr>
              <a:defRPr/>
            </a:lvl1pPr>
          </a:lstStyle>
          <a:p>
            <a:pPr>
              <a:defRPr/>
            </a:pPr>
            <a:fld id="{E58C2FF7-1110-4A7E-80C7-B26EAC6047C7}"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169695283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42BA7B71-C156-4F76-9AB1-7F22102B6074}" type="datetimeFigureOut">
              <a:rPr lang="en-CA">
                <a:solidFill>
                  <a:prstClr val="black">
                    <a:tint val="75000"/>
                  </a:prstClr>
                </a:solidFill>
              </a:rPr>
              <a:pPr>
                <a:defRPr/>
              </a:pPr>
              <a:t>2022-07-24</a:t>
            </a:fld>
            <a:endParaRPr lang="en-CA">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6" name="Slide Number Placeholder 5"/>
          <p:cNvSpPr>
            <a:spLocks noGrp="1"/>
          </p:cNvSpPr>
          <p:nvPr>
            <p:ph type="sldNum" sz="quarter" idx="12"/>
          </p:nvPr>
        </p:nvSpPr>
        <p:spPr/>
        <p:txBody>
          <a:bodyPr/>
          <a:lstStyle>
            <a:lvl1pPr>
              <a:defRPr/>
            </a:lvl1pPr>
          </a:lstStyle>
          <a:p>
            <a:pPr>
              <a:defRPr/>
            </a:pPr>
            <a:fld id="{0AF17A15-19EE-497D-A491-85512E43446B}"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298724858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3"/>
          <p:cNvSpPr>
            <a:spLocks noGrp="1"/>
          </p:cNvSpPr>
          <p:nvPr>
            <p:ph type="dt" sz="half" idx="10"/>
          </p:nvPr>
        </p:nvSpPr>
        <p:spPr/>
        <p:txBody>
          <a:bodyPr/>
          <a:lstStyle>
            <a:lvl1pPr>
              <a:defRPr/>
            </a:lvl1pPr>
          </a:lstStyle>
          <a:p>
            <a:pPr>
              <a:defRPr/>
            </a:pPr>
            <a:fld id="{9196908D-1922-4482-9229-29B4F6A21CAC}" type="datetimeFigureOut">
              <a:rPr lang="en-CA">
                <a:solidFill>
                  <a:prstClr val="black">
                    <a:tint val="75000"/>
                  </a:prstClr>
                </a:solidFill>
              </a:rPr>
              <a:pPr>
                <a:defRPr/>
              </a:pPr>
              <a:t>2022-07-24</a:t>
            </a:fld>
            <a:endParaRPr lang="en-CA">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5" name="Slide Number Placeholder 5"/>
          <p:cNvSpPr>
            <a:spLocks noGrp="1"/>
          </p:cNvSpPr>
          <p:nvPr>
            <p:ph type="sldNum" sz="quarter" idx="12"/>
          </p:nvPr>
        </p:nvSpPr>
        <p:spPr/>
        <p:txBody>
          <a:bodyPr/>
          <a:lstStyle>
            <a:lvl1pPr>
              <a:defRPr/>
            </a:lvl1pPr>
          </a:lstStyle>
          <a:p>
            <a:pPr>
              <a:defRPr/>
            </a:pPr>
            <a:fld id="{8972E105-B0AA-4D79-B43D-01BB1D74DB9D}"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227267081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838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6172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3"/>
          <p:cNvSpPr>
            <a:spLocks noGrp="1"/>
          </p:cNvSpPr>
          <p:nvPr>
            <p:ph type="dt" sz="half" idx="10"/>
          </p:nvPr>
        </p:nvSpPr>
        <p:spPr/>
        <p:txBody>
          <a:bodyPr/>
          <a:lstStyle>
            <a:lvl1pPr>
              <a:defRPr/>
            </a:lvl1pPr>
          </a:lstStyle>
          <a:p>
            <a:pPr>
              <a:defRPr/>
            </a:pPr>
            <a:fld id="{9AF5B760-1983-455D-BACE-A1AF1F319303}" type="datetimeFigureOut">
              <a:rPr lang="en-CA">
                <a:solidFill>
                  <a:prstClr val="black">
                    <a:tint val="75000"/>
                  </a:prstClr>
                </a:solidFill>
              </a:rPr>
              <a:pPr>
                <a:defRPr/>
              </a:pPr>
              <a:t>2022-07-24</a:t>
            </a:fld>
            <a:endParaRPr lang="en-CA">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7" name="Slide Number Placeholder 5"/>
          <p:cNvSpPr>
            <a:spLocks noGrp="1"/>
          </p:cNvSpPr>
          <p:nvPr>
            <p:ph type="sldNum" sz="quarter" idx="12"/>
          </p:nvPr>
        </p:nvSpPr>
        <p:spPr/>
        <p:txBody>
          <a:bodyPr/>
          <a:lstStyle>
            <a:lvl1pPr>
              <a:defRPr/>
            </a:lvl1pPr>
          </a:lstStyle>
          <a:p>
            <a:pPr>
              <a:defRPr/>
            </a:pPr>
            <a:fld id="{E58C2FF7-1110-4A7E-80C7-B26EAC6047C7}"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146676995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3"/>
          <p:cNvSpPr>
            <a:spLocks noGrp="1"/>
          </p:cNvSpPr>
          <p:nvPr>
            <p:ph type="dt" sz="half" idx="10"/>
          </p:nvPr>
        </p:nvSpPr>
        <p:spPr/>
        <p:txBody>
          <a:bodyPr/>
          <a:lstStyle>
            <a:lvl1pPr>
              <a:defRPr/>
            </a:lvl1pPr>
          </a:lstStyle>
          <a:p>
            <a:pPr>
              <a:defRPr/>
            </a:pPr>
            <a:fld id="{9196908D-1922-4482-9229-29B4F6A21CAC}" type="datetimeFigureOut">
              <a:rPr lang="en-CA">
                <a:solidFill>
                  <a:prstClr val="black">
                    <a:tint val="75000"/>
                  </a:prstClr>
                </a:solidFill>
              </a:rPr>
              <a:pPr>
                <a:defRPr/>
              </a:pPr>
              <a:t>2022-07-24</a:t>
            </a:fld>
            <a:endParaRPr lang="en-CA">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5" name="Slide Number Placeholder 5"/>
          <p:cNvSpPr>
            <a:spLocks noGrp="1"/>
          </p:cNvSpPr>
          <p:nvPr>
            <p:ph type="sldNum" sz="quarter" idx="12"/>
          </p:nvPr>
        </p:nvSpPr>
        <p:spPr/>
        <p:txBody>
          <a:bodyPr/>
          <a:lstStyle>
            <a:lvl1pPr>
              <a:defRPr/>
            </a:lvl1pPr>
          </a:lstStyle>
          <a:p>
            <a:pPr>
              <a:defRPr/>
            </a:pPr>
            <a:fld id="{8972E105-B0AA-4D79-B43D-01BB1D74DB9D}"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2598890037"/>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3"/>
          <p:cNvSpPr>
            <a:spLocks noGrp="1"/>
          </p:cNvSpPr>
          <p:nvPr>
            <p:ph type="dt" sz="half" idx="10"/>
          </p:nvPr>
        </p:nvSpPr>
        <p:spPr/>
        <p:txBody>
          <a:bodyPr/>
          <a:lstStyle>
            <a:lvl1pPr>
              <a:defRPr/>
            </a:lvl1pPr>
          </a:lstStyle>
          <a:p>
            <a:pPr>
              <a:defRPr/>
            </a:pPr>
            <a:fld id="{9196908D-1922-4482-9229-29B4F6A21CAC}" type="datetimeFigureOut">
              <a:rPr lang="en-CA">
                <a:solidFill>
                  <a:prstClr val="black">
                    <a:tint val="75000"/>
                  </a:prstClr>
                </a:solidFill>
              </a:rPr>
              <a:pPr>
                <a:defRPr/>
              </a:pPr>
              <a:t>2022-07-24</a:t>
            </a:fld>
            <a:endParaRPr lang="en-CA">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5" name="Slide Number Placeholder 5"/>
          <p:cNvSpPr>
            <a:spLocks noGrp="1"/>
          </p:cNvSpPr>
          <p:nvPr>
            <p:ph type="sldNum" sz="quarter" idx="12"/>
          </p:nvPr>
        </p:nvSpPr>
        <p:spPr/>
        <p:txBody>
          <a:bodyPr/>
          <a:lstStyle>
            <a:lvl1pPr>
              <a:defRPr/>
            </a:lvl1pPr>
          </a:lstStyle>
          <a:p>
            <a:pPr>
              <a:defRPr/>
            </a:pPr>
            <a:fld id="{8972E105-B0AA-4D79-B43D-01BB1D74DB9D}"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143539928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3"/>
          <p:cNvSpPr>
            <a:spLocks noGrp="1"/>
          </p:cNvSpPr>
          <p:nvPr>
            <p:ph type="dt" sz="half" idx="10"/>
          </p:nvPr>
        </p:nvSpPr>
        <p:spPr/>
        <p:txBody>
          <a:bodyPr/>
          <a:lstStyle>
            <a:lvl1pPr>
              <a:defRPr/>
            </a:lvl1pPr>
          </a:lstStyle>
          <a:p>
            <a:pPr>
              <a:defRPr/>
            </a:pPr>
            <a:fld id="{9196908D-1922-4482-9229-29B4F6A21CAC}" type="datetimeFigureOut">
              <a:rPr lang="en-CA">
                <a:solidFill>
                  <a:prstClr val="black">
                    <a:tint val="75000"/>
                  </a:prstClr>
                </a:solidFill>
              </a:rPr>
              <a:pPr>
                <a:defRPr/>
              </a:pPr>
              <a:t>2022-07-24</a:t>
            </a:fld>
            <a:endParaRPr lang="en-CA">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5" name="Slide Number Placeholder 5"/>
          <p:cNvSpPr>
            <a:spLocks noGrp="1"/>
          </p:cNvSpPr>
          <p:nvPr>
            <p:ph type="sldNum" sz="quarter" idx="12"/>
          </p:nvPr>
        </p:nvSpPr>
        <p:spPr/>
        <p:txBody>
          <a:bodyPr/>
          <a:lstStyle>
            <a:lvl1pPr>
              <a:defRPr/>
            </a:lvl1pPr>
          </a:lstStyle>
          <a:p>
            <a:pPr>
              <a:defRPr/>
            </a:pPr>
            <a:fld id="{8972E105-B0AA-4D79-B43D-01BB1D74DB9D}"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193247039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42BA7B71-C156-4F76-9AB1-7F22102B6074}" type="datetimeFigureOut">
              <a:rPr lang="en-CA">
                <a:solidFill>
                  <a:prstClr val="black">
                    <a:tint val="75000"/>
                  </a:prstClr>
                </a:solidFill>
              </a:rPr>
              <a:pPr>
                <a:defRPr/>
              </a:pPr>
              <a:t>2022-07-24</a:t>
            </a:fld>
            <a:endParaRPr lang="en-CA">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6" name="Slide Number Placeholder 5"/>
          <p:cNvSpPr>
            <a:spLocks noGrp="1"/>
          </p:cNvSpPr>
          <p:nvPr>
            <p:ph type="sldNum" sz="quarter" idx="12"/>
          </p:nvPr>
        </p:nvSpPr>
        <p:spPr/>
        <p:txBody>
          <a:bodyPr/>
          <a:lstStyle>
            <a:lvl1pPr>
              <a:defRPr/>
            </a:lvl1pPr>
          </a:lstStyle>
          <a:p>
            <a:pPr>
              <a:defRPr/>
            </a:pPr>
            <a:fld id="{0AF17A15-19EE-497D-A491-85512E43446B}"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348187434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838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6172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3"/>
          <p:cNvSpPr>
            <a:spLocks noGrp="1"/>
          </p:cNvSpPr>
          <p:nvPr>
            <p:ph type="dt" sz="half" idx="10"/>
          </p:nvPr>
        </p:nvSpPr>
        <p:spPr/>
        <p:txBody>
          <a:bodyPr/>
          <a:lstStyle>
            <a:lvl1pPr>
              <a:defRPr/>
            </a:lvl1pPr>
          </a:lstStyle>
          <a:p>
            <a:pPr>
              <a:defRPr/>
            </a:pPr>
            <a:fld id="{9AF5B760-1983-455D-BACE-A1AF1F319303}" type="datetimeFigureOut">
              <a:rPr lang="en-CA">
                <a:solidFill>
                  <a:prstClr val="black">
                    <a:tint val="75000"/>
                  </a:prstClr>
                </a:solidFill>
              </a:rPr>
              <a:pPr>
                <a:defRPr/>
              </a:pPr>
              <a:t>2022-07-24</a:t>
            </a:fld>
            <a:endParaRPr lang="en-CA">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7" name="Slide Number Placeholder 5"/>
          <p:cNvSpPr>
            <a:spLocks noGrp="1"/>
          </p:cNvSpPr>
          <p:nvPr>
            <p:ph type="sldNum" sz="quarter" idx="12"/>
          </p:nvPr>
        </p:nvSpPr>
        <p:spPr/>
        <p:txBody>
          <a:bodyPr/>
          <a:lstStyle>
            <a:lvl1pPr>
              <a:defRPr/>
            </a:lvl1pPr>
          </a:lstStyle>
          <a:p>
            <a:pPr>
              <a:defRPr/>
            </a:pPr>
            <a:fld id="{E58C2FF7-1110-4A7E-80C7-B26EAC6047C7}"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93041601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42BA7B71-C156-4F76-9AB1-7F22102B6074}" type="datetimeFigureOut">
              <a:rPr lang="en-CA">
                <a:solidFill>
                  <a:prstClr val="black">
                    <a:tint val="75000"/>
                  </a:prstClr>
                </a:solidFill>
              </a:rPr>
              <a:pPr>
                <a:defRPr/>
              </a:pPr>
              <a:t>2022-07-24</a:t>
            </a:fld>
            <a:endParaRPr lang="en-CA">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6" name="Slide Number Placeholder 5"/>
          <p:cNvSpPr>
            <a:spLocks noGrp="1"/>
          </p:cNvSpPr>
          <p:nvPr>
            <p:ph type="sldNum" sz="quarter" idx="12"/>
          </p:nvPr>
        </p:nvSpPr>
        <p:spPr/>
        <p:txBody>
          <a:bodyPr/>
          <a:lstStyle>
            <a:lvl1pPr>
              <a:defRPr/>
            </a:lvl1pPr>
          </a:lstStyle>
          <a:p>
            <a:pPr>
              <a:defRPr/>
            </a:pPr>
            <a:fld id="{0AF17A15-19EE-497D-A491-85512E43446B}"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104339836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838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6172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3"/>
          <p:cNvSpPr>
            <a:spLocks noGrp="1"/>
          </p:cNvSpPr>
          <p:nvPr>
            <p:ph type="dt" sz="half" idx="10"/>
          </p:nvPr>
        </p:nvSpPr>
        <p:spPr/>
        <p:txBody>
          <a:bodyPr/>
          <a:lstStyle>
            <a:lvl1pPr>
              <a:defRPr/>
            </a:lvl1pPr>
          </a:lstStyle>
          <a:p>
            <a:pPr>
              <a:defRPr/>
            </a:pPr>
            <a:fld id="{9AF5B760-1983-455D-BACE-A1AF1F319303}" type="datetimeFigureOut">
              <a:rPr lang="en-CA">
                <a:solidFill>
                  <a:prstClr val="black">
                    <a:tint val="75000"/>
                  </a:prstClr>
                </a:solidFill>
              </a:rPr>
              <a:pPr>
                <a:defRPr/>
              </a:pPr>
              <a:t>2022-07-24</a:t>
            </a:fld>
            <a:endParaRPr lang="en-CA">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7" name="Slide Number Placeholder 5"/>
          <p:cNvSpPr>
            <a:spLocks noGrp="1"/>
          </p:cNvSpPr>
          <p:nvPr>
            <p:ph type="sldNum" sz="quarter" idx="12"/>
          </p:nvPr>
        </p:nvSpPr>
        <p:spPr/>
        <p:txBody>
          <a:bodyPr/>
          <a:lstStyle>
            <a:lvl1pPr>
              <a:defRPr/>
            </a:lvl1pPr>
          </a:lstStyle>
          <a:p>
            <a:pPr>
              <a:defRPr/>
            </a:pPr>
            <a:fld id="{E58C2FF7-1110-4A7E-80C7-B26EAC6047C7}"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163409029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42BA7B71-C156-4F76-9AB1-7F22102B6074}" type="datetimeFigureOut">
              <a:rPr lang="en-CA">
                <a:solidFill>
                  <a:prstClr val="black">
                    <a:tint val="75000"/>
                  </a:prstClr>
                </a:solidFill>
              </a:rPr>
              <a:pPr>
                <a:defRPr/>
              </a:pPr>
              <a:t>2022-07-24</a:t>
            </a:fld>
            <a:endParaRPr lang="en-CA">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6" name="Slide Number Placeholder 5"/>
          <p:cNvSpPr>
            <a:spLocks noGrp="1"/>
          </p:cNvSpPr>
          <p:nvPr>
            <p:ph type="sldNum" sz="quarter" idx="12"/>
          </p:nvPr>
        </p:nvSpPr>
        <p:spPr/>
        <p:txBody>
          <a:bodyPr/>
          <a:lstStyle>
            <a:lvl1pPr>
              <a:defRPr/>
            </a:lvl1pPr>
          </a:lstStyle>
          <a:p>
            <a:pPr>
              <a:defRPr/>
            </a:pPr>
            <a:fld id="{0AF17A15-19EE-497D-A491-85512E43446B}"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276067854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42BA7B71-C156-4F76-9AB1-7F22102B6074}" type="datetimeFigureOut">
              <a:rPr lang="en-CA">
                <a:solidFill>
                  <a:prstClr val="black">
                    <a:tint val="75000"/>
                  </a:prstClr>
                </a:solidFill>
              </a:rPr>
              <a:pPr>
                <a:defRPr/>
              </a:pPr>
              <a:t>2022-07-24</a:t>
            </a:fld>
            <a:endParaRPr lang="en-CA">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6" name="Slide Number Placeholder 5"/>
          <p:cNvSpPr>
            <a:spLocks noGrp="1"/>
          </p:cNvSpPr>
          <p:nvPr>
            <p:ph type="sldNum" sz="quarter" idx="12"/>
          </p:nvPr>
        </p:nvSpPr>
        <p:spPr/>
        <p:txBody>
          <a:bodyPr/>
          <a:lstStyle>
            <a:lvl1pPr>
              <a:defRPr/>
            </a:lvl1pPr>
          </a:lstStyle>
          <a:p>
            <a:pPr>
              <a:defRPr/>
            </a:pPr>
            <a:fld id="{0AF17A15-19EE-497D-A491-85512E43446B}"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151996551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42BA7B71-C156-4F76-9AB1-7F22102B6074}" type="datetimeFigureOut">
              <a:rPr lang="en-CA">
                <a:solidFill>
                  <a:prstClr val="black">
                    <a:tint val="75000"/>
                  </a:prstClr>
                </a:solidFill>
              </a:rPr>
              <a:pPr>
                <a:defRPr/>
              </a:pPr>
              <a:t>2022-07-24</a:t>
            </a:fld>
            <a:endParaRPr lang="en-CA">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6" name="Slide Number Placeholder 5"/>
          <p:cNvSpPr>
            <a:spLocks noGrp="1"/>
          </p:cNvSpPr>
          <p:nvPr>
            <p:ph type="sldNum" sz="quarter" idx="12"/>
          </p:nvPr>
        </p:nvSpPr>
        <p:spPr/>
        <p:txBody>
          <a:bodyPr/>
          <a:lstStyle>
            <a:lvl1pPr>
              <a:defRPr/>
            </a:lvl1pPr>
          </a:lstStyle>
          <a:p>
            <a:pPr>
              <a:defRPr/>
            </a:pPr>
            <a:fld id="{0AF17A15-19EE-497D-A491-85512E43446B}"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208379292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42BA7B71-C156-4F76-9AB1-7F22102B6074}" type="datetimeFigureOut">
              <a:rPr lang="en-CA">
                <a:solidFill>
                  <a:prstClr val="black">
                    <a:tint val="75000"/>
                  </a:prstClr>
                </a:solidFill>
              </a:rPr>
              <a:pPr>
                <a:defRPr/>
              </a:pPr>
              <a:t>2022-07-24</a:t>
            </a:fld>
            <a:endParaRPr lang="en-CA">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6" name="Slide Number Placeholder 5"/>
          <p:cNvSpPr>
            <a:spLocks noGrp="1"/>
          </p:cNvSpPr>
          <p:nvPr>
            <p:ph type="sldNum" sz="quarter" idx="12"/>
          </p:nvPr>
        </p:nvSpPr>
        <p:spPr/>
        <p:txBody>
          <a:bodyPr/>
          <a:lstStyle>
            <a:lvl1pPr>
              <a:defRPr/>
            </a:lvl1pPr>
          </a:lstStyle>
          <a:p>
            <a:pPr>
              <a:defRPr/>
            </a:pPr>
            <a:fld id="{0AF17A15-19EE-497D-A491-85512E43446B}"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145303501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2FBF73A1-274F-4C6D-B335-3E77B6EAD7A5}" type="datetimeFigureOut">
              <a:rPr lang="en-CA">
                <a:solidFill>
                  <a:prstClr val="black">
                    <a:tint val="75000"/>
                  </a:prstClr>
                </a:solidFill>
              </a:rPr>
              <a:pPr>
                <a:defRPr/>
              </a:pPr>
              <a:t>2022-07-24</a:t>
            </a:fld>
            <a:endParaRPr lang="en-CA">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4" name="Slide Number Placeholder 5"/>
          <p:cNvSpPr>
            <a:spLocks noGrp="1"/>
          </p:cNvSpPr>
          <p:nvPr>
            <p:ph type="sldNum" sz="quarter" idx="12"/>
          </p:nvPr>
        </p:nvSpPr>
        <p:spPr/>
        <p:txBody>
          <a:bodyPr/>
          <a:lstStyle>
            <a:lvl1pPr>
              <a:defRPr/>
            </a:lvl1pPr>
          </a:lstStyle>
          <a:p>
            <a:pPr>
              <a:defRPr/>
            </a:pPr>
            <a:fld id="{C127456A-1F7E-4FEA-BC0A-4AD4B2365FAC}"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185736724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3"/>
          <p:cNvSpPr>
            <a:spLocks noGrp="1"/>
          </p:cNvSpPr>
          <p:nvPr>
            <p:ph type="dt" sz="half" idx="10"/>
          </p:nvPr>
        </p:nvSpPr>
        <p:spPr/>
        <p:txBody>
          <a:bodyPr/>
          <a:lstStyle>
            <a:lvl1pPr>
              <a:defRPr/>
            </a:lvl1pPr>
          </a:lstStyle>
          <a:p>
            <a:pPr>
              <a:defRPr/>
            </a:pPr>
            <a:fld id="{9196908D-1922-4482-9229-29B4F6A21CAC}" type="datetimeFigureOut">
              <a:rPr lang="en-CA">
                <a:solidFill>
                  <a:prstClr val="black">
                    <a:tint val="75000"/>
                  </a:prstClr>
                </a:solidFill>
              </a:rPr>
              <a:pPr>
                <a:defRPr/>
              </a:pPr>
              <a:t>2022-07-24</a:t>
            </a:fld>
            <a:endParaRPr lang="en-CA">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5" name="Slide Number Placeholder 5"/>
          <p:cNvSpPr>
            <a:spLocks noGrp="1"/>
          </p:cNvSpPr>
          <p:nvPr>
            <p:ph type="sldNum" sz="quarter" idx="12"/>
          </p:nvPr>
        </p:nvSpPr>
        <p:spPr/>
        <p:txBody>
          <a:bodyPr/>
          <a:lstStyle>
            <a:lvl1pPr>
              <a:defRPr/>
            </a:lvl1pPr>
          </a:lstStyle>
          <a:p>
            <a:pPr>
              <a:defRPr/>
            </a:pPr>
            <a:fld id="{8972E105-B0AA-4D79-B43D-01BB1D74DB9D}"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5864044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3"/>
          <p:cNvSpPr>
            <a:spLocks noGrp="1"/>
          </p:cNvSpPr>
          <p:nvPr>
            <p:ph type="dt" sz="half" idx="10"/>
          </p:nvPr>
        </p:nvSpPr>
        <p:spPr/>
        <p:txBody>
          <a:bodyPr/>
          <a:lstStyle>
            <a:lvl1pPr>
              <a:defRPr/>
            </a:lvl1pPr>
          </a:lstStyle>
          <a:p>
            <a:pPr>
              <a:defRPr/>
            </a:pPr>
            <a:fld id="{9196908D-1922-4482-9229-29B4F6A21CAC}" type="datetimeFigureOut">
              <a:rPr lang="en-CA">
                <a:solidFill>
                  <a:prstClr val="black">
                    <a:tint val="75000"/>
                  </a:prstClr>
                </a:solidFill>
              </a:rPr>
              <a:pPr>
                <a:defRPr/>
              </a:pPr>
              <a:t>2022-07-24</a:t>
            </a:fld>
            <a:endParaRPr lang="en-CA">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5" name="Slide Number Placeholder 5"/>
          <p:cNvSpPr>
            <a:spLocks noGrp="1"/>
          </p:cNvSpPr>
          <p:nvPr>
            <p:ph type="sldNum" sz="quarter" idx="12"/>
          </p:nvPr>
        </p:nvSpPr>
        <p:spPr/>
        <p:txBody>
          <a:bodyPr/>
          <a:lstStyle>
            <a:lvl1pPr>
              <a:defRPr/>
            </a:lvl1pPr>
          </a:lstStyle>
          <a:p>
            <a:pPr>
              <a:defRPr/>
            </a:pPr>
            <a:fld id="{8972E105-B0AA-4D79-B43D-01BB1D74DB9D}"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370030659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42BA7B71-C156-4F76-9AB1-7F22102B6074}" type="datetimeFigureOut">
              <a:rPr lang="en-CA">
                <a:solidFill>
                  <a:prstClr val="black">
                    <a:tint val="75000"/>
                  </a:prstClr>
                </a:solidFill>
              </a:rPr>
              <a:pPr>
                <a:defRPr/>
              </a:pPr>
              <a:t>2022-07-24</a:t>
            </a:fld>
            <a:endParaRPr lang="en-CA">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6" name="Slide Number Placeholder 5"/>
          <p:cNvSpPr>
            <a:spLocks noGrp="1"/>
          </p:cNvSpPr>
          <p:nvPr>
            <p:ph type="sldNum" sz="quarter" idx="12"/>
          </p:nvPr>
        </p:nvSpPr>
        <p:spPr/>
        <p:txBody>
          <a:bodyPr/>
          <a:lstStyle>
            <a:lvl1pPr>
              <a:defRPr/>
            </a:lvl1pPr>
          </a:lstStyle>
          <a:p>
            <a:pPr>
              <a:defRPr/>
            </a:pPr>
            <a:fld id="{0AF17A15-19EE-497D-A491-85512E43446B}"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219592314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3"/>
          <p:cNvSpPr>
            <a:spLocks noGrp="1"/>
          </p:cNvSpPr>
          <p:nvPr>
            <p:ph type="dt" sz="half" idx="10"/>
          </p:nvPr>
        </p:nvSpPr>
        <p:spPr/>
        <p:txBody>
          <a:bodyPr/>
          <a:lstStyle>
            <a:lvl1pPr>
              <a:defRPr/>
            </a:lvl1pPr>
          </a:lstStyle>
          <a:p>
            <a:pPr>
              <a:defRPr/>
            </a:pPr>
            <a:fld id="{9196908D-1922-4482-9229-29B4F6A21CAC}" type="datetimeFigureOut">
              <a:rPr lang="en-CA">
                <a:solidFill>
                  <a:prstClr val="black">
                    <a:tint val="75000"/>
                  </a:prstClr>
                </a:solidFill>
              </a:rPr>
              <a:pPr>
                <a:defRPr/>
              </a:pPr>
              <a:t>2022-07-24</a:t>
            </a:fld>
            <a:endParaRPr lang="en-CA">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5" name="Slide Number Placeholder 5"/>
          <p:cNvSpPr>
            <a:spLocks noGrp="1"/>
          </p:cNvSpPr>
          <p:nvPr>
            <p:ph type="sldNum" sz="quarter" idx="12"/>
          </p:nvPr>
        </p:nvSpPr>
        <p:spPr/>
        <p:txBody>
          <a:bodyPr/>
          <a:lstStyle>
            <a:lvl1pPr>
              <a:defRPr/>
            </a:lvl1pPr>
          </a:lstStyle>
          <a:p>
            <a:pPr>
              <a:defRPr/>
            </a:pPr>
            <a:fld id="{8972E105-B0AA-4D79-B43D-01BB1D74DB9D}"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377709575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3"/>
          <p:cNvSpPr>
            <a:spLocks noGrp="1"/>
          </p:cNvSpPr>
          <p:nvPr>
            <p:ph type="dt" sz="half" idx="10"/>
          </p:nvPr>
        </p:nvSpPr>
        <p:spPr/>
        <p:txBody>
          <a:bodyPr/>
          <a:lstStyle>
            <a:lvl1pPr>
              <a:defRPr/>
            </a:lvl1pPr>
          </a:lstStyle>
          <a:p>
            <a:pPr>
              <a:defRPr/>
            </a:pPr>
            <a:fld id="{9196908D-1922-4482-9229-29B4F6A21CAC}" type="datetimeFigureOut">
              <a:rPr lang="en-CA">
                <a:solidFill>
                  <a:prstClr val="black">
                    <a:tint val="75000"/>
                  </a:prstClr>
                </a:solidFill>
              </a:rPr>
              <a:pPr>
                <a:defRPr/>
              </a:pPr>
              <a:t>2022-07-24</a:t>
            </a:fld>
            <a:endParaRPr lang="en-CA">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5" name="Slide Number Placeholder 5"/>
          <p:cNvSpPr>
            <a:spLocks noGrp="1"/>
          </p:cNvSpPr>
          <p:nvPr>
            <p:ph type="sldNum" sz="quarter" idx="12"/>
          </p:nvPr>
        </p:nvSpPr>
        <p:spPr/>
        <p:txBody>
          <a:bodyPr/>
          <a:lstStyle>
            <a:lvl1pPr>
              <a:defRPr/>
            </a:lvl1pPr>
          </a:lstStyle>
          <a:p>
            <a:pPr>
              <a:defRPr/>
            </a:pPr>
            <a:fld id="{8972E105-B0AA-4D79-B43D-01BB1D74DB9D}"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739745015"/>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2FBF73A1-274F-4C6D-B335-3E77B6EAD7A5}" type="datetimeFigureOut">
              <a:rPr lang="en-CA">
                <a:solidFill>
                  <a:prstClr val="black">
                    <a:tint val="75000"/>
                  </a:prstClr>
                </a:solidFill>
              </a:rPr>
              <a:pPr>
                <a:defRPr/>
              </a:pPr>
              <a:t>2022-07-24</a:t>
            </a:fld>
            <a:endParaRPr lang="en-CA">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4" name="Slide Number Placeholder 5"/>
          <p:cNvSpPr>
            <a:spLocks noGrp="1"/>
          </p:cNvSpPr>
          <p:nvPr>
            <p:ph type="sldNum" sz="quarter" idx="12"/>
          </p:nvPr>
        </p:nvSpPr>
        <p:spPr/>
        <p:txBody>
          <a:bodyPr/>
          <a:lstStyle>
            <a:lvl1pPr>
              <a:defRPr/>
            </a:lvl1pPr>
          </a:lstStyle>
          <a:p>
            <a:pPr>
              <a:defRPr/>
            </a:pPr>
            <a:fld id="{C127456A-1F7E-4FEA-BC0A-4AD4B2365FAC}"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217739284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3"/>
          <p:cNvSpPr>
            <a:spLocks noGrp="1"/>
          </p:cNvSpPr>
          <p:nvPr>
            <p:ph type="dt" sz="half" idx="10"/>
          </p:nvPr>
        </p:nvSpPr>
        <p:spPr/>
        <p:txBody>
          <a:bodyPr/>
          <a:lstStyle>
            <a:lvl1pPr>
              <a:defRPr/>
            </a:lvl1pPr>
          </a:lstStyle>
          <a:p>
            <a:pPr>
              <a:defRPr/>
            </a:pPr>
            <a:fld id="{9196908D-1922-4482-9229-29B4F6A21CAC}" type="datetimeFigureOut">
              <a:rPr lang="en-CA">
                <a:solidFill>
                  <a:prstClr val="black">
                    <a:tint val="75000"/>
                  </a:prstClr>
                </a:solidFill>
              </a:rPr>
              <a:pPr>
                <a:defRPr/>
              </a:pPr>
              <a:t>2022-07-24</a:t>
            </a:fld>
            <a:endParaRPr lang="en-CA">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5" name="Slide Number Placeholder 5"/>
          <p:cNvSpPr>
            <a:spLocks noGrp="1"/>
          </p:cNvSpPr>
          <p:nvPr>
            <p:ph type="sldNum" sz="quarter" idx="12"/>
          </p:nvPr>
        </p:nvSpPr>
        <p:spPr/>
        <p:txBody>
          <a:bodyPr/>
          <a:lstStyle>
            <a:lvl1pPr>
              <a:defRPr/>
            </a:lvl1pPr>
          </a:lstStyle>
          <a:p>
            <a:pPr>
              <a:defRPr/>
            </a:pPr>
            <a:fld id="{8972E105-B0AA-4D79-B43D-01BB1D74DB9D}"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345416116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3"/>
          <p:cNvSpPr>
            <a:spLocks noGrp="1"/>
          </p:cNvSpPr>
          <p:nvPr>
            <p:ph type="dt" sz="half" idx="10"/>
          </p:nvPr>
        </p:nvSpPr>
        <p:spPr/>
        <p:txBody>
          <a:bodyPr/>
          <a:lstStyle>
            <a:lvl1pPr>
              <a:defRPr/>
            </a:lvl1pPr>
          </a:lstStyle>
          <a:p>
            <a:pPr>
              <a:defRPr/>
            </a:pPr>
            <a:fld id="{9196908D-1922-4482-9229-29B4F6A21CAC}" type="datetimeFigureOut">
              <a:rPr lang="en-CA">
                <a:solidFill>
                  <a:prstClr val="black">
                    <a:tint val="75000"/>
                  </a:prstClr>
                </a:solidFill>
              </a:rPr>
              <a:pPr>
                <a:defRPr/>
              </a:pPr>
              <a:t>2022-07-24</a:t>
            </a:fld>
            <a:endParaRPr lang="en-CA">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5" name="Slide Number Placeholder 5"/>
          <p:cNvSpPr>
            <a:spLocks noGrp="1"/>
          </p:cNvSpPr>
          <p:nvPr>
            <p:ph type="sldNum" sz="quarter" idx="12"/>
          </p:nvPr>
        </p:nvSpPr>
        <p:spPr/>
        <p:txBody>
          <a:bodyPr/>
          <a:lstStyle>
            <a:lvl1pPr>
              <a:defRPr/>
            </a:lvl1pPr>
          </a:lstStyle>
          <a:p>
            <a:pPr>
              <a:defRPr/>
            </a:pPr>
            <a:fld id="{8972E105-B0AA-4D79-B43D-01BB1D74DB9D}"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3286846484"/>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Date Placeholder 3"/>
          <p:cNvSpPr>
            <a:spLocks noGrp="1"/>
          </p:cNvSpPr>
          <p:nvPr>
            <p:ph type="dt" sz="half" idx="10"/>
          </p:nvPr>
        </p:nvSpPr>
        <p:spPr/>
        <p:txBody>
          <a:bodyPr/>
          <a:lstStyle>
            <a:lvl1pPr>
              <a:defRPr/>
            </a:lvl1pPr>
          </a:lstStyle>
          <a:p>
            <a:pPr>
              <a:defRPr/>
            </a:pPr>
            <a:fld id="{9196908D-1922-4482-9229-29B4F6A21CAC}" type="datetimeFigureOut">
              <a:rPr lang="en-CA">
                <a:solidFill>
                  <a:prstClr val="black">
                    <a:tint val="75000"/>
                  </a:prstClr>
                </a:solidFill>
              </a:rPr>
              <a:pPr>
                <a:defRPr/>
              </a:pPr>
              <a:t>2022-07-24</a:t>
            </a:fld>
            <a:endParaRPr lang="en-CA">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5" name="Slide Number Placeholder 5"/>
          <p:cNvSpPr>
            <a:spLocks noGrp="1"/>
          </p:cNvSpPr>
          <p:nvPr>
            <p:ph type="sldNum" sz="quarter" idx="12"/>
          </p:nvPr>
        </p:nvSpPr>
        <p:spPr/>
        <p:txBody>
          <a:bodyPr/>
          <a:lstStyle>
            <a:lvl1pPr>
              <a:defRPr/>
            </a:lvl1pPr>
          </a:lstStyle>
          <a:p>
            <a:pPr>
              <a:defRPr/>
            </a:pPr>
            <a:fld id="{8972E105-B0AA-4D79-B43D-01BB1D74DB9D}"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2012562771"/>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42BA7B71-C156-4F76-9AB1-7F22102B6074}" type="datetimeFigureOut">
              <a:rPr lang="en-CA">
                <a:solidFill>
                  <a:prstClr val="black">
                    <a:tint val="75000"/>
                  </a:prstClr>
                </a:solidFill>
              </a:rPr>
              <a:pPr>
                <a:defRPr/>
              </a:pPr>
              <a:t>2022-07-24</a:t>
            </a:fld>
            <a:endParaRPr lang="en-CA">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6" name="Slide Number Placeholder 5"/>
          <p:cNvSpPr>
            <a:spLocks noGrp="1"/>
          </p:cNvSpPr>
          <p:nvPr>
            <p:ph type="sldNum" sz="quarter" idx="12"/>
          </p:nvPr>
        </p:nvSpPr>
        <p:spPr/>
        <p:txBody>
          <a:bodyPr/>
          <a:lstStyle>
            <a:lvl1pPr>
              <a:defRPr/>
            </a:lvl1pPr>
          </a:lstStyle>
          <a:p>
            <a:pPr>
              <a:defRPr/>
            </a:pPr>
            <a:fld id="{0AF17A15-19EE-497D-A491-85512E43446B}"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2257581320"/>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42BA7B71-C156-4F76-9AB1-7F22102B6074}" type="datetimeFigureOut">
              <a:rPr lang="en-CA">
                <a:solidFill>
                  <a:prstClr val="black">
                    <a:tint val="75000"/>
                  </a:prstClr>
                </a:solidFill>
              </a:rPr>
              <a:pPr>
                <a:defRPr/>
              </a:pPr>
              <a:t>2022-07-24</a:t>
            </a:fld>
            <a:endParaRPr lang="en-CA">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6" name="Slide Number Placeholder 5"/>
          <p:cNvSpPr>
            <a:spLocks noGrp="1"/>
          </p:cNvSpPr>
          <p:nvPr>
            <p:ph type="sldNum" sz="quarter" idx="12"/>
          </p:nvPr>
        </p:nvSpPr>
        <p:spPr/>
        <p:txBody>
          <a:bodyPr/>
          <a:lstStyle>
            <a:lvl1pPr>
              <a:defRPr/>
            </a:lvl1pPr>
          </a:lstStyle>
          <a:p>
            <a:pPr>
              <a:defRPr/>
            </a:pPr>
            <a:fld id="{0AF17A15-19EE-497D-A491-85512E43446B}"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373447120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42BA7B71-C156-4F76-9AB1-7F22102B6074}" type="datetimeFigureOut">
              <a:rPr lang="en-CA">
                <a:solidFill>
                  <a:prstClr val="black">
                    <a:tint val="75000"/>
                  </a:prstClr>
                </a:solidFill>
              </a:rPr>
              <a:pPr>
                <a:defRPr/>
              </a:pPr>
              <a:t>2022-07-24</a:t>
            </a:fld>
            <a:endParaRPr lang="en-CA">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6" name="Slide Number Placeholder 5"/>
          <p:cNvSpPr>
            <a:spLocks noGrp="1"/>
          </p:cNvSpPr>
          <p:nvPr>
            <p:ph type="sldNum" sz="quarter" idx="12"/>
          </p:nvPr>
        </p:nvSpPr>
        <p:spPr/>
        <p:txBody>
          <a:bodyPr/>
          <a:lstStyle>
            <a:lvl1pPr>
              <a:defRPr/>
            </a:lvl1pPr>
          </a:lstStyle>
          <a:p>
            <a:pPr>
              <a:defRPr/>
            </a:pPr>
            <a:fld id="{0AF17A15-19EE-497D-A491-85512E43446B}"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3055313405"/>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42BA7B71-C156-4F76-9AB1-7F22102B6074}" type="datetimeFigureOut">
              <a:rPr lang="en-CA">
                <a:solidFill>
                  <a:prstClr val="black">
                    <a:tint val="75000"/>
                  </a:prstClr>
                </a:solidFill>
              </a:rPr>
              <a:pPr>
                <a:defRPr/>
              </a:pPr>
              <a:t>2022-07-24</a:t>
            </a:fld>
            <a:endParaRPr lang="en-CA">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6" name="Slide Number Placeholder 5"/>
          <p:cNvSpPr>
            <a:spLocks noGrp="1"/>
          </p:cNvSpPr>
          <p:nvPr>
            <p:ph type="sldNum" sz="quarter" idx="12"/>
          </p:nvPr>
        </p:nvSpPr>
        <p:spPr/>
        <p:txBody>
          <a:bodyPr/>
          <a:lstStyle>
            <a:lvl1pPr>
              <a:defRPr/>
            </a:lvl1pPr>
          </a:lstStyle>
          <a:p>
            <a:pPr>
              <a:defRPr/>
            </a:pPr>
            <a:fld id="{0AF17A15-19EE-497D-A491-85512E43446B}"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1168737183"/>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42BA7B71-C156-4F76-9AB1-7F22102B6074}" type="datetimeFigureOut">
              <a:rPr lang="en-CA">
                <a:solidFill>
                  <a:prstClr val="black">
                    <a:tint val="75000"/>
                  </a:prstClr>
                </a:solidFill>
              </a:rPr>
              <a:pPr>
                <a:defRPr/>
              </a:pPr>
              <a:t>2022-07-24</a:t>
            </a:fld>
            <a:endParaRPr lang="en-CA">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6" name="Slide Number Placeholder 5"/>
          <p:cNvSpPr>
            <a:spLocks noGrp="1"/>
          </p:cNvSpPr>
          <p:nvPr>
            <p:ph type="sldNum" sz="quarter" idx="12"/>
          </p:nvPr>
        </p:nvSpPr>
        <p:spPr/>
        <p:txBody>
          <a:bodyPr/>
          <a:lstStyle>
            <a:lvl1pPr>
              <a:defRPr/>
            </a:lvl1pPr>
          </a:lstStyle>
          <a:p>
            <a:pPr>
              <a:defRPr/>
            </a:pPr>
            <a:fld id="{0AF17A15-19EE-497D-A491-85512E43446B}"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4276085544"/>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42BA7B71-C156-4F76-9AB1-7F22102B6074}" type="datetimeFigureOut">
              <a:rPr lang="en-CA">
                <a:solidFill>
                  <a:prstClr val="black">
                    <a:tint val="75000"/>
                  </a:prstClr>
                </a:solidFill>
              </a:rPr>
              <a:pPr>
                <a:defRPr/>
              </a:pPr>
              <a:t>2022-07-24</a:t>
            </a:fld>
            <a:endParaRPr lang="en-CA">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6" name="Slide Number Placeholder 5"/>
          <p:cNvSpPr>
            <a:spLocks noGrp="1"/>
          </p:cNvSpPr>
          <p:nvPr>
            <p:ph type="sldNum" sz="quarter" idx="12"/>
          </p:nvPr>
        </p:nvSpPr>
        <p:spPr/>
        <p:txBody>
          <a:bodyPr/>
          <a:lstStyle>
            <a:lvl1pPr>
              <a:defRPr/>
            </a:lvl1pPr>
          </a:lstStyle>
          <a:p>
            <a:pPr>
              <a:defRPr/>
            </a:pPr>
            <a:fld id="{0AF17A15-19EE-497D-A491-85512E43446B}"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248354729"/>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42BA7B71-C156-4F76-9AB1-7F22102B6074}" type="datetimeFigureOut">
              <a:rPr lang="en-CA">
                <a:solidFill>
                  <a:prstClr val="black">
                    <a:tint val="75000"/>
                  </a:prstClr>
                </a:solidFill>
              </a:rPr>
              <a:pPr>
                <a:defRPr/>
              </a:pPr>
              <a:t>2022-07-24</a:t>
            </a:fld>
            <a:endParaRPr lang="en-CA">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6" name="Slide Number Placeholder 5"/>
          <p:cNvSpPr>
            <a:spLocks noGrp="1"/>
          </p:cNvSpPr>
          <p:nvPr>
            <p:ph type="sldNum" sz="quarter" idx="12"/>
          </p:nvPr>
        </p:nvSpPr>
        <p:spPr/>
        <p:txBody>
          <a:bodyPr/>
          <a:lstStyle>
            <a:lvl1pPr>
              <a:defRPr/>
            </a:lvl1pPr>
          </a:lstStyle>
          <a:p>
            <a:pPr>
              <a:defRPr/>
            </a:pPr>
            <a:fld id="{0AF17A15-19EE-497D-A491-85512E43446B}"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3210066276"/>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42BA7B71-C156-4F76-9AB1-7F22102B6074}" type="datetimeFigureOut">
              <a:rPr lang="en-CA">
                <a:solidFill>
                  <a:prstClr val="black">
                    <a:tint val="75000"/>
                  </a:prstClr>
                </a:solidFill>
              </a:rPr>
              <a:pPr>
                <a:defRPr/>
              </a:pPr>
              <a:t>2022-07-24</a:t>
            </a:fld>
            <a:endParaRPr lang="en-CA">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6" name="Slide Number Placeholder 5"/>
          <p:cNvSpPr>
            <a:spLocks noGrp="1"/>
          </p:cNvSpPr>
          <p:nvPr>
            <p:ph type="sldNum" sz="quarter" idx="12"/>
          </p:nvPr>
        </p:nvSpPr>
        <p:spPr/>
        <p:txBody>
          <a:bodyPr/>
          <a:lstStyle>
            <a:lvl1pPr>
              <a:defRPr/>
            </a:lvl1pPr>
          </a:lstStyle>
          <a:p>
            <a:pPr>
              <a:defRPr/>
            </a:pPr>
            <a:fld id="{0AF17A15-19EE-497D-A491-85512E43446B}"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1731434475"/>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42BA7B71-C156-4F76-9AB1-7F22102B6074}" type="datetimeFigureOut">
              <a:rPr lang="en-CA">
                <a:solidFill>
                  <a:prstClr val="black">
                    <a:tint val="75000"/>
                  </a:prstClr>
                </a:solidFill>
              </a:rPr>
              <a:pPr>
                <a:defRPr/>
              </a:pPr>
              <a:t>2022-07-24</a:t>
            </a:fld>
            <a:endParaRPr lang="en-CA">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6" name="Slide Number Placeholder 5"/>
          <p:cNvSpPr>
            <a:spLocks noGrp="1"/>
          </p:cNvSpPr>
          <p:nvPr>
            <p:ph type="sldNum" sz="quarter" idx="12"/>
          </p:nvPr>
        </p:nvSpPr>
        <p:spPr/>
        <p:txBody>
          <a:bodyPr/>
          <a:lstStyle>
            <a:lvl1pPr>
              <a:defRPr/>
            </a:lvl1pPr>
          </a:lstStyle>
          <a:p>
            <a:pPr>
              <a:defRPr/>
            </a:pPr>
            <a:fld id="{0AF17A15-19EE-497D-A491-85512E43446B}"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84380446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42BA7B71-C156-4F76-9AB1-7F22102B6074}" type="datetimeFigureOut">
              <a:rPr lang="en-CA">
                <a:solidFill>
                  <a:prstClr val="black">
                    <a:tint val="75000"/>
                  </a:prstClr>
                </a:solidFill>
              </a:rPr>
              <a:pPr>
                <a:defRPr/>
              </a:pPr>
              <a:t>2022-07-24</a:t>
            </a:fld>
            <a:endParaRPr lang="en-CA">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6" name="Slide Number Placeholder 5"/>
          <p:cNvSpPr>
            <a:spLocks noGrp="1"/>
          </p:cNvSpPr>
          <p:nvPr>
            <p:ph type="sldNum" sz="quarter" idx="12"/>
          </p:nvPr>
        </p:nvSpPr>
        <p:spPr/>
        <p:txBody>
          <a:bodyPr/>
          <a:lstStyle>
            <a:lvl1pPr>
              <a:defRPr/>
            </a:lvl1pPr>
          </a:lstStyle>
          <a:p>
            <a:pPr>
              <a:defRPr/>
            </a:pPr>
            <a:fld id="{0AF17A15-19EE-497D-A491-85512E43446B}"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2751335446"/>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sz="half" idx="1"/>
          </p:nvPr>
        </p:nvSpPr>
        <p:spPr>
          <a:xfrm>
            <a:off x="838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p:cNvSpPr>
            <a:spLocks noGrp="1"/>
          </p:cNvSpPr>
          <p:nvPr>
            <p:ph sz="half" idx="2"/>
          </p:nvPr>
        </p:nvSpPr>
        <p:spPr>
          <a:xfrm>
            <a:off x="6172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3"/>
          <p:cNvSpPr>
            <a:spLocks noGrp="1"/>
          </p:cNvSpPr>
          <p:nvPr>
            <p:ph type="dt" sz="half" idx="10"/>
          </p:nvPr>
        </p:nvSpPr>
        <p:spPr/>
        <p:txBody>
          <a:bodyPr/>
          <a:lstStyle>
            <a:lvl1pPr>
              <a:defRPr/>
            </a:lvl1pPr>
          </a:lstStyle>
          <a:p>
            <a:pPr>
              <a:defRPr/>
            </a:pPr>
            <a:fld id="{9AF5B760-1983-455D-BACE-A1AF1F319303}" type="datetimeFigureOut">
              <a:rPr lang="en-CA">
                <a:solidFill>
                  <a:prstClr val="black">
                    <a:tint val="75000"/>
                  </a:prstClr>
                </a:solidFill>
              </a:rPr>
              <a:pPr>
                <a:defRPr/>
              </a:pPr>
              <a:t>2022-07-24</a:t>
            </a:fld>
            <a:endParaRPr lang="en-CA">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7" name="Slide Number Placeholder 5"/>
          <p:cNvSpPr>
            <a:spLocks noGrp="1"/>
          </p:cNvSpPr>
          <p:nvPr>
            <p:ph type="sldNum" sz="quarter" idx="12"/>
          </p:nvPr>
        </p:nvSpPr>
        <p:spPr/>
        <p:txBody>
          <a:bodyPr/>
          <a:lstStyle>
            <a:lvl1pPr>
              <a:defRPr/>
            </a:lvl1pPr>
          </a:lstStyle>
          <a:p>
            <a:pPr>
              <a:defRPr/>
            </a:pPr>
            <a:fld id="{E58C2FF7-1110-4A7E-80C7-B26EAC6047C7}"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1573602922"/>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42BA7B71-C156-4F76-9AB1-7F22102B6074}" type="datetimeFigureOut">
              <a:rPr lang="en-CA">
                <a:solidFill>
                  <a:prstClr val="black">
                    <a:tint val="75000"/>
                  </a:prstClr>
                </a:solidFill>
              </a:rPr>
              <a:pPr>
                <a:defRPr/>
              </a:pPr>
              <a:t>2022-07-24</a:t>
            </a:fld>
            <a:endParaRPr lang="en-CA">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6" name="Slide Number Placeholder 5"/>
          <p:cNvSpPr>
            <a:spLocks noGrp="1"/>
          </p:cNvSpPr>
          <p:nvPr>
            <p:ph type="sldNum" sz="quarter" idx="12"/>
          </p:nvPr>
        </p:nvSpPr>
        <p:spPr/>
        <p:txBody>
          <a:bodyPr/>
          <a:lstStyle>
            <a:lvl1pPr>
              <a:defRPr/>
            </a:lvl1pPr>
          </a:lstStyle>
          <a:p>
            <a:pPr>
              <a:defRPr/>
            </a:pPr>
            <a:fld id="{0AF17A15-19EE-497D-A491-85512E43446B}"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2889639484"/>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42BA7B71-C156-4F76-9AB1-7F22102B6074}" type="datetimeFigureOut">
              <a:rPr lang="en-CA">
                <a:solidFill>
                  <a:prstClr val="black">
                    <a:tint val="75000"/>
                  </a:prstClr>
                </a:solidFill>
              </a:rPr>
              <a:pPr>
                <a:defRPr/>
              </a:pPr>
              <a:t>2022-07-24</a:t>
            </a:fld>
            <a:endParaRPr lang="en-CA">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6" name="Slide Number Placeholder 5"/>
          <p:cNvSpPr>
            <a:spLocks noGrp="1"/>
          </p:cNvSpPr>
          <p:nvPr>
            <p:ph type="sldNum" sz="quarter" idx="12"/>
          </p:nvPr>
        </p:nvSpPr>
        <p:spPr/>
        <p:txBody>
          <a:bodyPr/>
          <a:lstStyle>
            <a:lvl1pPr>
              <a:defRPr/>
            </a:lvl1pPr>
          </a:lstStyle>
          <a:p>
            <a:pPr>
              <a:defRPr/>
            </a:pPr>
            <a:fld id="{0AF17A15-19EE-497D-A491-85512E43446B}"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594357807"/>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2FBF73A1-274F-4C6D-B335-3E77B6EAD7A5}" type="datetimeFigureOut">
              <a:rPr lang="en-CA">
                <a:solidFill>
                  <a:prstClr val="black">
                    <a:tint val="75000"/>
                  </a:prstClr>
                </a:solidFill>
              </a:rPr>
              <a:pPr>
                <a:defRPr/>
              </a:pPr>
              <a:t>2022-07-24</a:t>
            </a:fld>
            <a:endParaRPr lang="en-CA">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4" name="Slide Number Placeholder 5"/>
          <p:cNvSpPr>
            <a:spLocks noGrp="1"/>
          </p:cNvSpPr>
          <p:nvPr>
            <p:ph type="sldNum" sz="quarter" idx="12"/>
          </p:nvPr>
        </p:nvSpPr>
        <p:spPr/>
        <p:txBody>
          <a:bodyPr/>
          <a:lstStyle>
            <a:lvl1pPr>
              <a:defRPr/>
            </a:lvl1pPr>
          </a:lstStyle>
          <a:p>
            <a:pPr>
              <a:defRPr/>
            </a:pPr>
            <a:fld id="{C127456A-1F7E-4FEA-BC0A-4AD4B2365FAC}"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3952689724"/>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74184" y="457200"/>
            <a:ext cx="10860616" cy="838200"/>
          </a:xfrm>
        </p:spPr>
        <p:txBody>
          <a:bodyPr/>
          <a:lstStyle/>
          <a:p>
            <a:r>
              <a:rPr lang="en-US"/>
              <a:t>Click to edit Master title style</a:t>
            </a:r>
          </a:p>
        </p:txBody>
      </p:sp>
      <p:sp>
        <p:nvSpPr>
          <p:cNvPr id="3" name="Text Placeholder 2"/>
          <p:cNvSpPr>
            <a:spLocks noGrp="1"/>
          </p:cNvSpPr>
          <p:nvPr>
            <p:ph type="body" sz="half" idx="1"/>
          </p:nvPr>
        </p:nvSpPr>
        <p:spPr>
          <a:xfrm>
            <a:off x="874186" y="1781176"/>
            <a:ext cx="5192183" cy="35718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69567" y="1781176"/>
            <a:ext cx="5192184" cy="35718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19033807"/>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42BA7B71-C156-4F76-9AB1-7F22102B6074}" type="datetimeFigureOut">
              <a:rPr lang="en-CA">
                <a:solidFill>
                  <a:prstClr val="black">
                    <a:tint val="75000"/>
                  </a:prstClr>
                </a:solidFill>
              </a:rPr>
              <a:pPr>
                <a:defRPr/>
              </a:pPr>
              <a:t>2022-07-24</a:t>
            </a:fld>
            <a:endParaRPr lang="en-CA">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6" name="Slide Number Placeholder 5"/>
          <p:cNvSpPr>
            <a:spLocks noGrp="1"/>
          </p:cNvSpPr>
          <p:nvPr>
            <p:ph type="sldNum" sz="quarter" idx="12"/>
          </p:nvPr>
        </p:nvSpPr>
        <p:spPr/>
        <p:txBody>
          <a:bodyPr/>
          <a:lstStyle>
            <a:lvl1pPr>
              <a:defRPr/>
            </a:lvl1pPr>
          </a:lstStyle>
          <a:p>
            <a:pPr>
              <a:defRPr/>
            </a:pPr>
            <a:fld id="{0AF17A15-19EE-497D-A491-85512E43446B}"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1279216226"/>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CA"/>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p:cNvSpPr>
            <a:spLocks noGrp="1"/>
          </p:cNvSpPr>
          <p:nvPr>
            <p:ph type="dt" sz="half" idx="10"/>
          </p:nvPr>
        </p:nvSpPr>
        <p:spPr/>
        <p:txBody>
          <a:bodyPr/>
          <a:lstStyle>
            <a:lvl1pPr>
              <a:defRPr/>
            </a:lvl1pPr>
          </a:lstStyle>
          <a:p>
            <a:pPr>
              <a:defRPr/>
            </a:pPr>
            <a:fld id="{42BA7B71-C156-4F76-9AB1-7F22102B6074}" type="datetimeFigureOut">
              <a:rPr lang="en-CA">
                <a:solidFill>
                  <a:prstClr val="black">
                    <a:tint val="75000"/>
                  </a:prstClr>
                </a:solidFill>
              </a:rPr>
              <a:pPr>
                <a:defRPr/>
              </a:pPr>
              <a:t>2022-07-24</a:t>
            </a:fld>
            <a:endParaRPr lang="en-CA">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r>
              <a:rPr lang="en-US">
                <a:solidFill>
                  <a:prstClr val="black">
                    <a:tint val="75000"/>
                  </a:prstClr>
                </a:solidFill>
              </a:rPr>
              <a:t>    &lt;#&gt;</a:t>
            </a:r>
          </a:p>
        </p:txBody>
      </p:sp>
      <p:sp>
        <p:nvSpPr>
          <p:cNvPr id="6" name="Slide Number Placeholder 5"/>
          <p:cNvSpPr>
            <a:spLocks noGrp="1"/>
          </p:cNvSpPr>
          <p:nvPr>
            <p:ph type="sldNum" sz="quarter" idx="12"/>
          </p:nvPr>
        </p:nvSpPr>
        <p:spPr/>
        <p:txBody>
          <a:bodyPr/>
          <a:lstStyle>
            <a:lvl1pPr>
              <a:defRPr/>
            </a:lvl1pPr>
          </a:lstStyle>
          <a:p>
            <a:pPr>
              <a:defRPr/>
            </a:pPr>
            <a:fld id="{0AF17A15-19EE-497D-A491-85512E43446B}" type="slidenum">
              <a:rPr lang="en-CA">
                <a:solidFill>
                  <a:prstClr val="black">
                    <a:tint val="75000"/>
                  </a:prstClr>
                </a:solidFill>
              </a:rPr>
              <a:pPr>
                <a:defRPr/>
              </a:pPr>
              <a:t>‹#›</a:t>
            </a:fld>
            <a:endParaRPr lang="en-CA">
              <a:solidFill>
                <a:prstClr val="black">
                  <a:tint val="75000"/>
                </a:prstClr>
              </a:solidFill>
            </a:endParaRPr>
          </a:p>
        </p:txBody>
      </p:sp>
    </p:spTree>
    <p:extLst>
      <p:ext uri="{BB962C8B-B14F-4D97-AF65-F5344CB8AC3E}">
        <p14:creationId xmlns:p14="http://schemas.microsoft.com/office/powerpoint/2010/main" val="1482681809"/>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75191" y="141321"/>
            <a:ext cx="11041616" cy="430887"/>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828800" y="3840480"/>
            <a:ext cx="8534400" cy="276999"/>
          </a:xfrm>
          <a:prstGeom prst="rect">
            <a:avLst/>
          </a:prstGeom>
        </p:spPr>
        <p:txBody>
          <a:bodyPr wrap="square" lIns="0" tIns="0" rIns="0" bIns="0">
            <a:spAutoFit/>
          </a:bodyPr>
          <a:lstStyle>
            <a:lvl1pPr>
              <a:defRPr/>
            </a:lvl1pPr>
          </a:lstStyle>
          <a:p>
            <a:endParaRPr/>
          </a:p>
        </p:txBody>
      </p:sp>
    </p:spTree>
    <p:extLst>
      <p:ext uri="{BB962C8B-B14F-4D97-AF65-F5344CB8AC3E}">
        <p14:creationId xmlns:p14="http://schemas.microsoft.com/office/powerpoint/2010/main" val="153647966"/>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80881" y="429237"/>
            <a:ext cx="3411220" cy="573875"/>
          </a:xfrm>
        </p:spPr>
        <p:txBody>
          <a:bodyPr lIns="0" tIns="0" rIns="0" bIns="0"/>
          <a:lstStyle>
            <a:lvl1pPr>
              <a:defRPr sz="3729" b="0" i="0">
                <a:solidFill>
                  <a:srgbClr val="676767"/>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899"/>
          </a:xfrm>
          <a:prstGeom prst="rect">
            <a:avLst/>
          </a:prstGeom>
        </p:spPr>
        <p:txBody>
          <a:bodyPr lIns="0" tIns="0" rIns="0" bIns="0"/>
          <a:lstStyle>
            <a:lvl1pPr algn="ctr">
              <a:defRPr>
                <a:solidFill>
                  <a:schemeClr val="tx1">
                    <a:tint val="75000"/>
                  </a:schemeClr>
                </a:solidFill>
              </a:defRPr>
            </a:lvl1pPr>
          </a:lstStyle>
          <a:p>
            <a:endParaRPr>
              <a:solidFill>
                <a:prstClr val="black">
                  <a:tint val="75000"/>
                </a:prstClr>
              </a:solidFill>
            </a:endParaRPr>
          </a:p>
        </p:txBody>
      </p:sp>
      <p:sp>
        <p:nvSpPr>
          <p:cNvPr id="5" name="Holder 5"/>
          <p:cNvSpPr>
            <a:spLocks noGrp="1"/>
          </p:cNvSpPr>
          <p:nvPr>
            <p:ph type="dt" sz="half" idx="6"/>
          </p:nvPr>
        </p:nvSpPr>
        <p:spPr>
          <a:xfrm>
            <a:off x="609600" y="6377940"/>
            <a:ext cx="2804160" cy="342899"/>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7/24/2022</a:t>
            </a:fld>
            <a:endParaRPr lang="en-US">
              <a:solidFill>
                <a:prstClr val="black">
                  <a:tint val="75000"/>
                </a:prstClr>
              </a:solidFill>
            </a:endParaRPr>
          </a:p>
        </p:txBody>
      </p:sp>
      <p:sp>
        <p:nvSpPr>
          <p:cNvPr id="6" name="Holder 6"/>
          <p:cNvSpPr>
            <a:spLocks noGrp="1"/>
          </p:cNvSpPr>
          <p:nvPr>
            <p:ph type="sldNum" sz="quarter" idx="7"/>
          </p:nvPr>
        </p:nvSpPr>
        <p:spPr>
          <a:xfrm>
            <a:off x="8778240" y="6377940"/>
            <a:ext cx="2804160" cy="342899"/>
          </a:xfrm>
          <a:prstGeom prst="rect">
            <a:avLst/>
          </a:prstGeom>
        </p:spPr>
        <p:txBody>
          <a:bodyPr lIns="0" tIns="0" rIns="0" bIns="0"/>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3094907972"/>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580881" y="429237"/>
            <a:ext cx="3411220" cy="573875"/>
          </a:xfrm>
        </p:spPr>
        <p:txBody>
          <a:bodyPr lIns="0" tIns="0" rIns="0" bIns="0"/>
          <a:lstStyle>
            <a:lvl1pPr>
              <a:defRPr sz="3729" b="0" i="0">
                <a:solidFill>
                  <a:srgbClr val="676767"/>
                </a:solidFill>
                <a:latin typeface="Arial"/>
                <a:cs typeface="Arial"/>
              </a:defRPr>
            </a:lvl1pPr>
          </a:lstStyle>
          <a:p>
            <a:endParaRPr/>
          </a:p>
        </p:txBody>
      </p:sp>
      <p:sp>
        <p:nvSpPr>
          <p:cNvPr id="3" name="Holder 3"/>
          <p:cNvSpPr>
            <a:spLocks noGrp="1"/>
          </p:cNvSpPr>
          <p:nvPr>
            <p:ph sz="half" idx="2"/>
          </p:nvPr>
        </p:nvSpPr>
        <p:spPr>
          <a:xfrm>
            <a:off x="584944" y="1269111"/>
            <a:ext cx="4753187" cy="368884"/>
          </a:xfrm>
          <a:prstGeom prst="rect">
            <a:avLst/>
          </a:prstGeom>
        </p:spPr>
        <p:txBody>
          <a:bodyPr wrap="square" lIns="0" tIns="0" rIns="0" bIns="0">
            <a:spAutoFit/>
          </a:bodyPr>
          <a:lstStyle>
            <a:lvl1pPr>
              <a:defRPr sz="2397" b="0" i="0">
                <a:solidFill>
                  <a:srgbClr val="676767"/>
                </a:solidFill>
                <a:latin typeface="Arial"/>
                <a:cs typeface="Arial"/>
              </a:defRPr>
            </a:lvl1pPr>
          </a:lstStyle>
          <a:p>
            <a:endParaRPr/>
          </a:p>
        </p:txBody>
      </p:sp>
      <p:sp>
        <p:nvSpPr>
          <p:cNvPr id="4" name="Holder 4"/>
          <p:cNvSpPr>
            <a:spLocks noGrp="1"/>
          </p:cNvSpPr>
          <p:nvPr>
            <p:ph sz="half" idx="3"/>
          </p:nvPr>
        </p:nvSpPr>
        <p:spPr>
          <a:xfrm>
            <a:off x="6278880" y="1577340"/>
            <a:ext cx="5303520"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a:xfrm>
            <a:off x="4145280" y="6377940"/>
            <a:ext cx="3901440" cy="342899"/>
          </a:xfrm>
          <a:prstGeom prst="rect">
            <a:avLst/>
          </a:prstGeom>
        </p:spPr>
        <p:txBody>
          <a:bodyPr lIns="0" tIns="0" rIns="0" bIns="0"/>
          <a:lstStyle>
            <a:lvl1pPr algn="ctr">
              <a:defRPr>
                <a:solidFill>
                  <a:schemeClr val="tx1">
                    <a:tint val="75000"/>
                  </a:schemeClr>
                </a:solidFill>
              </a:defRPr>
            </a:lvl1pPr>
          </a:lstStyle>
          <a:p>
            <a:endParaRPr>
              <a:solidFill>
                <a:prstClr val="black">
                  <a:tint val="75000"/>
                </a:prstClr>
              </a:solidFill>
            </a:endParaRPr>
          </a:p>
        </p:txBody>
      </p:sp>
      <p:sp>
        <p:nvSpPr>
          <p:cNvPr id="6" name="Holder 6"/>
          <p:cNvSpPr>
            <a:spLocks noGrp="1"/>
          </p:cNvSpPr>
          <p:nvPr>
            <p:ph type="dt" sz="half" idx="6"/>
          </p:nvPr>
        </p:nvSpPr>
        <p:spPr>
          <a:xfrm>
            <a:off x="609600" y="6377940"/>
            <a:ext cx="2804160" cy="342899"/>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7/24/2022</a:t>
            </a:fld>
            <a:endParaRPr lang="en-US">
              <a:solidFill>
                <a:prstClr val="black">
                  <a:tint val="75000"/>
                </a:prstClr>
              </a:solidFill>
            </a:endParaRPr>
          </a:p>
        </p:txBody>
      </p:sp>
      <p:sp>
        <p:nvSpPr>
          <p:cNvPr id="7" name="Holder 7"/>
          <p:cNvSpPr>
            <a:spLocks noGrp="1"/>
          </p:cNvSpPr>
          <p:nvPr>
            <p:ph type="sldNum" sz="quarter" idx="7"/>
          </p:nvPr>
        </p:nvSpPr>
        <p:spPr>
          <a:xfrm>
            <a:off x="8778240" y="6377940"/>
            <a:ext cx="2804160" cy="342899"/>
          </a:xfrm>
          <a:prstGeom prst="rect">
            <a:avLst/>
          </a:prstGeom>
        </p:spPr>
        <p:txBody>
          <a:bodyPr lIns="0" tIns="0" rIns="0" bIns="0"/>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1969026868"/>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580881" y="429237"/>
            <a:ext cx="3411220" cy="573875"/>
          </a:xfrm>
        </p:spPr>
        <p:txBody>
          <a:bodyPr lIns="0" tIns="0" rIns="0" bIns="0"/>
          <a:lstStyle>
            <a:lvl1pPr>
              <a:defRPr sz="3729" b="0" i="0">
                <a:solidFill>
                  <a:srgbClr val="676767"/>
                </a:solidFill>
                <a:latin typeface="Arial"/>
                <a:cs typeface="Arial"/>
              </a:defRPr>
            </a:lvl1pPr>
          </a:lstStyle>
          <a:p>
            <a:endParaRPr/>
          </a:p>
        </p:txBody>
      </p:sp>
      <p:sp>
        <p:nvSpPr>
          <p:cNvPr id="3" name="Holder 3"/>
          <p:cNvSpPr>
            <a:spLocks noGrp="1"/>
          </p:cNvSpPr>
          <p:nvPr>
            <p:ph type="ftr" sz="quarter" idx="5"/>
          </p:nvPr>
        </p:nvSpPr>
        <p:spPr>
          <a:xfrm>
            <a:off x="4145280" y="6377940"/>
            <a:ext cx="3901440" cy="342899"/>
          </a:xfrm>
          <a:prstGeom prst="rect">
            <a:avLst/>
          </a:prstGeom>
        </p:spPr>
        <p:txBody>
          <a:bodyPr lIns="0" tIns="0" rIns="0" bIns="0"/>
          <a:lstStyle>
            <a:lvl1pPr algn="ctr">
              <a:defRPr>
                <a:solidFill>
                  <a:schemeClr val="tx1">
                    <a:tint val="75000"/>
                  </a:schemeClr>
                </a:solidFill>
              </a:defRPr>
            </a:lvl1pPr>
          </a:lstStyle>
          <a:p>
            <a:endParaRPr>
              <a:solidFill>
                <a:prstClr val="black">
                  <a:tint val="75000"/>
                </a:prstClr>
              </a:solidFill>
            </a:endParaRPr>
          </a:p>
        </p:txBody>
      </p:sp>
      <p:sp>
        <p:nvSpPr>
          <p:cNvPr id="4" name="Holder 4"/>
          <p:cNvSpPr>
            <a:spLocks noGrp="1"/>
          </p:cNvSpPr>
          <p:nvPr>
            <p:ph type="dt" sz="half" idx="6"/>
          </p:nvPr>
        </p:nvSpPr>
        <p:spPr>
          <a:xfrm>
            <a:off x="609600" y="6377940"/>
            <a:ext cx="2804160" cy="342899"/>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7/24/2022</a:t>
            </a:fld>
            <a:endParaRPr lang="en-US">
              <a:solidFill>
                <a:prstClr val="black">
                  <a:tint val="75000"/>
                </a:prstClr>
              </a:solidFill>
            </a:endParaRPr>
          </a:p>
        </p:txBody>
      </p:sp>
      <p:sp>
        <p:nvSpPr>
          <p:cNvPr id="5" name="Holder 5"/>
          <p:cNvSpPr>
            <a:spLocks noGrp="1"/>
          </p:cNvSpPr>
          <p:nvPr>
            <p:ph type="sldNum" sz="quarter" idx="7"/>
          </p:nvPr>
        </p:nvSpPr>
        <p:spPr>
          <a:xfrm>
            <a:off x="8778240" y="6377940"/>
            <a:ext cx="2804160" cy="342899"/>
          </a:xfrm>
          <a:prstGeom prst="rect">
            <a:avLst/>
          </a:prstGeom>
        </p:spPr>
        <p:txBody>
          <a:bodyPr lIns="0" tIns="0" rIns="0" bIns="0"/>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188872498"/>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a:xfrm>
            <a:off x="4145280" y="6377940"/>
            <a:ext cx="3901440" cy="342899"/>
          </a:xfrm>
          <a:prstGeom prst="rect">
            <a:avLst/>
          </a:prstGeom>
        </p:spPr>
        <p:txBody>
          <a:bodyPr lIns="0" tIns="0" rIns="0" bIns="0"/>
          <a:lstStyle>
            <a:lvl1pPr algn="ctr">
              <a:defRPr>
                <a:solidFill>
                  <a:schemeClr val="tx1">
                    <a:tint val="75000"/>
                  </a:schemeClr>
                </a:solidFill>
              </a:defRPr>
            </a:lvl1pPr>
          </a:lstStyle>
          <a:p>
            <a:endParaRPr>
              <a:solidFill>
                <a:prstClr val="black">
                  <a:tint val="75000"/>
                </a:prstClr>
              </a:solidFill>
            </a:endParaRPr>
          </a:p>
        </p:txBody>
      </p:sp>
      <p:sp>
        <p:nvSpPr>
          <p:cNvPr id="3" name="Holder 3"/>
          <p:cNvSpPr>
            <a:spLocks noGrp="1"/>
          </p:cNvSpPr>
          <p:nvPr>
            <p:ph type="dt" sz="half" idx="6"/>
          </p:nvPr>
        </p:nvSpPr>
        <p:spPr>
          <a:xfrm>
            <a:off x="609600" y="6377940"/>
            <a:ext cx="2804160" cy="342899"/>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7/24/2022</a:t>
            </a:fld>
            <a:endParaRPr lang="en-US">
              <a:solidFill>
                <a:prstClr val="black">
                  <a:tint val="75000"/>
                </a:prstClr>
              </a:solidFill>
            </a:endParaRPr>
          </a:p>
        </p:txBody>
      </p:sp>
      <p:sp>
        <p:nvSpPr>
          <p:cNvPr id="4" name="Holder 4"/>
          <p:cNvSpPr>
            <a:spLocks noGrp="1"/>
          </p:cNvSpPr>
          <p:nvPr>
            <p:ph type="sldNum" sz="quarter" idx="7"/>
          </p:nvPr>
        </p:nvSpPr>
        <p:spPr>
          <a:xfrm>
            <a:off x="8778240" y="6377940"/>
            <a:ext cx="2804160" cy="342899"/>
          </a:xfrm>
          <a:prstGeom prst="rect">
            <a:avLst/>
          </a:prstGeom>
        </p:spPr>
        <p:txBody>
          <a:bodyPr lIns="0" tIns="0" rIns="0" bIns="0"/>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3498680246"/>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75191" y="141321"/>
            <a:ext cx="11041616" cy="430887"/>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828800" y="3840480"/>
            <a:ext cx="8534400" cy="276999"/>
          </a:xfrm>
          <a:prstGeom prst="rect">
            <a:avLst/>
          </a:prstGeom>
        </p:spPr>
        <p:txBody>
          <a:bodyPr wrap="square" lIns="0" tIns="0" rIns="0" bIns="0">
            <a:spAutoFit/>
          </a:bodyPr>
          <a:lstStyle>
            <a:lvl1pPr>
              <a:defRPr/>
            </a:lvl1pPr>
          </a:lstStyle>
          <a:p>
            <a:endParaRPr/>
          </a:p>
        </p:txBody>
      </p:sp>
    </p:spTree>
    <p:extLst>
      <p:ext uri="{BB962C8B-B14F-4D97-AF65-F5344CB8AC3E}">
        <p14:creationId xmlns:p14="http://schemas.microsoft.com/office/powerpoint/2010/main" val="3288285688"/>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80881" y="429237"/>
            <a:ext cx="3411220" cy="573875"/>
          </a:xfrm>
        </p:spPr>
        <p:txBody>
          <a:bodyPr lIns="0" tIns="0" rIns="0" bIns="0"/>
          <a:lstStyle>
            <a:lvl1pPr>
              <a:defRPr sz="3729" b="0" i="0">
                <a:solidFill>
                  <a:srgbClr val="676767"/>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899"/>
          </a:xfrm>
          <a:prstGeom prst="rect">
            <a:avLst/>
          </a:prstGeom>
        </p:spPr>
        <p:txBody>
          <a:bodyPr lIns="0" tIns="0" rIns="0" bIns="0"/>
          <a:lstStyle>
            <a:lvl1pPr algn="ctr">
              <a:defRPr>
                <a:solidFill>
                  <a:schemeClr val="tx1">
                    <a:tint val="75000"/>
                  </a:schemeClr>
                </a:solidFill>
              </a:defRPr>
            </a:lvl1pPr>
          </a:lstStyle>
          <a:p>
            <a:endParaRPr>
              <a:solidFill>
                <a:prstClr val="black">
                  <a:tint val="75000"/>
                </a:prstClr>
              </a:solidFill>
            </a:endParaRPr>
          </a:p>
        </p:txBody>
      </p:sp>
      <p:sp>
        <p:nvSpPr>
          <p:cNvPr id="5" name="Holder 5"/>
          <p:cNvSpPr>
            <a:spLocks noGrp="1"/>
          </p:cNvSpPr>
          <p:nvPr>
            <p:ph type="dt" sz="half" idx="6"/>
          </p:nvPr>
        </p:nvSpPr>
        <p:spPr>
          <a:xfrm>
            <a:off x="609600" y="6377940"/>
            <a:ext cx="2804160" cy="342899"/>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7/24/2022</a:t>
            </a:fld>
            <a:endParaRPr lang="en-US">
              <a:solidFill>
                <a:prstClr val="black">
                  <a:tint val="75000"/>
                </a:prstClr>
              </a:solidFill>
            </a:endParaRPr>
          </a:p>
        </p:txBody>
      </p:sp>
      <p:sp>
        <p:nvSpPr>
          <p:cNvPr id="6" name="Holder 6"/>
          <p:cNvSpPr>
            <a:spLocks noGrp="1"/>
          </p:cNvSpPr>
          <p:nvPr>
            <p:ph type="sldNum" sz="quarter" idx="7"/>
          </p:nvPr>
        </p:nvSpPr>
        <p:spPr>
          <a:xfrm>
            <a:off x="8778240" y="6377940"/>
            <a:ext cx="2804160" cy="342899"/>
          </a:xfrm>
          <a:prstGeom prst="rect">
            <a:avLst/>
          </a:prstGeom>
        </p:spPr>
        <p:txBody>
          <a:bodyPr lIns="0" tIns="0" rIns="0" bIns="0"/>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3833334070"/>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580881" y="429237"/>
            <a:ext cx="3411220" cy="573875"/>
          </a:xfrm>
        </p:spPr>
        <p:txBody>
          <a:bodyPr lIns="0" tIns="0" rIns="0" bIns="0"/>
          <a:lstStyle>
            <a:lvl1pPr>
              <a:defRPr sz="3729" b="0" i="0">
                <a:solidFill>
                  <a:srgbClr val="676767"/>
                </a:solidFill>
                <a:latin typeface="Arial"/>
                <a:cs typeface="Arial"/>
              </a:defRPr>
            </a:lvl1pPr>
          </a:lstStyle>
          <a:p>
            <a:endParaRPr/>
          </a:p>
        </p:txBody>
      </p:sp>
      <p:sp>
        <p:nvSpPr>
          <p:cNvPr id="3" name="Holder 3"/>
          <p:cNvSpPr>
            <a:spLocks noGrp="1"/>
          </p:cNvSpPr>
          <p:nvPr>
            <p:ph sz="half" idx="2"/>
          </p:nvPr>
        </p:nvSpPr>
        <p:spPr>
          <a:xfrm>
            <a:off x="584944" y="1269111"/>
            <a:ext cx="4753187" cy="368884"/>
          </a:xfrm>
          <a:prstGeom prst="rect">
            <a:avLst/>
          </a:prstGeom>
        </p:spPr>
        <p:txBody>
          <a:bodyPr wrap="square" lIns="0" tIns="0" rIns="0" bIns="0">
            <a:spAutoFit/>
          </a:bodyPr>
          <a:lstStyle>
            <a:lvl1pPr>
              <a:defRPr sz="2397" b="0" i="0">
                <a:solidFill>
                  <a:srgbClr val="676767"/>
                </a:solidFill>
                <a:latin typeface="Arial"/>
                <a:cs typeface="Arial"/>
              </a:defRPr>
            </a:lvl1pPr>
          </a:lstStyle>
          <a:p>
            <a:endParaRPr/>
          </a:p>
        </p:txBody>
      </p:sp>
      <p:sp>
        <p:nvSpPr>
          <p:cNvPr id="4" name="Holder 4"/>
          <p:cNvSpPr>
            <a:spLocks noGrp="1"/>
          </p:cNvSpPr>
          <p:nvPr>
            <p:ph sz="half" idx="3"/>
          </p:nvPr>
        </p:nvSpPr>
        <p:spPr>
          <a:xfrm>
            <a:off x="6278880" y="1577340"/>
            <a:ext cx="5303520"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a:xfrm>
            <a:off x="4145280" y="6377940"/>
            <a:ext cx="3901440" cy="342899"/>
          </a:xfrm>
          <a:prstGeom prst="rect">
            <a:avLst/>
          </a:prstGeom>
        </p:spPr>
        <p:txBody>
          <a:bodyPr lIns="0" tIns="0" rIns="0" bIns="0"/>
          <a:lstStyle>
            <a:lvl1pPr algn="ctr">
              <a:defRPr>
                <a:solidFill>
                  <a:schemeClr val="tx1">
                    <a:tint val="75000"/>
                  </a:schemeClr>
                </a:solidFill>
              </a:defRPr>
            </a:lvl1pPr>
          </a:lstStyle>
          <a:p>
            <a:endParaRPr>
              <a:solidFill>
                <a:prstClr val="black">
                  <a:tint val="75000"/>
                </a:prstClr>
              </a:solidFill>
            </a:endParaRPr>
          </a:p>
        </p:txBody>
      </p:sp>
      <p:sp>
        <p:nvSpPr>
          <p:cNvPr id="6" name="Holder 6"/>
          <p:cNvSpPr>
            <a:spLocks noGrp="1"/>
          </p:cNvSpPr>
          <p:nvPr>
            <p:ph type="dt" sz="half" idx="6"/>
          </p:nvPr>
        </p:nvSpPr>
        <p:spPr>
          <a:xfrm>
            <a:off x="609600" y="6377940"/>
            <a:ext cx="2804160" cy="342899"/>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7/24/2022</a:t>
            </a:fld>
            <a:endParaRPr lang="en-US">
              <a:solidFill>
                <a:prstClr val="black">
                  <a:tint val="75000"/>
                </a:prstClr>
              </a:solidFill>
            </a:endParaRPr>
          </a:p>
        </p:txBody>
      </p:sp>
      <p:sp>
        <p:nvSpPr>
          <p:cNvPr id="7" name="Holder 7"/>
          <p:cNvSpPr>
            <a:spLocks noGrp="1"/>
          </p:cNvSpPr>
          <p:nvPr>
            <p:ph type="sldNum" sz="quarter" idx="7"/>
          </p:nvPr>
        </p:nvSpPr>
        <p:spPr>
          <a:xfrm>
            <a:off x="8778240" y="6377940"/>
            <a:ext cx="2804160" cy="342899"/>
          </a:xfrm>
          <a:prstGeom prst="rect">
            <a:avLst/>
          </a:prstGeom>
        </p:spPr>
        <p:txBody>
          <a:bodyPr lIns="0" tIns="0" rIns="0" bIns="0"/>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1668627370"/>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a:xfrm>
            <a:off x="580881" y="429237"/>
            <a:ext cx="3411220" cy="573875"/>
          </a:xfrm>
        </p:spPr>
        <p:txBody>
          <a:bodyPr lIns="0" tIns="0" rIns="0" bIns="0"/>
          <a:lstStyle>
            <a:lvl1pPr>
              <a:defRPr sz="3729" b="0" i="0">
                <a:solidFill>
                  <a:srgbClr val="676767"/>
                </a:solidFill>
                <a:latin typeface="Arial"/>
                <a:cs typeface="Arial"/>
              </a:defRPr>
            </a:lvl1pPr>
          </a:lstStyle>
          <a:p>
            <a:endParaRPr/>
          </a:p>
        </p:txBody>
      </p:sp>
      <p:sp>
        <p:nvSpPr>
          <p:cNvPr id="3" name="Holder 3"/>
          <p:cNvSpPr>
            <a:spLocks noGrp="1"/>
          </p:cNvSpPr>
          <p:nvPr>
            <p:ph type="ftr" sz="quarter" idx="5"/>
          </p:nvPr>
        </p:nvSpPr>
        <p:spPr>
          <a:xfrm>
            <a:off x="4145280" y="6377940"/>
            <a:ext cx="3901440" cy="342899"/>
          </a:xfrm>
          <a:prstGeom prst="rect">
            <a:avLst/>
          </a:prstGeom>
        </p:spPr>
        <p:txBody>
          <a:bodyPr lIns="0" tIns="0" rIns="0" bIns="0"/>
          <a:lstStyle>
            <a:lvl1pPr algn="ctr">
              <a:defRPr>
                <a:solidFill>
                  <a:schemeClr val="tx1">
                    <a:tint val="75000"/>
                  </a:schemeClr>
                </a:solidFill>
              </a:defRPr>
            </a:lvl1pPr>
          </a:lstStyle>
          <a:p>
            <a:endParaRPr>
              <a:solidFill>
                <a:prstClr val="black">
                  <a:tint val="75000"/>
                </a:prstClr>
              </a:solidFill>
            </a:endParaRPr>
          </a:p>
        </p:txBody>
      </p:sp>
      <p:sp>
        <p:nvSpPr>
          <p:cNvPr id="4" name="Holder 4"/>
          <p:cNvSpPr>
            <a:spLocks noGrp="1"/>
          </p:cNvSpPr>
          <p:nvPr>
            <p:ph type="dt" sz="half" idx="6"/>
          </p:nvPr>
        </p:nvSpPr>
        <p:spPr>
          <a:xfrm>
            <a:off x="609600" y="6377940"/>
            <a:ext cx="2804160" cy="342899"/>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7/24/2022</a:t>
            </a:fld>
            <a:endParaRPr lang="en-US">
              <a:solidFill>
                <a:prstClr val="black">
                  <a:tint val="75000"/>
                </a:prstClr>
              </a:solidFill>
            </a:endParaRPr>
          </a:p>
        </p:txBody>
      </p:sp>
      <p:sp>
        <p:nvSpPr>
          <p:cNvPr id="5" name="Holder 5"/>
          <p:cNvSpPr>
            <a:spLocks noGrp="1"/>
          </p:cNvSpPr>
          <p:nvPr>
            <p:ph type="sldNum" sz="quarter" idx="7"/>
          </p:nvPr>
        </p:nvSpPr>
        <p:spPr>
          <a:xfrm>
            <a:off x="8778240" y="6377940"/>
            <a:ext cx="2804160" cy="342899"/>
          </a:xfrm>
          <a:prstGeom prst="rect">
            <a:avLst/>
          </a:prstGeom>
        </p:spPr>
        <p:txBody>
          <a:bodyPr lIns="0" tIns="0" rIns="0" bIns="0"/>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2191279817"/>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a:xfrm>
            <a:off x="4145280" y="6377940"/>
            <a:ext cx="3901440" cy="342899"/>
          </a:xfrm>
          <a:prstGeom prst="rect">
            <a:avLst/>
          </a:prstGeom>
        </p:spPr>
        <p:txBody>
          <a:bodyPr lIns="0" tIns="0" rIns="0" bIns="0"/>
          <a:lstStyle>
            <a:lvl1pPr algn="ctr">
              <a:defRPr>
                <a:solidFill>
                  <a:schemeClr val="tx1">
                    <a:tint val="75000"/>
                  </a:schemeClr>
                </a:solidFill>
              </a:defRPr>
            </a:lvl1pPr>
          </a:lstStyle>
          <a:p>
            <a:endParaRPr>
              <a:solidFill>
                <a:prstClr val="black">
                  <a:tint val="75000"/>
                </a:prstClr>
              </a:solidFill>
            </a:endParaRPr>
          </a:p>
        </p:txBody>
      </p:sp>
      <p:sp>
        <p:nvSpPr>
          <p:cNvPr id="3" name="Holder 3"/>
          <p:cNvSpPr>
            <a:spLocks noGrp="1"/>
          </p:cNvSpPr>
          <p:nvPr>
            <p:ph type="dt" sz="half" idx="6"/>
          </p:nvPr>
        </p:nvSpPr>
        <p:spPr>
          <a:xfrm>
            <a:off x="609600" y="6377940"/>
            <a:ext cx="2804160" cy="342899"/>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7/24/2022</a:t>
            </a:fld>
            <a:endParaRPr lang="en-US">
              <a:solidFill>
                <a:prstClr val="black">
                  <a:tint val="75000"/>
                </a:prstClr>
              </a:solidFill>
            </a:endParaRPr>
          </a:p>
        </p:txBody>
      </p:sp>
      <p:sp>
        <p:nvSpPr>
          <p:cNvPr id="4" name="Holder 4"/>
          <p:cNvSpPr>
            <a:spLocks noGrp="1"/>
          </p:cNvSpPr>
          <p:nvPr>
            <p:ph type="sldNum" sz="quarter" idx="7"/>
          </p:nvPr>
        </p:nvSpPr>
        <p:spPr>
          <a:xfrm>
            <a:off x="8778240" y="6377940"/>
            <a:ext cx="2804160" cy="342899"/>
          </a:xfrm>
          <a:prstGeom prst="rect">
            <a:avLst/>
          </a:prstGeom>
        </p:spPr>
        <p:txBody>
          <a:bodyPr lIns="0" tIns="0" rIns="0" bIns="0"/>
          <a:lstStyle>
            <a:lvl1pPr algn="r">
              <a:defRPr>
                <a:solidFill>
                  <a:schemeClr val="tx1">
                    <a:tint val="75000"/>
                  </a:schemeClr>
                </a:solidFill>
              </a:defRPr>
            </a:lvl1pPr>
          </a:lstStyle>
          <a:p>
            <a:fld id="{B6F15528-21DE-4FAA-801E-634DDDAF4B2B}" type="slidenum">
              <a:rPr>
                <a:solidFill>
                  <a:prstClr val="black">
                    <a:tint val="75000"/>
                  </a:prstClr>
                </a:solidFill>
              </a:rPr>
              <a:pPr/>
              <a:t>‹#›</a:t>
            </a:fld>
            <a:endParaRPr>
              <a:solidFill>
                <a:prstClr val="black">
                  <a:tint val="75000"/>
                </a:prstClr>
              </a:solidFill>
            </a:endParaRPr>
          </a:p>
        </p:txBody>
      </p:sp>
    </p:spTree>
    <p:extLst>
      <p:ext uri="{BB962C8B-B14F-4D97-AF65-F5344CB8AC3E}">
        <p14:creationId xmlns:p14="http://schemas.microsoft.com/office/powerpoint/2010/main" val="17857582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6.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7.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8.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9.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0.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11.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12.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13.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4.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15.xml"/></Relationships>
</file>

<file path=ppt/slideMasters/_rels/slideMaster12.xml.rels><?xml version="1.0" encoding="UTF-8" standalone="yes"?>
<Relationships xmlns="http://schemas.openxmlformats.org/package/2006/relationships"><Relationship Id="rId2" Type="http://schemas.openxmlformats.org/officeDocument/2006/relationships/theme" Target="../theme/theme12.xml"/><Relationship Id="rId1" Type="http://schemas.openxmlformats.org/officeDocument/2006/relationships/slideLayout" Target="../slideLayouts/slideLayout16.xml"/></Relationships>
</file>

<file path=ppt/slideMasters/_rels/slideMaster13.xml.rels><?xml version="1.0" encoding="UTF-8" standalone="yes"?>
<Relationships xmlns="http://schemas.openxmlformats.org/package/2006/relationships"><Relationship Id="rId2" Type="http://schemas.openxmlformats.org/officeDocument/2006/relationships/theme" Target="../theme/theme13.xml"/><Relationship Id="rId1" Type="http://schemas.openxmlformats.org/officeDocument/2006/relationships/slideLayout" Target="../slideLayouts/slideLayout17.xml"/></Relationships>
</file>

<file path=ppt/slideMasters/_rels/slideMaster14.xml.rels><?xml version="1.0" encoding="UTF-8" standalone="yes"?>
<Relationships xmlns="http://schemas.openxmlformats.org/package/2006/relationships"><Relationship Id="rId2" Type="http://schemas.openxmlformats.org/officeDocument/2006/relationships/theme" Target="../theme/theme14.xml"/><Relationship Id="rId1" Type="http://schemas.openxmlformats.org/officeDocument/2006/relationships/slideLayout" Target="../slideLayouts/slideLayout18.xml"/></Relationships>
</file>

<file path=ppt/slideMasters/_rels/slideMaster15.xml.rels><?xml version="1.0" encoding="UTF-8" standalone="yes"?>
<Relationships xmlns="http://schemas.openxmlformats.org/package/2006/relationships"><Relationship Id="rId2" Type="http://schemas.openxmlformats.org/officeDocument/2006/relationships/theme" Target="../theme/theme15.xml"/><Relationship Id="rId1" Type="http://schemas.openxmlformats.org/officeDocument/2006/relationships/slideLayout" Target="../slideLayouts/slideLayout19.xml"/></Relationships>
</file>

<file path=ppt/slideMasters/_rels/slideMaster16.xml.rels><?xml version="1.0" encoding="UTF-8" standalone="yes"?>
<Relationships xmlns="http://schemas.openxmlformats.org/package/2006/relationships"><Relationship Id="rId2" Type="http://schemas.openxmlformats.org/officeDocument/2006/relationships/theme" Target="../theme/theme16.xml"/><Relationship Id="rId1" Type="http://schemas.openxmlformats.org/officeDocument/2006/relationships/slideLayout" Target="../slideLayouts/slideLayout20.xml"/></Relationships>
</file>

<file path=ppt/slideMasters/_rels/slideMaster17.xml.rels><?xml version="1.0" encoding="UTF-8" standalone="yes"?>
<Relationships xmlns="http://schemas.openxmlformats.org/package/2006/relationships"><Relationship Id="rId2" Type="http://schemas.openxmlformats.org/officeDocument/2006/relationships/theme" Target="../theme/theme17.xml"/><Relationship Id="rId1" Type="http://schemas.openxmlformats.org/officeDocument/2006/relationships/slideLayout" Target="../slideLayouts/slideLayout21.xml"/></Relationships>
</file>

<file path=ppt/slideMasters/_rels/slideMaster18.xml.rels><?xml version="1.0" encoding="UTF-8" standalone="yes"?>
<Relationships xmlns="http://schemas.openxmlformats.org/package/2006/relationships"><Relationship Id="rId2" Type="http://schemas.openxmlformats.org/officeDocument/2006/relationships/theme" Target="../theme/theme18.xml"/><Relationship Id="rId1" Type="http://schemas.openxmlformats.org/officeDocument/2006/relationships/slideLayout" Target="../slideLayouts/slideLayout22.xml"/></Relationships>
</file>

<file path=ppt/slideMasters/_rels/slideMaster19.xml.rels><?xml version="1.0" encoding="UTF-8" standalone="yes"?>
<Relationships xmlns="http://schemas.openxmlformats.org/package/2006/relationships"><Relationship Id="rId2" Type="http://schemas.openxmlformats.org/officeDocument/2006/relationships/theme" Target="../theme/theme19.xml"/><Relationship Id="rId1" Type="http://schemas.openxmlformats.org/officeDocument/2006/relationships/slideLayout" Target="../slideLayouts/slideLayout23.xml"/></Relationships>
</file>

<file path=ppt/slideMasters/_rels/slideMaster20.xml.rels><?xml version="1.0" encoding="UTF-8" standalone="yes"?>
<Relationships xmlns="http://schemas.openxmlformats.org/package/2006/relationships"><Relationship Id="rId2" Type="http://schemas.openxmlformats.org/officeDocument/2006/relationships/theme" Target="../theme/theme20.xml"/><Relationship Id="rId1" Type="http://schemas.openxmlformats.org/officeDocument/2006/relationships/slideLayout" Target="../slideLayouts/slideLayout24.xml"/></Relationships>
</file>

<file path=ppt/slideMasters/_rels/slideMaster21.xml.rels><?xml version="1.0" encoding="UTF-8" standalone="yes"?>
<Relationships xmlns="http://schemas.openxmlformats.org/package/2006/relationships"><Relationship Id="rId2" Type="http://schemas.openxmlformats.org/officeDocument/2006/relationships/theme" Target="../theme/theme21.xml"/><Relationship Id="rId1" Type="http://schemas.openxmlformats.org/officeDocument/2006/relationships/slideLayout" Target="../slideLayouts/slideLayout25.xml"/></Relationships>
</file>

<file path=ppt/slideMasters/_rels/slideMaster22.xml.rels><?xml version="1.0" encoding="UTF-8" standalone="yes"?>
<Relationships xmlns="http://schemas.openxmlformats.org/package/2006/relationships"><Relationship Id="rId2" Type="http://schemas.openxmlformats.org/officeDocument/2006/relationships/theme" Target="../theme/theme22.xml"/><Relationship Id="rId1" Type="http://schemas.openxmlformats.org/officeDocument/2006/relationships/slideLayout" Target="../slideLayouts/slideLayout26.xml"/></Relationships>
</file>

<file path=ppt/slideMasters/_rels/slideMaster23.xml.rels><?xml version="1.0" encoding="UTF-8" standalone="yes"?>
<Relationships xmlns="http://schemas.openxmlformats.org/package/2006/relationships"><Relationship Id="rId2" Type="http://schemas.openxmlformats.org/officeDocument/2006/relationships/theme" Target="../theme/theme23.xml"/><Relationship Id="rId1" Type="http://schemas.openxmlformats.org/officeDocument/2006/relationships/slideLayout" Target="../slideLayouts/slideLayout27.xml"/></Relationships>
</file>

<file path=ppt/slideMasters/_rels/slideMaster24.xml.rels><?xml version="1.0" encoding="UTF-8" standalone="yes"?>
<Relationships xmlns="http://schemas.openxmlformats.org/package/2006/relationships"><Relationship Id="rId2" Type="http://schemas.openxmlformats.org/officeDocument/2006/relationships/theme" Target="../theme/theme24.xml"/><Relationship Id="rId1" Type="http://schemas.openxmlformats.org/officeDocument/2006/relationships/slideLayout" Target="../slideLayouts/slideLayout28.xml"/></Relationships>
</file>

<file path=ppt/slideMasters/_rels/slideMaster25.xml.rels><?xml version="1.0" encoding="UTF-8" standalone="yes"?>
<Relationships xmlns="http://schemas.openxmlformats.org/package/2006/relationships"><Relationship Id="rId2" Type="http://schemas.openxmlformats.org/officeDocument/2006/relationships/theme" Target="../theme/theme25.xml"/><Relationship Id="rId1" Type="http://schemas.openxmlformats.org/officeDocument/2006/relationships/slideLayout" Target="../slideLayouts/slideLayout29.xml"/></Relationships>
</file>

<file path=ppt/slideMasters/_rels/slideMaster26.xml.rels><?xml version="1.0" encoding="UTF-8" standalone="yes"?>
<Relationships xmlns="http://schemas.openxmlformats.org/package/2006/relationships"><Relationship Id="rId2" Type="http://schemas.openxmlformats.org/officeDocument/2006/relationships/theme" Target="../theme/theme26.xml"/><Relationship Id="rId1" Type="http://schemas.openxmlformats.org/officeDocument/2006/relationships/slideLayout" Target="../slideLayouts/slideLayout30.xml"/></Relationships>
</file>

<file path=ppt/slideMasters/_rels/slideMaster27.xml.rels><?xml version="1.0" encoding="UTF-8" standalone="yes"?>
<Relationships xmlns="http://schemas.openxmlformats.org/package/2006/relationships"><Relationship Id="rId2" Type="http://schemas.openxmlformats.org/officeDocument/2006/relationships/theme" Target="../theme/theme27.xml"/><Relationship Id="rId1" Type="http://schemas.openxmlformats.org/officeDocument/2006/relationships/slideLayout" Target="../slideLayouts/slideLayout31.xml"/></Relationships>
</file>

<file path=ppt/slideMasters/_rels/slideMaster28.xml.rels><?xml version="1.0" encoding="UTF-8" standalone="yes"?>
<Relationships xmlns="http://schemas.openxmlformats.org/package/2006/relationships"><Relationship Id="rId2" Type="http://schemas.openxmlformats.org/officeDocument/2006/relationships/theme" Target="../theme/theme28.xml"/><Relationship Id="rId1" Type="http://schemas.openxmlformats.org/officeDocument/2006/relationships/slideLayout" Target="../slideLayouts/slideLayout32.xml"/></Relationships>
</file>

<file path=ppt/slideMasters/_rels/slideMaster29.xml.rels><?xml version="1.0" encoding="UTF-8" standalone="yes"?>
<Relationships xmlns="http://schemas.openxmlformats.org/package/2006/relationships"><Relationship Id="rId2" Type="http://schemas.openxmlformats.org/officeDocument/2006/relationships/theme" Target="../theme/theme29.xml"/><Relationship Id="rId1" Type="http://schemas.openxmlformats.org/officeDocument/2006/relationships/slideLayout" Target="../slideLayouts/slideLayout33.xml"/></Relationships>
</file>

<file path=ppt/slideMasters/_rels/slideMaster30.xml.rels><?xml version="1.0" encoding="UTF-8" standalone="yes"?>
<Relationships xmlns="http://schemas.openxmlformats.org/package/2006/relationships"><Relationship Id="rId2" Type="http://schemas.openxmlformats.org/officeDocument/2006/relationships/theme" Target="../theme/theme30.xml"/><Relationship Id="rId1" Type="http://schemas.openxmlformats.org/officeDocument/2006/relationships/slideLayout" Target="../slideLayouts/slideLayout34.xml"/></Relationships>
</file>

<file path=ppt/slideMasters/_rels/slideMaster31.xml.rels><?xml version="1.0" encoding="UTF-8" standalone="yes"?>
<Relationships xmlns="http://schemas.openxmlformats.org/package/2006/relationships"><Relationship Id="rId2" Type="http://schemas.openxmlformats.org/officeDocument/2006/relationships/theme" Target="../theme/theme31.xml"/><Relationship Id="rId1" Type="http://schemas.openxmlformats.org/officeDocument/2006/relationships/slideLayout" Target="../slideLayouts/slideLayout35.xml"/></Relationships>
</file>

<file path=ppt/slideMasters/_rels/slideMaster32.xml.rels><?xml version="1.0" encoding="UTF-8" standalone="yes"?>
<Relationships xmlns="http://schemas.openxmlformats.org/package/2006/relationships"><Relationship Id="rId2" Type="http://schemas.openxmlformats.org/officeDocument/2006/relationships/theme" Target="../theme/theme32.xml"/><Relationship Id="rId1" Type="http://schemas.openxmlformats.org/officeDocument/2006/relationships/slideLayout" Target="../slideLayouts/slideLayout36.xml"/></Relationships>
</file>

<file path=ppt/slideMasters/_rels/slideMaster33.xml.rels><?xml version="1.0" encoding="UTF-8" standalone="yes"?>
<Relationships xmlns="http://schemas.openxmlformats.org/package/2006/relationships"><Relationship Id="rId2" Type="http://schemas.openxmlformats.org/officeDocument/2006/relationships/theme" Target="../theme/theme33.xml"/><Relationship Id="rId1" Type="http://schemas.openxmlformats.org/officeDocument/2006/relationships/slideLayout" Target="../slideLayouts/slideLayout37.xml"/></Relationships>
</file>

<file path=ppt/slideMasters/_rels/slideMaster34.xml.rels><?xml version="1.0" encoding="UTF-8" standalone="yes"?>
<Relationships xmlns="http://schemas.openxmlformats.org/package/2006/relationships"><Relationship Id="rId2" Type="http://schemas.openxmlformats.org/officeDocument/2006/relationships/theme" Target="../theme/theme34.xml"/><Relationship Id="rId1" Type="http://schemas.openxmlformats.org/officeDocument/2006/relationships/slideLayout" Target="../slideLayouts/slideLayout38.xml"/></Relationships>
</file>

<file path=ppt/slideMasters/_rels/slideMaster35.xml.rels><?xml version="1.0" encoding="UTF-8" standalone="yes"?>
<Relationships xmlns="http://schemas.openxmlformats.org/package/2006/relationships"><Relationship Id="rId2" Type="http://schemas.openxmlformats.org/officeDocument/2006/relationships/theme" Target="../theme/theme35.xml"/><Relationship Id="rId1" Type="http://schemas.openxmlformats.org/officeDocument/2006/relationships/slideLayout" Target="../slideLayouts/slideLayout39.xml"/></Relationships>
</file>

<file path=ppt/slideMasters/_rels/slideMaster36.xml.rels><?xml version="1.0" encoding="UTF-8" standalone="yes"?>
<Relationships xmlns="http://schemas.openxmlformats.org/package/2006/relationships"><Relationship Id="rId2" Type="http://schemas.openxmlformats.org/officeDocument/2006/relationships/theme" Target="../theme/theme36.xml"/><Relationship Id="rId1" Type="http://schemas.openxmlformats.org/officeDocument/2006/relationships/slideLayout" Target="../slideLayouts/slideLayout40.xml"/></Relationships>
</file>

<file path=ppt/slideMasters/_rels/slideMaster37.xml.rels><?xml version="1.0" encoding="UTF-8" standalone="yes"?>
<Relationships xmlns="http://schemas.openxmlformats.org/package/2006/relationships"><Relationship Id="rId2" Type="http://schemas.openxmlformats.org/officeDocument/2006/relationships/theme" Target="../theme/theme37.xml"/><Relationship Id="rId1" Type="http://schemas.openxmlformats.org/officeDocument/2006/relationships/slideLayout" Target="../slideLayouts/slideLayout41.xml"/></Relationships>
</file>

<file path=ppt/slideMasters/_rels/slideMaster38.xml.rels><?xml version="1.0" encoding="UTF-8" standalone="yes"?>
<Relationships xmlns="http://schemas.openxmlformats.org/package/2006/relationships"><Relationship Id="rId2" Type="http://schemas.openxmlformats.org/officeDocument/2006/relationships/theme" Target="../theme/theme38.xml"/><Relationship Id="rId1" Type="http://schemas.openxmlformats.org/officeDocument/2006/relationships/slideLayout" Target="../slideLayouts/slideLayout42.xml"/></Relationships>
</file>

<file path=ppt/slideMasters/_rels/slideMaster39.xml.rels><?xml version="1.0" encoding="UTF-8" standalone="yes"?>
<Relationships xmlns="http://schemas.openxmlformats.org/package/2006/relationships"><Relationship Id="rId2" Type="http://schemas.openxmlformats.org/officeDocument/2006/relationships/theme" Target="../theme/theme39.xml"/><Relationship Id="rId1" Type="http://schemas.openxmlformats.org/officeDocument/2006/relationships/slideLayout" Target="../slideLayouts/slideLayout43.xml"/></Relationships>
</file>

<file path=ppt/slideMasters/_rels/slideMaster40.xml.rels><?xml version="1.0" encoding="UTF-8" standalone="yes"?>
<Relationships xmlns="http://schemas.openxmlformats.org/package/2006/relationships"><Relationship Id="rId2" Type="http://schemas.openxmlformats.org/officeDocument/2006/relationships/theme" Target="../theme/theme40.xml"/><Relationship Id="rId1" Type="http://schemas.openxmlformats.org/officeDocument/2006/relationships/slideLayout" Target="../slideLayouts/slideLayout44.xml"/></Relationships>
</file>

<file path=ppt/slideMasters/_rels/slideMaster41.xml.rels><?xml version="1.0" encoding="UTF-8" standalone="yes"?>
<Relationships xmlns="http://schemas.openxmlformats.org/package/2006/relationships"><Relationship Id="rId2" Type="http://schemas.openxmlformats.org/officeDocument/2006/relationships/theme" Target="../theme/theme41.xml"/><Relationship Id="rId1" Type="http://schemas.openxmlformats.org/officeDocument/2006/relationships/slideLayout" Target="../slideLayouts/slideLayout45.xml"/></Relationships>
</file>

<file path=ppt/slideMasters/_rels/slideMaster42.xml.rels><?xml version="1.0" encoding="UTF-8" standalone="yes"?>
<Relationships xmlns="http://schemas.openxmlformats.org/package/2006/relationships"><Relationship Id="rId2" Type="http://schemas.openxmlformats.org/officeDocument/2006/relationships/theme" Target="../theme/theme42.xml"/><Relationship Id="rId1" Type="http://schemas.openxmlformats.org/officeDocument/2006/relationships/slideLayout" Target="../slideLayouts/slideLayout46.xml"/></Relationships>
</file>

<file path=ppt/slideMasters/_rels/slideMaster43.xml.rels><?xml version="1.0" encoding="UTF-8" standalone="yes"?>
<Relationships xmlns="http://schemas.openxmlformats.org/package/2006/relationships"><Relationship Id="rId2" Type="http://schemas.openxmlformats.org/officeDocument/2006/relationships/theme" Target="../theme/theme43.xml"/><Relationship Id="rId1" Type="http://schemas.openxmlformats.org/officeDocument/2006/relationships/slideLayout" Target="../slideLayouts/slideLayout47.xml"/></Relationships>
</file>

<file path=ppt/slideMasters/_rels/slideMaster44.xml.rels><?xml version="1.0" encoding="UTF-8" standalone="yes"?>
<Relationships xmlns="http://schemas.openxmlformats.org/package/2006/relationships"><Relationship Id="rId2" Type="http://schemas.openxmlformats.org/officeDocument/2006/relationships/theme" Target="../theme/theme44.xml"/><Relationship Id="rId1" Type="http://schemas.openxmlformats.org/officeDocument/2006/relationships/slideLayout" Target="../slideLayouts/slideLayout48.xml"/></Relationships>
</file>

<file path=ppt/slideMasters/_rels/slideMaster45.xml.rels><?xml version="1.0" encoding="UTF-8" standalone="yes"?>
<Relationships xmlns="http://schemas.openxmlformats.org/package/2006/relationships"><Relationship Id="rId2" Type="http://schemas.openxmlformats.org/officeDocument/2006/relationships/theme" Target="../theme/theme45.xml"/><Relationship Id="rId1" Type="http://schemas.openxmlformats.org/officeDocument/2006/relationships/slideLayout" Target="../slideLayouts/slideLayout49.xml"/></Relationships>
</file>

<file path=ppt/slideMasters/_rels/slideMaster46.xml.rels><?xml version="1.0" encoding="UTF-8" standalone="yes"?>
<Relationships xmlns="http://schemas.openxmlformats.org/package/2006/relationships"><Relationship Id="rId2" Type="http://schemas.openxmlformats.org/officeDocument/2006/relationships/theme" Target="../theme/theme46.xml"/><Relationship Id="rId1" Type="http://schemas.openxmlformats.org/officeDocument/2006/relationships/slideLayout" Target="../slideLayouts/slideLayout50.xml"/></Relationships>
</file>

<file path=ppt/slideMasters/_rels/slideMaster47.xml.rels><?xml version="1.0" encoding="UTF-8" standalone="yes"?>
<Relationships xmlns="http://schemas.openxmlformats.org/package/2006/relationships"><Relationship Id="rId2" Type="http://schemas.openxmlformats.org/officeDocument/2006/relationships/theme" Target="../theme/theme47.xml"/><Relationship Id="rId1" Type="http://schemas.openxmlformats.org/officeDocument/2006/relationships/slideLayout" Target="../slideLayouts/slideLayout51.xml"/></Relationships>
</file>

<file path=ppt/slideMasters/_rels/slideMaster48.xml.rels><?xml version="1.0" encoding="UTF-8" standalone="yes"?>
<Relationships xmlns="http://schemas.openxmlformats.org/package/2006/relationships"><Relationship Id="rId2" Type="http://schemas.openxmlformats.org/officeDocument/2006/relationships/theme" Target="../theme/theme48.xml"/><Relationship Id="rId1" Type="http://schemas.openxmlformats.org/officeDocument/2006/relationships/slideLayout" Target="../slideLayouts/slideLayout52.xml"/></Relationships>
</file>

<file path=ppt/slideMasters/_rels/slideMaster49.xml.rels><?xml version="1.0" encoding="UTF-8" standalone="yes"?>
<Relationships xmlns="http://schemas.openxmlformats.org/package/2006/relationships"><Relationship Id="rId2" Type="http://schemas.openxmlformats.org/officeDocument/2006/relationships/theme" Target="../theme/theme49.xml"/><Relationship Id="rId1" Type="http://schemas.openxmlformats.org/officeDocument/2006/relationships/slideLayout" Target="../slideLayouts/slideLayout53.xml"/></Relationships>
</file>

<file path=ppt/slideMasters/_rels/slideMaster50.xml.rels><?xml version="1.0" encoding="UTF-8" standalone="yes"?>
<Relationships xmlns="http://schemas.openxmlformats.org/package/2006/relationships"><Relationship Id="rId2" Type="http://schemas.openxmlformats.org/officeDocument/2006/relationships/theme" Target="../theme/theme50.xml"/><Relationship Id="rId1" Type="http://schemas.openxmlformats.org/officeDocument/2006/relationships/slideLayout" Target="../slideLayouts/slideLayout54.xml"/></Relationships>
</file>

<file path=ppt/slideMasters/_rels/slideMaster51.xml.rels><?xml version="1.0" encoding="UTF-8" standalone="yes"?>
<Relationships xmlns="http://schemas.openxmlformats.org/package/2006/relationships"><Relationship Id="rId2" Type="http://schemas.openxmlformats.org/officeDocument/2006/relationships/theme" Target="../theme/theme51.xml"/><Relationship Id="rId1" Type="http://schemas.openxmlformats.org/officeDocument/2006/relationships/slideLayout" Target="../slideLayouts/slideLayout55.xml"/></Relationships>
</file>

<file path=ppt/slideMasters/_rels/slideMaster52.xml.rels><?xml version="1.0" encoding="UTF-8" standalone="yes"?>
<Relationships xmlns="http://schemas.openxmlformats.org/package/2006/relationships"><Relationship Id="rId2" Type="http://schemas.openxmlformats.org/officeDocument/2006/relationships/theme" Target="../theme/theme52.xml"/><Relationship Id="rId1" Type="http://schemas.openxmlformats.org/officeDocument/2006/relationships/slideLayout" Target="../slideLayouts/slideLayout56.xml"/></Relationships>
</file>

<file path=ppt/slideMasters/_rels/slideMaster53.xml.rels><?xml version="1.0" encoding="UTF-8" standalone="yes"?>
<Relationships xmlns="http://schemas.openxmlformats.org/package/2006/relationships"><Relationship Id="rId2" Type="http://schemas.openxmlformats.org/officeDocument/2006/relationships/theme" Target="../theme/theme53.xml"/><Relationship Id="rId1" Type="http://schemas.openxmlformats.org/officeDocument/2006/relationships/slideLayout" Target="../slideLayouts/slideLayout57.xml"/></Relationships>
</file>

<file path=ppt/slideMasters/_rels/slideMaster54.xml.rels><?xml version="1.0" encoding="UTF-8" standalone="yes"?>
<Relationships xmlns="http://schemas.openxmlformats.org/package/2006/relationships"><Relationship Id="rId2" Type="http://schemas.openxmlformats.org/officeDocument/2006/relationships/theme" Target="../theme/theme54.xml"/><Relationship Id="rId1" Type="http://schemas.openxmlformats.org/officeDocument/2006/relationships/slideLayout" Target="../slideLayouts/slideLayout58.xml"/></Relationships>
</file>

<file path=ppt/slideMasters/_rels/slideMaster55.xml.rels><?xml version="1.0" encoding="UTF-8" standalone="yes"?>
<Relationships xmlns="http://schemas.openxmlformats.org/package/2006/relationships"><Relationship Id="rId2" Type="http://schemas.openxmlformats.org/officeDocument/2006/relationships/theme" Target="../theme/theme55.xml"/><Relationship Id="rId1" Type="http://schemas.openxmlformats.org/officeDocument/2006/relationships/slideLayout" Target="../slideLayouts/slideLayout59.xml"/></Relationships>
</file>

<file path=ppt/slideMasters/_rels/slideMaster56.xml.rels><?xml version="1.0" encoding="UTF-8" standalone="yes"?>
<Relationships xmlns="http://schemas.openxmlformats.org/package/2006/relationships"><Relationship Id="rId2" Type="http://schemas.openxmlformats.org/officeDocument/2006/relationships/theme" Target="../theme/theme56.xml"/><Relationship Id="rId1" Type="http://schemas.openxmlformats.org/officeDocument/2006/relationships/slideLayout" Target="../slideLayouts/slideLayout60.xml"/></Relationships>
</file>

<file path=ppt/slideMasters/_rels/slideMaster57.xml.rels><?xml version="1.0" encoding="UTF-8" standalone="yes"?>
<Relationships xmlns="http://schemas.openxmlformats.org/package/2006/relationships"><Relationship Id="rId2" Type="http://schemas.openxmlformats.org/officeDocument/2006/relationships/theme" Target="../theme/theme57.xml"/><Relationship Id="rId1" Type="http://schemas.openxmlformats.org/officeDocument/2006/relationships/slideLayout" Target="../slideLayouts/slideLayout61.xml"/></Relationships>
</file>

<file path=ppt/slideMasters/_rels/slideMaster58.xml.rels><?xml version="1.0" encoding="UTF-8" standalone="yes"?>
<Relationships xmlns="http://schemas.openxmlformats.org/package/2006/relationships"><Relationship Id="rId2" Type="http://schemas.openxmlformats.org/officeDocument/2006/relationships/theme" Target="../theme/theme58.xml"/><Relationship Id="rId1" Type="http://schemas.openxmlformats.org/officeDocument/2006/relationships/slideLayout" Target="../slideLayouts/slideLayout62.xml"/></Relationships>
</file>

<file path=ppt/slideMasters/_rels/slideMaster59.xml.rels><?xml version="1.0" encoding="UTF-8" standalone="yes"?>
<Relationships xmlns="http://schemas.openxmlformats.org/package/2006/relationships"><Relationship Id="rId2" Type="http://schemas.openxmlformats.org/officeDocument/2006/relationships/theme" Target="../theme/theme59.xml"/><Relationship Id="rId1" Type="http://schemas.openxmlformats.org/officeDocument/2006/relationships/slideLayout" Target="../slideLayouts/slideLayout63.xml"/></Relationships>
</file>

<file path=ppt/slideMasters/_rels/slideMaster60.xml.rels><?xml version="1.0" encoding="UTF-8" standalone="yes"?>
<Relationships xmlns="http://schemas.openxmlformats.org/package/2006/relationships"><Relationship Id="rId2" Type="http://schemas.openxmlformats.org/officeDocument/2006/relationships/theme" Target="../theme/theme60.xml"/><Relationship Id="rId1" Type="http://schemas.openxmlformats.org/officeDocument/2006/relationships/slideLayout" Target="../slideLayouts/slideLayout64.xml"/></Relationships>
</file>

<file path=ppt/slideMasters/_rels/slideMaster61.xml.rels><?xml version="1.0" encoding="UTF-8" standalone="yes"?>
<Relationships xmlns="http://schemas.openxmlformats.org/package/2006/relationships"><Relationship Id="rId2" Type="http://schemas.openxmlformats.org/officeDocument/2006/relationships/theme" Target="../theme/theme61.xml"/><Relationship Id="rId1" Type="http://schemas.openxmlformats.org/officeDocument/2006/relationships/slideLayout" Target="../slideLayouts/slideLayout65.xml"/></Relationships>
</file>

<file path=ppt/slideMasters/_rels/slideMaster62.xml.rels><?xml version="1.0" encoding="UTF-8" standalone="yes"?>
<Relationships xmlns="http://schemas.openxmlformats.org/package/2006/relationships"><Relationship Id="rId2" Type="http://schemas.openxmlformats.org/officeDocument/2006/relationships/theme" Target="../theme/theme62.xml"/><Relationship Id="rId1" Type="http://schemas.openxmlformats.org/officeDocument/2006/relationships/slideLayout" Target="../slideLayouts/slideLayout66.xml"/></Relationships>
</file>

<file path=ppt/slideMasters/_rels/slideMaster63.xml.rels><?xml version="1.0" encoding="UTF-8" standalone="yes"?>
<Relationships xmlns="http://schemas.openxmlformats.org/package/2006/relationships"><Relationship Id="rId2" Type="http://schemas.openxmlformats.org/officeDocument/2006/relationships/theme" Target="../theme/theme63.xml"/><Relationship Id="rId1" Type="http://schemas.openxmlformats.org/officeDocument/2006/relationships/slideLayout" Target="../slideLayouts/slideLayout67.xml"/></Relationships>
</file>

<file path=ppt/slideMasters/_rels/slideMaster64.xml.rels><?xml version="1.0" encoding="UTF-8" standalone="yes"?>
<Relationships xmlns="http://schemas.openxmlformats.org/package/2006/relationships"><Relationship Id="rId2" Type="http://schemas.openxmlformats.org/officeDocument/2006/relationships/theme" Target="../theme/theme64.xml"/><Relationship Id="rId1" Type="http://schemas.openxmlformats.org/officeDocument/2006/relationships/slideLayout" Target="../slideLayouts/slideLayout68.xml"/></Relationships>
</file>

<file path=ppt/slideMasters/_rels/slideMaster65.xml.rels><?xml version="1.0" encoding="UTF-8" standalone="yes"?>
<Relationships xmlns="http://schemas.openxmlformats.org/package/2006/relationships"><Relationship Id="rId2" Type="http://schemas.openxmlformats.org/officeDocument/2006/relationships/theme" Target="../theme/theme65.xml"/><Relationship Id="rId1" Type="http://schemas.openxmlformats.org/officeDocument/2006/relationships/slideLayout" Target="../slideLayouts/slideLayout69.xml"/></Relationships>
</file>

<file path=ppt/slideMasters/_rels/slideMaster66.xml.rels><?xml version="1.0" encoding="UTF-8" standalone="yes"?>
<Relationships xmlns="http://schemas.openxmlformats.org/package/2006/relationships"><Relationship Id="rId2" Type="http://schemas.openxmlformats.org/officeDocument/2006/relationships/theme" Target="../theme/theme66.xml"/><Relationship Id="rId1" Type="http://schemas.openxmlformats.org/officeDocument/2006/relationships/slideLayout" Target="../slideLayouts/slideLayout70.xml"/></Relationships>
</file>

<file path=ppt/slideMasters/_rels/slideMaster67.xml.rels><?xml version="1.0" encoding="UTF-8" standalone="yes"?>
<Relationships xmlns="http://schemas.openxmlformats.org/package/2006/relationships"><Relationship Id="rId2" Type="http://schemas.openxmlformats.org/officeDocument/2006/relationships/theme" Target="../theme/theme67.xml"/><Relationship Id="rId1" Type="http://schemas.openxmlformats.org/officeDocument/2006/relationships/slideLayout" Target="../slideLayouts/slideLayout71.xml"/></Relationships>
</file>

<file path=ppt/slideMasters/_rels/slideMaster68.xml.rels><?xml version="1.0" encoding="UTF-8" standalone="yes"?>
<Relationships xmlns="http://schemas.openxmlformats.org/package/2006/relationships"><Relationship Id="rId2" Type="http://schemas.openxmlformats.org/officeDocument/2006/relationships/theme" Target="../theme/theme68.xml"/><Relationship Id="rId1" Type="http://schemas.openxmlformats.org/officeDocument/2006/relationships/slideLayout" Target="../slideLayouts/slideLayout72.xml"/></Relationships>
</file>

<file path=ppt/slideMasters/_rels/slideMaster69.xml.rels><?xml version="1.0" encoding="UTF-8" standalone="yes"?>
<Relationships xmlns="http://schemas.openxmlformats.org/package/2006/relationships"><Relationship Id="rId2" Type="http://schemas.openxmlformats.org/officeDocument/2006/relationships/theme" Target="../theme/theme69.xml"/><Relationship Id="rId1" Type="http://schemas.openxmlformats.org/officeDocument/2006/relationships/slideLayout" Target="../slideLayouts/slideLayout73.xml"/></Relationships>
</file>

<file path=ppt/slideMasters/_rels/slideMaster70.xml.rels><?xml version="1.0" encoding="UTF-8" standalone="yes"?>
<Relationships xmlns="http://schemas.openxmlformats.org/package/2006/relationships"><Relationship Id="rId2" Type="http://schemas.openxmlformats.org/officeDocument/2006/relationships/theme" Target="../theme/theme70.xml"/><Relationship Id="rId1" Type="http://schemas.openxmlformats.org/officeDocument/2006/relationships/slideLayout" Target="../slideLayouts/slideLayout74.xml"/></Relationships>
</file>

<file path=ppt/slideMasters/_rels/slideMaster71.xml.rels><?xml version="1.0" encoding="UTF-8" standalone="yes"?>
<Relationships xmlns="http://schemas.openxmlformats.org/package/2006/relationships"><Relationship Id="rId2" Type="http://schemas.openxmlformats.org/officeDocument/2006/relationships/theme" Target="../theme/theme71.xml"/><Relationship Id="rId1" Type="http://schemas.openxmlformats.org/officeDocument/2006/relationships/slideLayout" Target="../slideLayouts/slideLayout75.xml"/></Relationships>
</file>

<file path=ppt/slideMasters/_rels/slideMaster72.xml.rels><?xml version="1.0" encoding="UTF-8" standalone="yes"?>
<Relationships xmlns="http://schemas.openxmlformats.org/package/2006/relationships"><Relationship Id="rId2" Type="http://schemas.openxmlformats.org/officeDocument/2006/relationships/theme" Target="../theme/theme72.xml"/><Relationship Id="rId1" Type="http://schemas.openxmlformats.org/officeDocument/2006/relationships/slideLayout" Target="../slideLayouts/slideLayout76.xml"/></Relationships>
</file>

<file path=ppt/slideMasters/_rels/slideMaster73.xml.rels><?xml version="1.0" encoding="UTF-8" standalone="yes"?>
<Relationships xmlns="http://schemas.openxmlformats.org/package/2006/relationships"><Relationship Id="rId2" Type="http://schemas.openxmlformats.org/officeDocument/2006/relationships/theme" Target="../theme/theme73.xml"/><Relationship Id="rId1" Type="http://schemas.openxmlformats.org/officeDocument/2006/relationships/slideLayout" Target="../slideLayouts/slideLayout77.xml"/></Relationships>
</file>

<file path=ppt/slideMasters/_rels/slideMaster74.xml.rels><?xml version="1.0" encoding="UTF-8" standalone="yes"?>
<Relationships xmlns="http://schemas.openxmlformats.org/package/2006/relationships"><Relationship Id="rId2" Type="http://schemas.openxmlformats.org/officeDocument/2006/relationships/theme" Target="../theme/theme74.xml"/><Relationship Id="rId1" Type="http://schemas.openxmlformats.org/officeDocument/2006/relationships/slideLayout" Target="../slideLayouts/slideLayout78.xml"/></Relationships>
</file>

<file path=ppt/slideMasters/_rels/slideMaster75.xml.rels><?xml version="1.0" encoding="UTF-8" standalone="yes"?>
<Relationships xmlns="http://schemas.openxmlformats.org/package/2006/relationships"><Relationship Id="rId2" Type="http://schemas.openxmlformats.org/officeDocument/2006/relationships/theme" Target="../theme/theme75.xml"/><Relationship Id="rId1" Type="http://schemas.openxmlformats.org/officeDocument/2006/relationships/slideLayout" Target="../slideLayouts/slideLayout79.xml"/></Relationships>
</file>

<file path=ppt/slideMasters/_rels/slideMaster76.xml.rels><?xml version="1.0" encoding="UTF-8" standalone="yes"?>
<Relationships xmlns="http://schemas.openxmlformats.org/package/2006/relationships"><Relationship Id="rId2" Type="http://schemas.openxmlformats.org/officeDocument/2006/relationships/theme" Target="../theme/theme76.xml"/><Relationship Id="rId1" Type="http://schemas.openxmlformats.org/officeDocument/2006/relationships/slideLayout" Target="../slideLayouts/slideLayout80.xml"/></Relationships>
</file>

<file path=ppt/slideMasters/_rels/slideMaster77.xml.rels><?xml version="1.0" encoding="UTF-8" standalone="yes"?>
<Relationships xmlns="http://schemas.openxmlformats.org/package/2006/relationships"><Relationship Id="rId2" Type="http://schemas.openxmlformats.org/officeDocument/2006/relationships/theme" Target="../theme/theme77.xml"/><Relationship Id="rId1" Type="http://schemas.openxmlformats.org/officeDocument/2006/relationships/slideLayout" Target="../slideLayouts/slideLayout81.xml"/></Relationships>
</file>

<file path=ppt/slideMasters/_rels/slideMaster78.xml.rels><?xml version="1.0" encoding="UTF-8" standalone="yes"?>
<Relationships xmlns="http://schemas.openxmlformats.org/package/2006/relationships"><Relationship Id="rId2" Type="http://schemas.openxmlformats.org/officeDocument/2006/relationships/theme" Target="../theme/theme78.xml"/><Relationship Id="rId1" Type="http://schemas.openxmlformats.org/officeDocument/2006/relationships/slideLayout" Target="../slideLayouts/slideLayout82.xml"/></Relationships>
</file>

<file path=ppt/slideMasters/_rels/slideMaster79.xml.rels><?xml version="1.0" encoding="UTF-8" standalone="yes"?>
<Relationships xmlns="http://schemas.openxmlformats.org/package/2006/relationships"><Relationship Id="rId2" Type="http://schemas.openxmlformats.org/officeDocument/2006/relationships/theme" Target="../theme/theme79.xml"/><Relationship Id="rId1" Type="http://schemas.openxmlformats.org/officeDocument/2006/relationships/slideLayout" Target="../slideLayouts/slideLayout83.xml"/></Relationships>
</file>

<file path=ppt/slideMasters/_rels/slideMaster80.xml.rels><?xml version="1.0" encoding="UTF-8" standalone="yes"?>
<Relationships xmlns="http://schemas.openxmlformats.org/package/2006/relationships"><Relationship Id="rId2" Type="http://schemas.openxmlformats.org/officeDocument/2006/relationships/theme" Target="../theme/theme80.xml"/><Relationship Id="rId1" Type="http://schemas.openxmlformats.org/officeDocument/2006/relationships/slideLayout" Target="../slideLayouts/slideLayout84.xml"/></Relationships>
</file>

<file path=ppt/slideMasters/_rels/slideMaster81.xml.rels><?xml version="1.0" encoding="UTF-8" standalone="yes"?>
<Relationships xmlns="http://schemas.openxmlformats.org/package/2006/relationships"><Relationship Id="rId2" Type="http://schemas.openxmlformats.org/officeDocument/2006/relationships/theme" Target="../theme/theme81.xml"/><Relationship Id="rId1" Type="http://schemas.openxmlformats.org/officeDocument/2006/relationships/slideLayout" Target="../slideLayouts/slideLayout85.xml"/></Relationships>
</file>

<file path=ppt/slideMasters/_rels/slideMaster82.xml.rels><?xml version="1.0" encoding="UTF-8" standalone="yes"?>
<Relationships xmlns="http://schemas.openxmlformats.org/package/2006/relationships"><Relationship Id="rId2" Type="http://schemas.openxmlformats.org/officeDocument/2006/relationships/theme" Target="../theme/theme82.xml"/><Relationship Id="rId1" Type="http://schemas.openxmlformats.org/officeDocument/2006/relationships/slideLayout" Target="../slideLayouts/slideLayout86.xml"/></Relationships>
</file>

<file path=ppt/slideMasters/_rels/slideMaster83.xml.rels><?xml version="1.0" encoding="UTF-8" standalone="yes"?>
<Relationships xmlns="http://schemas.openxmlformats.org/package/2006/relationships"><Relationship Id="rId2" Type="http://schemas.openxmlformats.org/officeDocument/2006/relationships/theme" Target="../theme/theme83.xml"/><Relationship Id="rId1" Type="http://schemas.openxmlformats.org/officeDocument/2006/relationships/slideLayout" Target="../slideLayouts/slideLayout87.xml"/></Relationships>
</file>

<file path=ppt/slideMasters/_rels/slideMaster84.xml.rels><?xml version="1.0" encoding="UTF-8" standalone="yes"?>
<Relationships xmlns="http://schemas.openxmlformats.org/package/2006/relationships"><Relationship Id="rId2" Type="http://schemas.openxmlformats.org/officeDocument/2006/relationships/theme" Target="../theme/theme84.xml"/><Relationship Id="rId1" Type="http://schemas.openxmlformats.org/officeDocument/2006/relationships/slideLayout" Target="../slideLayouts/slideLayout88.xml"/></Relationships>
</file>

<file path=ppt/slideMasters/_rels/slideMaster85.xml.rels><?xml version="1.0" encoding="UTF-8" standalone="yes"?>
<Relationships xmlns="http://schemas.openxmlformats.org/package/2006/relationships"><Relationship Id="rId2" Type="http://schemas.openxmlformats.org/officeDocument/2006/relationships/theme" Target="../theme/theme85.xml"/><Relationship Id="rId1" Type="http://schemas.openxmlformats.org/officeDocument/2006/relationships/slideLayout" Target="../slideLayouts/slideLayout89.xml"/></Relationships>
</file>

<file path=ppt/slideMasters/_rels/slideMaster86.xml.rels><?xml version="1.0" encoding="UTF-8" standalone="yes"?>
<Relationships xmlns="http://schemas.openxmlformats.org/package/2006/relationships"><Relationship Id="rId2" Type="http://schemas.openxmlformats.org/officeDocument/2006/relationships/theme" Target="../theme/theme86.xml"/><Relationship Id="rId1" Type="http://schemas.openxmlformats.org/officeDocument/2006/relationships/slideLayout" Target="../slideLayouts/slideLayout90.xml"/></Relationships>
</file>

<file path=ppt/slideMasters/_rels/slideMaster87.xml.rels><?xml version="1.0" encoding="UTF-8" standalone="yes"?>
<Relationships xmlns="http://schemas.openxmlformats.org/package/2006/relationships"><Relationship Id="rId2" Type="http://schemas.openxmlformats.org/officeDocument/2006/relationships/theme" Target="../theme/theme87.xml"/><Relationship Id="rId1" Type="http://schemas.openxmlformats.org/officeDocument/2006/relationships/slideLayout" Target="../slideLayouts/slideLayout91.xml"/></Relationships>
</file>

<file path=ppt/slideMasters/_rels/slideMaster88.xml.rels><?xml version="1.0" encoding="UTF-8" standalone="yes"?>
<Relationships xmlns="http://schemas.openxmlformats.org/package/2006/relationships"><Relationship Id="rId2" Type="http://schemas.openxmlformats.org/officeDocument/2006/relationships/theme" Target="../theme/theme88.xml"/><Relationship Id="rId1" Type="http://schemas.openxmlformats.org/officeDocument/2006/relationships/slideLayout" Target="../slideLayouts/slideLayout92.xml"/></Relationships>
</file>

<file path=ppt/slideMasters/_rels/slideMaster89.xml.rels><?xml version="1.0" encoding="UTF-8" standalone="yes"?>
<Relationships xmlns="http://schemas.openxmlformats.org/package/2006/relationships"><Relationship Id="rId2" Type="http://schemas.openxmlformats.org/officeDocument/2006/relationships/theme" Target="../theme/theme89.xml"/><Relationship Id="rId1" Type="http://schemas.openxmlformats.org/officeDocument/2006/relationships/slideLayout" Target="../slideLayouts/slideLayout93.xml"/></Relationships>
</file>

<file path=ppt/slideMasters/_rels/slideMaster90.xml.rels><?xml version="1.0" encoding="UTF-8" standalone="yes"?>
<Relationships xmlns="http://schemas.openxmlformats.org/package/2006/relationships"><Relationship Id="rId2" Type="http://schemas.openxmlformats.org/officeDocument/2006/relationships/theme" Target="../theme/theme90.xml"/><Relationship Id="rId1" Type="http://schemas.openxmlformats.org/officeDocument/2006/relationships/slideLayout" Target="../slideLayouts/slideLayout94.xml"/></Relationships>
</file>

<file path=ppt/slideMasters/_rels/slideMaster91.xml.rels><?xml version="1.0" encoding="UTF-8" standalone="yes"?>
<Relationships xmlns="http://schemas.openxmlformats.org/package/2006/relationships"><Relationship Id="rId2" Type="http://schemas.openxmlformats.org/officeDocument/2006/relationships/theme" Target="../theme/theme91.xml"/><Relationship Id="rId1" Type="http://schemas.openxmlformats.org/officeDocument/2006/relationships/slideLayout" Target="../slideLayouts/slideLayout95.xml"/></Relationships>
</file>

<file path=ppt/slideMasters/_rels/slideMaster92.xml.rels><?xml version="1.0" encoding="UTF-8" standalone="yes"?>
<Relationships xmlns="http://schemas.openxmlformats.org/package/2006/relationships"><Relationship Id="rId3" Type="http://schemas.openxmlformats.org/officeDocument/2006/relationships/slideLayout" Target="../slideLayouts/slideLayout98.xml"/><Relationship Id="rId2" Type="http://schemas.openxmlformats.org/officeDocument/2006/relationships/slideLayout" Target="../slideLayouts/slideLayout97.xml"/><Relationship Id="rId1" Type="http://schemas.openxmlformats.org/officeDocument/2006/relationships/slideLayout" Target="../slideLayouts/slideLayout96.xml"/><Relationship Id="rId6" Type="http://schemas.openxmlformats.org/officeDocument/2006/relationships/theme" Target="../theme/theme92.xml"/><Relationship Id="rId5" Type="http://schemas.openxmlformats.org/officeDocument/2006/relationships/slideLayout" Target="../slideLayouts/slideLayout100.xml"/><Relationship Id="rId4" Type="http://schemas.openxmlformats.org/officeDocument/2006/relationships/slideLayout" Target="../slideLayouts/slideLayout99.xml"/></Relationships>
</file>

<file path=ppt/slideMasters/_rels/slideMaster93.xml.rels><?xml version="1.0" encoding="UTF-8" standalone="yes"?>
<Relationships xmlns="http://schemas.openxmlformats.org/package/2006/relationships"><Relationship Id="rId3" Type="http://schemas.openxmlformats.org/officeDocument/2006/relationships/slideLayout" Target="../slideLayouts/slideLayout103.xml"/><Relationship Id="rId2" Type="http://schemas.openxmlformats.org/officeDocument/2006/relationships/slideLayout" Target="../slideLayouts/slideLayout102.xml"/><Relationship Id="rId1" Type="http://schemas.openxmlformats.org/officeDocument/2006/relationships/slideLayout" Target="../slideLayouts/slideLayout101.xml"/><Relationship Id="rId6" Type="http://schemas.openxmlformats.org/officeDocument/2006/relationships/theme" Target="../theme/theme93.xml"/><Relationship Id="rId5" Type="http://schemas.openxmlformats.org/officeDocument/2006/relationships/slideLayout" Target="../slideLayouts/slideLayout105.xml"/><Relationship Id="rId4" Type="http://schemas.openxmlformats.org/officeDocument/2006/relationships/slideLayout" Target="../slideLayouts/slideLayout10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580474" y="77723"/>
            <a:ext cx="10802620" cy="369332"/>
          </a:xfrm>
          <a:prstGeom prst="rect">
            <a:avLst/>
          </a:prstGeom>
        </p:spPr>
        <p:txBody>
          <a:bodyPr wrap="square" lIns="0" tIns="0" rIns="0" bIns="0">
            <a:spAutoFit/>
          </a:bodyPr>
          <a:lstStyle>
            <a:lvl1pPr>
              <a:defRPr sz="2400" b="0" i="0">
                <a:solidFill>
                  <a:srgbClr val="005073"/>
                </a:solidFill>
                <a:latin typeface="Arial"/>
                <a:cs typeface="Arial"/>
              </a:defRPr>
            </a:lvl1pPr>
          </a:lstStyle>
          <a:p>
            <a:endParaRPr/>
          </a:p>
        </p:txBody>
      </p:sp>
      <p:sp>
        <p:nvSpPr>
          <p:cNvPr id="3" name="Holder 3"/>
          <p:cNvSpPr>
            <a:spLocks noGrp="1"/>
          </p:cNvSpPr>
          <p:nvPr>
            <p:ph type="body" idx="1"/>
          </p:nvPr>
        </p:nvSpPr>
        <p:spPr>
          <a:xfrm>
            <a:off x="487003" y="1182501"/>
            <a:ext cx="5576147" cy="292388"/>
          </a:xfrm>
          <a:prstGeom prst="rect">
            <a:avLst/>
          </a:prstGeom>
        </p:spPr>
        <p:txBody>
          <a:bodyPr wrap="square" lIns="0" tIns="0" rIns="0" bIns="0">
            <a:spAutoFit/>
          </a:bodyPr>
          <a:lstStyle>
            <a:lvl1pPr>
              <a:defRPr sz="1900" b="0" i="0">
                <a:solidFill>
                  <a:schemeClr val="bg1"/>
                </a:solidFill>
                <a:latin typeface="Arial"/>
                <a:cs typeface="Arial"/>
              </a:defRPr>
            </a:lvl1pPr>
          </a:lstStyle>
          <a:p>
            <a:endParaRPr/>
          </a:p>
        </p:txBody>
      </p:sp>
      <p:sp>
        <p:nvSpPr>
          <p:cNvPr id="5" name="Holder 5"/>
          <p:cNvSpPr>
            <a:spLocks noGrp="1"/>
          </p:cNvSpPr>
          <p:nvPr>
            <p:ph type="dt" sz="half" idx="6"/>
          </p:nvPr>
        </p:nvSpPr>
        <p:spPr>
          <a:xfrm>
            <a:off x="609600" y="6377941"/>
            <a:ext cx="280416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solidFill>
                  <a:prstClr val="black">
                    <a:tint val="75000"/>
                  </a:prstClr>
                </a:solidFill>
              </a:rPr>
              <a:pPr/>
              <a:t>7/24/2022</a:t>
            </a:fld>
            <a:endParaRPr lang="en-US">
              <a:solidFill>
                <a:prstClr val="black">
                  <a:tint val="75000"/>
                </a:prstClr>
              </a:solidFill>
            </a:endParaRPr>
          </a:p>
        </p:txBody>
      </p:sp>
    </p:spTree>
    <p:extLst>
      <p:ext uri="{BB962C8B-B14F-4D97-AF65-F5344CB8AC3E}">
        <p14:creationId xmlns:p14="http://schemas.microsoft.com/office/powerpoint/2010/main" val="323262788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609585">
        <a:defRPr>
          <a:latin typeface="+mn-lt"/>
          <a:ea typeface="+mn-ea"/>
          <a:cs typeface="+mn-cs"/>
        </a:defRPr>
      </a:lvl2pPr>
      <a:lvl3pPr marL="1219170">
        <a:defRPr>
          <a:latin typeface="+mn-lt"/>
          <a:ea typeface="+mn-ea"/>
          <a:cs typeface="+mn-cs"/>
        </a:defRPr>
      </a:lvl3pPr>
      <a:lvl4pPr marL="1828754">
        <a:defRPr>
          <a:latin typeface="+mn-lt"/>
          <a:ea typeface="+mn-ea"/>
          <a:cs typeface="+mn-cs"/>
        </a:defRPr>
      </a:lvl4pPr>
      <a:lvl5pPr marL="2438339">
        <a:defRPr>
          <a:latin typeface="+mn-lt"/>
          <a:ea typeface="+mn-ea"/>
          <a:cs typeface="+mn-cs"/>
        </a:defRPr>
      </a:lvl5pPr>
      <a:lvl6pPr marL="3047924">
        <a:defRPr>
          <a:latin typeface="+mn-lt"/>
          <a:ea typeface="+mn-ea"/>
          <a:cs typeface="+mn-cs"/>
        </a:defRPr>
      </a:lvl6pPr>
      <a:lvl7pPr marL="3657509">
        <a:defRPr>
          <a:latin typeface="+mn-lt"/>
          <a:ea typeface="+mn-ea"/>
          <a:cs typeface="+mn-cs"/>
        </a:defRPr>
      </a:lvl7pPr>
      <a:lvl8pPr marL="4267093">
        <a:defRPr>
          <a:latin typeface="+mn-lt"/>
          <a:ea typeface="+mn-ea"/>
          <a:cs typeface="+mn-cs"/>
        </a:defRPr>
      </a:lvl8pPr>
      <a:lvl9pPr marL="4876678">
        <a:defRPr>
          <a:latin typeface="+mn-lt"/>
          <a:ea typeface="+mn-ea"/>
          <a:cs typeface="+mn-cs"/>
        </a:defRPr>
      </a:lvl9pPr>
    </p:bodyStyle>
    <p:otherStyle>
      <a:lvl1pPr marL="0">
        <a:defRPr>
          <a:latin typeface="+mn-lt"/>
          <a:ea typeface="+mn-ea"/>
          <a:cs typeface="+mn-cs"/>
        </a:defRPr>
      </a:lvl1pPr>
      <a:lvl2pPr marL="609585">
        <a:defRPr>
          <a:latin typeface="+mn-lt"/>
          <a:ea typeface="+mn-ea"/>
          <a:cs typeface="+mn-cs"/>
        </a:defRPr>
      </a:lvl2pPr>
      <a:lvl3pPr marL="1219170">
        <a:defRPr>
          <a:latin typeface="+mn-lt"/>
          <a:ea typeface="+mn-ea"/>
          <a:cs typeface="+mn-cs"/>
        </a:defRPr>
      </a:lvl3pPr>
      <a:lvl4pPr marL="1828754">
        <a:defRPr>
          <a:latin typeface="+mn-lt"/>
          <a:ea typeface="+mn-ea"/>
          <a:cs typeface="+mn-cs"/>
        </a:defRPr>
      </a:lvl4pPr>
      <a:lvl5pPr marL="2438339">
        <a:defRPr>
          <a:latin typeface="+mn-lt"/>
          <a:ea typeface="+mn-ea"/>
          <a:cs typeface="+mn-cs"/>
        </a:defRPr>
      </a:lvl5pPr>
      <a:lvl6pPr marL="3047924">
        <a:defRPr>
          <a:latin typeface="+mn-lt"/>
          <a:ea typeface="+mn-ea"/>
          <a:cs typeface="+mn-cs"/>
        </a:defRPr>
      </a:lvl6pPr>
      <a:lvl7pPr marL="3657509">
        <a:defRPr>
          <a:latin typeface="+mn-lt"/>
          <a:ea typeface="+mn-ea"/>
          <a:cs typeface="+mn-cs"/>
        </a:defRPr>
      </a:lvl7pPr>
      <a:lvl8pPr marL="4267093">
        <a:defRPr>
          <a:latin typeface="+mn-lt"/>
          <a:ea typeface="+mn-ea"/>
          <a:cs typeface="+mn-cs"/>
        </a:defRPr>
      </a:lvl8pPr>
      <a:lvl9pPr marL="4876678">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24217165"/>
      </p:ext>
    </p:extLst>
  </p:cSld>
  <p:clrMap bg1="lt1" tx1="dk1" bg2="lt2" tx2="dk2" accent1="accent1" accent2="accent2" accent3="accent3" accent4="accent4" accent5="accent5" accent6="accent6" hlink="hlink" folHlink="folHlink"/>
  <p:sldLayoutIdLst>
    <p:sldLayoutId id="2147483667"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65059282"/>
      </p:ext>
    </p:extLst>
  </p:cSld>
  <p:clrMap bg1="lt1" tx1="dk1" bg2="lt2" tx2="dk2" accent1="accent1" accent2="accent2" accent3="accent3" accent4="accent4" accent5="accent5" accent6="accent6" hlink="hlink" folHlink="folHlink"/>
  <p:sldLayoutIdLst>
    <p:sldLayoutId id="2147483671"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04880977"/>
      </p:ext>
    </p:extLst>
  </p:cSld>
  <p:clrMap bg1="lt1" tx1="dk1" bg2="lt2" tx2="dk2" accent1="accent1" accent2="accent2" accent3="accent3" accent4="accent4" accent5="accent5" accent6="accent6" hlink="hlink" folHlink="folHlink"/>
  <p:sldLayoutIdLst>
    <p:sldLayoutId id="2147483673"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96313527"/>
      </p:ext>
    </p:extLst>
  </p:cSld>
  <p:clrMap bg1="lt1" tx1="dk1" bg2="lt2" tx2="dk2" accent1="accent1" accent2="accent2" accent3="accent3" accent4="accent4" accent5="accent5" accent6="accent6" hlink="hlink" folHlink="folHlink"/>
  <p:sldLayoutIdLst>
    <p:sldLayoutId id="2147483675"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31307773"/>
      </p:ext>
    </p:extLst>
  </p:cSld>
  <p:clrMap bg1="lt1" tx1="dk1" bg2="lt2" tx2="dk2" accent1="accent1" accent2="accent2" accent3="accent3" accent4="accent4" accent5="accent5" accent6="accent6" hlink="hlink" folHlink="folHlink"/>
  <p:sldLayoutIdLst>
    <p:sldLayoutId id="2147483677"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41013230"/>
      </p:ext>
    </p:extLst>
  </p:cSld>
  <p:clrMap bg1="lt1" tx1="dk1" bg2="lt2" tx2="dk2" accent1="accent1" accent2="accent2" accent3="accent3" accent4="accent4" accent5="accent5" accent6="accent6" hlink="hlink" folHlink="folHlink"/>
  <p:sldLayoutIdLst>
    <p:sldLayoutId id="2147483679"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96385808"/>
      </p:ext>
    </p:extLst>
  </p:cSld>
  <p:clrMap bg1="lt1" tx1="dk1" bg2="lt2" tx2="dk2" accent1="accent1" accent2="accent2" accent3="accent3" accent4="accent4" accent5="accent5" accent6="accent6" hlink="hlink" folHlink="folHlink"/>
  <p:sldLayoutIdLst>
    <p:sldLayoutId id="2147483681"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5439363"/>
      </p:ext>
    </p:extLst>
  </p:cSld>
  <p:clrMap bg1="lt1" tx1="dk1" bg2="lt2" tx2="dk2" accent1="accent1" accent2="accent2" accent3="accent3" accent4="accent4" accent5="accent5" accent6="accent6" hlink="hlink" folHlink="folHlink"/>
  <p:sldLayoutIdLst>
    <p:sldLayoutId id="2147483683"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11459295"/>
      </p:ext>
    </p:extLst>
  </p:cSld>
  <p:clrMap bg1="lt1" tx1="dk1" bg2="lt2" tx2="dk2" accent1="accent1" accent2="accent2" accent3="accent3" accent4="accent4" accent5="accent5" accent6="accent6" hlink="hlink" folHlink="folHlink"/>
  <p:sldLayoutIdLst>
    <p:sldLayoutId id="2147483685"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28297815"/>
      </p:ext>
    </p:extLst>
  </p:cSld>
  <p:clrMap bg1="lt1" tx1="dk1" bg2="lt2" tx2="dk2" accent1="accent1" accent2="accent2" accent3="accent3" accent4="accent4" accent5="accent5" accent6="accent6" hlink="hlink" folHlink="folHlink"/>
  <p:sldLayoutIdLst>
    <p:sldLayoutId id="2147483687"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11344476"/>
      </p:ext>
    </p:extLst>
  </p:cSld>
  <p:clrMap bg1="lt1" tx1="dk1" bg2="lt2" tx2="dk2" accent1="accent1" accent2="accent2" accent3="accent3" accent4="accent4" accent5="accent5" accent6="accent6" hlink="hlink" folHlink="folHlink"/>
  <p:sldLayoutIdLst>
    <p:sldLayoutId id="2147483689"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49482552"/>
      </p:ext>
    </p:extLst>
  </p:cSld>
  <p:clrMap bg1="lt1" tx1="dk1" bg2="lt2" tx2="dk2" accent1="accent1" accent2="accent2" accent3="accent3" accent4="accent4" accent5="accent5" accent6="accent6" hlink="hlink" folHlink="folHlink"/>
  <p:sldLayoutIdLst>
    <p:sldLayoutId id="2147483691"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92570343"/>
      </p:ext>
    </p:extLst>
  </p:cSld>
  <p:clrMap bg1="lt1" tx1="dk1" bg2="lt2" tx2="dk2" accent1="accent1" accent2="accent2" accent3="accent3" accent4="accent4" accent5="accent5" accent6="accent6" hlink="hlink" folHlink="folHlink"/>
  <p:sldLayoutIdLst>
    <p:sldLayoutId id="2147483693"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05180484"/>
      </p:ext>
    </p:extLst>
  </p:cSld>
  <p:clrMap bg1="lt1" tx1="dk1" bg2="lt2" tx2="dk2" accent1="accent1" accent2="accent2" accent3="accent3" accent4="accent4" accent5="accent5" accent6="accent6" hlink="hlink" folHlink="folHlink"/>
  <p:sldLayoutIdLst>
    <p:sldLayoutId id="2147483695"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99123010"/>
      </p:ext>
    </p:extLst>
  </p:cSld>
  <p:clrMap bg1="lt1" tx1="dk1" bg2="lt2" tx2="dk2" accent1="accent1" accent2="accent2" accent3="accent3" accent4="accent4" accent5="accent5" accent6="accent6" hlink="hlink" folHlink="folHlink"/>
  <p:sldLayoutIdLst>
    <p:sldLayoutId id="2147483697"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25797486"/>
      </p:ext>
    </p:extLst>
  </p:cSld>
  <p:clrMap bg1="lt1" tx1="dk1" bg2="lt2" tx2="dk2" accent1="accent1" accent2="accent2" accent3="accent3" accent4="accent4" accent5="accent5" accent6="accent6" hlink="hlink" folHlink="folHlink"/>
  <p:sldLayoutIdLst>
    <p:sldLayoutId id="2147483699"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67798449"/>
      </p:ext>
    </p:extLst>
  </p:cSld>
  <p:clrMap bg1="lt1" tx1="dk1" bg2="lt2" tx2="dk2" accent1="accent1" accent2="accent2" accent3="accent3" accent4="accent4" accent5="accent5" accent6="accent6" hlink="hlink" folHlink="folHlink"/>
  <p:sldLayoutIdLst>
    <p:sldLayoutId id="2147483701"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93658374"/>
      </p:ext>
    </p:extLst>
  </p:cSld>
  <p:clrMap bg1="lt1" tx1="dk1" bg2="lt2" tx2="dk2" accent1="accent1" accent2="accent2" accent3="accent3" accent4="accent4" accent5="accent5" accent6="accent6" hlink="hlink" folHlink="folHlink"/>
  <p:sldLayoutIdLst>
    <p:sldLayoutId id="2147483703"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74085362"/>
      </p:ext>
    </p:extLst>
  </p:cSld>
  <p:clrMap bg1="lt1" tx1="dk1" bg2="lt2" tx2="dk2" accent1="accent1" accent2="accent2" accent3="accent3" accent4="accent4" accent5="accent5" accent6="accent6" hlink="hlink" folHlink="folHlink"/>
  <p:sldLayoutIdLst>
    <p:sldLayoutId id="2147483705"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85243599"/>
      </p:ext>
    </p:extLst>
  </p:cSld>
  <p:clrMap bg1="lt1" tx1="dk1" bg2="lt2" tx2="dk2" accent1="accent1" accent2="accent2" accent3="accent3" accent4="accent4" accent5="accent5" accent6="accent6" hlink="hlink" folHlink="folHlink"/>
  <p:sldLayoutIdLst>
    <p:sldLayoutId id="2147483707"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60880804"/>
      </p:ext>
    </p:extLst>
  </p:cSld>
  <p:clrMap bg1="lt1" tx1="dk1" bg2="lt2" tx2="dk2" accent1="accent1" accent2="accent2" accent3="accent3" accent4="accent4" accent5="accent5" accent6="accent6" hlink="hlink" folHlink="folHlink"/>
  <p:sldLayoutIdLst>
    <p:sldLayoutId id="2147483709"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93015494"/>
      </p:ext>
    </p:extLst>
  </p:cSld>
  <p:clrMap bg1="lt1" tx1="dk1" bg2="lt2" tx2="dk2" accent1="accent1" accent2="accent2" accent3="accent3" accent4="accent4" accent5="accent5" accent6="accent6" hlink="hlink" folHlink="folHlink"/>
  <p:sldLayoutIdLst>
    <p:sldLayoutId id="2147483711"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07733217"/>
      </p:ext>
    </p:extLst>
  </p:cSld>
  <p:clrMap bg1="lt1" tx1="dk1" bg2="lt2" tx2="dk2" accent1="accent1" accent2="accent2" accent3="accent3" accent4="accent4" accent5="accent5" accent6="accent6" hlink="hlink" folHlink="folHlink"/>
  <p:sldLayoutIdLst>
    <p:sldLayoutId id="2147483713"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95269445"/>
      </p:ext>
    </p:extLst>
  </p:cSld>
  <p:clrMap bg1="lt1" tx1="dk1" bg2="lt2" tx2="dk2" accent1="accent1" accent2="accent2" accent3="accent3" accent4="accent4" accent5="accent5" accent6="accent6" hlink="hlink" folHlink="folHlink"/>
  <p:sldLayoutIdLst>
    <p:sldLayoutId id="2147483715"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34158349"/>
      </p:ext>
    </p:extLst>
  </p:cSld>
  <p:clrMap bg1="lt1" tx1="dk1" bg2="lt2" tx2="dk2" accent1="accent1" accent2="accent2" accent3="accent3" accent4="accent4" accent5="accent5" accent6="accent6" hlink="hlink" folHlink="folHlink"/>
  <p:sldLayoutIdLst>
    <p:sldLayoutId id="2147483717"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84820061"/>
      </p:ext>
    </p:extLst>
  </p:cSld>
  <p:clrMap bg1="lt1" tx1="dk1" bg2="lt2" tx2="dk2" accent1="accent1" accent2="accent2" accent3="accent3" accent4="accent4" accent5="accent5" accent6="accent6" hlink="hlink" folHlink="folHlink"/>
  <p:sldLayoutIdLst>
    <p:sldLayoutId id="2147483719"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24698859"/>
      </p:ext>
    </p:extLst>
  </p:cSld>
  <p:clrMap bg1="lt1" tx1="dk1" bg2="lt2" tx2="dk2" accent1="accent1" accent2="accent2" accent3="accent3" accent4="accent4" accent5="accent5" accent6="accent6" hlink="hlink" folHlink="folHlink"/>
  <p:sldLayoutIdLst>
    <p:sldLayoutId id="2147483721"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22784256"/>
      </p:ext>
    </p:extLst>
  </p:cSld>
  <p:clrMap bg1="lt1" tx1="dk1" bg2="lt2" tx2="dk2" accent1="accent1" accent2="accent2" accent3="accent3" accent4="accent4" accent5="accent5" accent6="accent6" hlink="hlink" folHlink="folHlink"/>
  <p:sldLayoutIdLst>
    <p:sldLayoutId id="2147483723"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61362425"/>
      </p:ext>
    </p:extLst>
  </p:cSld>
  <p:clrMap bg1="lt1" tx1="dk1" bg2="lt2" tx2="dk2" accent1="accent1" accent2="accent2" accent3="accent3" accent4="accent4" accent5="accent5" accent6="accent6" hlink="hlink" folHlink="folHlink"/>
  <p:sldLayoutIdLst>
    <p:sldLayoutId id="2147483725"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3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55536951"/>
      </p:ext>
    </p:extLst>
  </p:cSld>
  <p:clrMap bg1="lt1" tx1="dk1" bg2="lt2" tx2="dk2" accent1="accent1" accent2="accent2" accent3="accent3" accent4="accent4" accent5="accent5" accent6="accent6" hlink="hlink" folHlink="folHlink"/>
  <p:sldLayoutIdLst>
    <p:sldLayoutId id="2147483727"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3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49602359"/>
      </p:ext>
    </p:extLst>
  </p:cSld>
  <p:clrMap bg1="lt1" tx1="dk1" bg2="lt2" tx2="dk2" accent1="accent1" accent2="accent2" accent3="accent3" accent4="accent4" accent5="accent5" accent6="accent6" hlink="hlink" folHlink="folHlink"/>
  <p:sldLayoutIdLst>
    <p:sldLayoutId id="2147483729"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3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84444574"/>
      </p:ext>
    </p:extLst>
  </p:cSld>
  <p:clrMap bg1="lt1" tx1="dk1" bg2="lt2" tx2="dk2" accent1="accent1" accent2="accent2" accent3="accent3" accent4="accent4" accent5="accent5" accent6="accent6" hlink="hlink" folHlink="folHlink"/>
  <p:sldLayoutIdLst>
    <p:sldLayoutId id="2147483731"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3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71414189"/>
      </p:ext>
    </p:extLst>
  </p:cSld>
  <p:clrMap bg1="lt1" tx1="dk1" bg2="lt2" tx2="dk2" accent1="accent1" accent2="accent2" accent3="accent3" accent4="accent4" accent5="accent5" accent6="accent6" hlink="hlink" folHlink="folHlink"/>
  <p:sldLayoutIdLst>
    <p:sldLayoutId id="2147483733"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3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75609970"/>
      </p:ext>
    </p:extLst>
  </p:cSld>
  <p:clrMap bg1="lt1" tx1="dk1" bg2="lt2" tx2="dk2" accent1="accent1" accent2="accent2" accent3="accent3" accent4="accent4" accent5="accent5" accent6="accent6" hlink="hlink" folHlink="folHlink"/>
  <p:sldLayoutIdLst>
    <p:sldLayoutId id="2147483735"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3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42893770"/>
      </p:ext>
    </p:extLst>
  </p:cSld>
  <p:clrMap bg1="lt1" tx1="dk1" bg2="lt2" tx2="dk2" accent1="accent1" accent2="accent2" accent3="accent3" accent4="accent4" accent5="accent5" accent6="accent6" hlink="hlink" folHlink="folHlink"/>
  <p:sldLayoutIdLst>
    <p:sldLayoutId id="2147483737"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3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15872008"/>
      </p:ext>
    </p:extLst>
  </p:cSld>
  <p:clrMap bg1="lt1" tx1="dk1" bg2="lt2" tx2="dk2" accent1="accent1" accent2="accent2" accent3="accent3" accent4="accent4" accent5="accent5" accent6="accent6" hlink="hlink" folHlink="folHlink"/>
  <p:sldLayoutIdLst>
    <p:sldLayoutId id="2147483739"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3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179405"/>
      </p:ext>
    </p:extLst>
  </p:cSld>
  <p:clrMap bg1="lt1" tx1="dk1" bg2="lt2" tx2="dk2" accent1="accent1" accent2="accent2" accent3="accent3" accent4="accent4" accent5="accent5" accent6="accent6" hlink="hlink" folHlink="folHlink"/>
  <p:sldLayoutIdLst>
    <p:sldLayoutId id="2147483741"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3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69841234"/>
      </p:ext>
    </p:extLst>
  </p:cSld>
  <p:clrMap bg1="lt1" tx1="dk1" bg2="lt2" tx2="dk2" accent1="accent1" accent2="accent2" accent3="accent3" accent4="accent4" accent5="accent5" accent6="accent6" hlink="hlink" folHlink="folHlink"/>
  <p:sldLayoutIdLst>
    <p:sldLayoutId id="2147483743"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4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99321971"/>
      </p:ext>
    </p:extLst>
  </p:cSld>
  <p:clrMap bg1="lt1" tx1="dk1" bg2="lt2" tx2="dk2" accent1="accent1" accent2="accent2" accent3="accent3" accent4="accent4" accent5="accent5" accent6="accent6" hlink="hlink" folHlink="folHlink"/>
  <p:sldLayoutIdLst>
    <p:sldLayoutId id="2147483745"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4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96138341"/>
      </p:ext>
    </p:extLst>
  </p:cSld>
  <p:clrMap bg1="lt1" tx1="dk1" bg2="lt2" tx2="dk2" accent1="accent1" accent2="accent2" accent3="accent3" accent4="accent4" accent5="accent5" accent6="accent6" hlink="hlink" folHlink="folHlink"/>
  <p:sldLayoutIdLst>
    <p:sldLayoutId id="2147483747"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4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23347106"/>
      </p:ext>
    </p:extLst>
  </p:cSld>
  <p:clrMap bg1="lt1" tx1="dk1" bg2="lt2" tx2="dk2" accent1="accent1" accent2="accent2" accent3="accent3" accent4="accent4" accent5="accent5" accent6="accent6" hlink="hlink" folHlink="folHlink"/>
  <p:sldLayoutIdLst>
    <p:sldLayoutId id="2147483749"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4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81911932"/>
      </p:ext>
    </p:extLst>
  </p:cSld>
  <p:clrMap bg1="lt1" tx1="dk1" bg2="lt2" tx2="dk2" accent1="accent1" accent2="accent2" accent3="accent3" accent4="accent4" accent5="accent5" accent6="accent6" hlink="hlink" folHlink="folHlink"/>
  <p:sldLayoutIdLst>
    <p:sldLayoutId id="2147483751"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4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73603528"/>
      </p:ext>
    </p:extLst>
  </p:cSld>
  <p:clrMap bg1="lt1" tx1="dk1" bg2="lt2" tx2="dk2" accent1="accent1" accent2="accent2" accent3="accent3" accent4="accent4" accent5="accent5" accent6="accent6" hlink="hlink" folHlink="folHlink"/>
  <p:sldLayoutIdLst>
    <p:sldLayoutId id="2147483753"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4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24920183"/>
      </p:ext>
    </p:extLst>
  </p:cSld>
  <p:clrMap bg1="lt1" tx1="dk1" bg2="lt2" tx2="dk2" accent1="accent1" accent2="accent2" accent3="accent3" accent4="accent4" accent5="accent5" accent6="accent6" hlink="hlink" folHlink="folHlink"/>
  <p:sldLayoutIdLst>
    <p:sldLayoutId id="2147483755"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4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37013702"/>
      </p:ext>
    </p:extLst>
  </p:cSld>
  <p:clrMap bg1="lt1" tx1="dk1" bg2="lt2" tx2="dk2" accent1="accent1" accent2="accent2" accent3="accent3" accent4="accent4" accent5="accent5" accent6="accent6" hlink="hlink" folHlink="folHlink"/>
  <p:sldLayoutIdLst>
    <p:sldLayoutId id="2147483757"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4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95940003"/>
      </p:ext>
    </p:extLst>
  </p:cSld>
  <p:clrMap bg1="lt1" tx1="dk1" bg2="lt2" tx2="dk2" accent1="accent1" accent2="accent2" accent3="accent3" accent4="accent4" accent5="accent5" accent6="accent6" hlink="hlink" folHlink="folHlink"/>
  <p:sldLayoutIdLst>
    <p:sldLayoutId id="2147483759"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4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54970848"/>
      </p:ext>
    </p:extLst>
  </p:cSld>
  <p:clrMap bg1="lt1" tx1="dk1" bg2="lt2" tx2="dk2" accent1="accent1" accent2="accent2" accent3="accent3" accent4="accent4" accent5="accent5" accent6="accent6" hlink="hlink" folHlink="folHlink"/>
  <p:sldLayoutIdLst>
    <p:sldLayoutId id="2147483761"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4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2375910"/>
      </p:ext>
    </p:extLst>
  </p:cSld>
  <p:clrMap bg1="lt1" tx1="dk1" bg2="lt2" tx2="dk2" accent1="accent1" accent2="accent2" accent3="accent3" accent4="accent4" accent5="accent5" accent6="accent6" hlink="hlink" folHlink="folHlink"/>
  <p:sldLayoutIdLst>
    <p:sldLayoutId id="2147483763"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5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52275988"/>
      </p:ext>
    </p:extLst>
  </p:cSld>
  <p:clrMap bg1="lt1" tx1="dk1" bg2="lt2" tx2="dk2" accent1="accent1" accent2="accent2" accent3="accent3" accent4="accent4" accent5="accent5" accent6="accent6" hlink="hlink" folHlink="folHlink"/>
  <p:sldLayoutIdLst>
    <p:sldLayoutId id="2147483765"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5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55365083"/>
      </p:ext>
    </p:extLst>
  </p:cSld>
  <p:clrMap bg1="lt1" tx1="dk1" bg2="lt2" tx2="dk2" accent1="accent1" accent2="accent2" accent3="accent3" accent4="accent4" accent5="accent5" accent6="accent6" hlink="hlink" folHlink="folHlink"/>
  <p:sldLayoutIdLst>
    <p:sldLayoutId id="2147483767"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5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6965605"/>
      </p:ext>
    </p:extLst>
  </p:cSld>
  <p:clrMap bg1="lt1" tx1="dk1" bg2="lt2" tx2="dk2" accent1="accent1" accent2="accent2" accent3="accent3" accent4="accent4" accent5="accent5" accent6="accent6" hlink="hlink" folHlink="folHlink"/>
  <p:sldLayoutIdLst>
    <p:sldLayoutId id="2147483769"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5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57665039"/>
      </p:ext>
    </p:extLst>
  </p:cSld>
  <p:clrMap bg1="lt1" tx1="dk1" bg2="lt2" tx2="dk2" accent1="accent1" accent2="accent2" accent3="accent3" accent4="accent4" accent5="accent5" accent6="accent6" hlink="hlink" folHlink="folHlink"/>
  <p:sldLayoutIdLst>
    <p:sldLayoutId id="2147483771"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5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15452410"/>
      </p:ext>
    </p:extLst>
  </p:cSld>
  <p:clrMap bg1="lt1" tx1="dk1" bg2="lt2" tx2="dk2" accent1="accent1" accent2="accent2" accent3="accent3" accent4="accent4" accent5="accent5" accent6="accent6" hlink="hlink" folHlink="folHlink"/>
  <p:sldLayoutIdLst>
    <p:sldLayoutId id="2147483773"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5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62901698"/>
      </p:ext>
    </p:extLst>
  </p:cSld>
  <p:clrMap bg1="lt1" tx1="dk1" bg2="lt2" tx2="dk2" accent1="accent1" accent2="accent2" accent3="accent3" accent4="accent4" accent5="accent5" accent6="accent6" hlink="hlink" folHlink="folHlink"/>
  <p:sldLayoutIdLst>
    <p:sldLayoutId id="2147483775"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5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68449754"/>
      </p:ext>
    </p:extLst>
  </p:cSld>
  <p:clrMap bg1="lt1" tx1="dk1" bg2="lt2" tx2="dk2" accent1="accent1" accent2="accent2" accent3="accent3" accent4="accent4" accent5="accent5" accent6="accent6" hlink="hlink" folHlink="folHlink"/>
  <p:sldLayoutIdLst>
    <p:sldLayoutId id="2147483777"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5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70190368"/>
      </p:ext>
    </p:extLst>
  </p:cSld>
  <p:clrMap bg1="lt1" tx1="dk1" bg2="lt2" tx2="dk2" accent1="accent1" accent2="accent2" accent3="accent3" accent4="accent4" accent5="accent5" accent6="accent6" hlink="hlink" folHlink="folHlink"/>
  <p:sldLayoutIdLst>
    <p:sldLayoutId id="2147483779"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5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95849569"/>
      </p:ext>
    </p:extLst>
  </p:cSld>
  <p:clrMap bg1="lt1" tx1="dk1" bg2="lt2" tx2="dk2" accent1="accent1" accent2="accent2" accent3="accent3" accent4="accent4" accent5="accent5" accent6="accent6" hlink="hlink" folHlink="folHlink"/>
  <p:sldLayoutIdLst>
    <p:sldLayoutId id="2147483781"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5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21930120"/>
      </p:ext>
    </p:extLst>
  </p:cSld>
  <p:clrMap bg1="lt1" tx1="dk1" bg2="lt2" tx2="dk2" accent1="accent1" accent2="accent2" accent3="accent3" accent4="accent4" accent5="accent5" accent6="accent6" hlink="hlink" folHlink="folHlink"/>
  <p:sldLayoutIdLst>
    <p:sldLayoutId id="2147483783"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6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23637017"/>
      </p:ext>
    </p:extLst>
  </p:cSld>
  <p:clrMap bg1="lt1" tx1="dk1" bg2="lt2" tx2="dk2" accent1="accent1" accent2="accent2" accent3="accent3" accent4="accent4" accent5="accent5" accent6="accent6" hlink="hlink" folHlink="folHlink"/>
  <p:sldLayoutIdLst>
    <p:sldLayoutId id="2147483785"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6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13573268"/>
      </p:ext>
    </p:extLst>
  </p:cSld>
  <p:clrMap bg1="lt1" tx1="dk1" bg2="lt2" tx2="dk2" accent1="accent1" accent2="accent2" accent3="accent3" accent4="accent4" accent5="accent5" accent6="accent6" hlink="hlink" folHlink="folHlink"/>
  <p:sldLayoutIdLst>
    <p:sldLayoutId id="2147483787"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6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5074578"/>
      </p:ext>
    </p:extLst>
  </p:cSld>
  <p:clrMap bg1="lt1" tx1="dk1" bg2="lt2" tx2="dk2" accent1="accent1" accent2="accent2" accent3="accent3" accent4="accent4" accent5="accent5" accent6="accent6" hlink="hlink" folHlink="folHlink"/>
  <p:sldLayoutIdLst>
    <p:sldLayoutId id="2147483789"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6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25803347"/>
      </p:ext>
    </p:extLst>
  </p:cSld>
  <p:clrMap bg1="lt1" tx1="dk1" bg2="lt2" tx2="dk2" accent1="accent1" accent2="accent2" accent3="accent3" accent4="accent4" accent5="accent5" accent6="accent6" hlink="hlink" folHlink="folHlink"/>
  <p:sldLayoutIdLst>
    <p:sldLayoutId id="2147483791"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6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6182256"/>
      </p:ext>
    </p:extLst>
  </p:cSld>
  <p:clrMap bg1="lt1" tx1="dk1" bg2="lt2" tx2="dk2" accent1="accent1" accent2="accent2" accent3="accent3" accent4="accent4" accent5="accent5" accent6="accent6" hlink="hlink" folHlink="folHlink"/>
  <p:sldLayoutIdLst>
    <p:sldLayoutId id="2147483793"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6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1732082"/>
      </p:ext>
    </p:extLst>
  </p:cSld>
  <p:clrMap bg1="lt1" tx1="dk1" bg2="lt2" tx2="dk2" accent1="accent1" accent2="accent2" accent3="accent3" accent4="accent4" accent5="accent5" accent6="accent6" hlink="hlink" folHlink="folHlink"/>
  <p:sldLayoutIdLst>
    <p:sldLayoutId id="2147483795"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6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36213911"/>
      </p:ext>
    </p:extLst>
  </p:cSld>
  <p:clrMap bg1="lt1" tx1="dk1" bg2="lt2" tx2="dk2" accent1="accent1" accent2="accent2" accent3="accent3" accent4="accent4" accent5="accent5" accent6="accent6" hlink="hlink" folHlink="folHlink"/>
  <p:sldLayoutIdLst>
    <p:sldLayoutId id="2147483797"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6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93323147"/>
      </p:ext>
    </p:extLst>
  </p:cSld>
  <p:clrMap bg1="lt1" tx1="dk1" bg2="lt2" tx2="dk2" accent1="accent1" accent2="accent2" accent3="accent3" accent4="accent4" accent5="accent5" accent6="accent6" hlink="hlink" folHlink="folHlink"/>
  <p:sldLayoutIdLst>
    <p:sldLayoutId id="2147483799"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6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26810594"/>
      </p:ext>
    </p:extLst>
  </p:cSld>
  <p:clrMap bg1="lt1" tx1="dk1" bg2="lt2" tx2="dk2" accent1="accent1" accent2="accent2" accent3="accent3" accent4="accent4" accent5="accent5" accent6="accent6" hlink="hlink" folHlink="folHlink"/>
  <p:sldLayoutIdLst>
    <p:sldLayoutId id="2147483801"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6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89341533"/>
      </p:ext>
    </p:extLst>
  </p:cSld>
  <p:clrMap bg1="lt1" tx1="dk1" bg2="lt2" tx2="dk2" accent1="accent1" accent2="accent2" accent3="accent3" accent4="accent4" accent5="accent5" accent6="accent6" hlink="hlink" folHlink="folHlink"/>
  <p:sldLayoutIdLst>
    <p:sldLayoutId id="2147483803"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7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32246403"/>
      </p:ext>
    </p:extLst>
  </p:cSld>
  <p:clrMap bg1="lt1" tx1="dk1" bg2="lt2" tx2="dk2" accent1="accent1" accent2="accent2" accent3="accent3" accent4="accent4" accent5="accent5" accent6="accent6" hlink="hlink" folHlink="folHlink"/>
  <p:sldLayoutIdLst>
    <p:sldLayoutId id="2147483805"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7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3613404"/>
      </p:ext>
    </p:extLst>
  </p:cSld>
  <p:clrMap bg1="lt1" tx1="dk1" bg2="lt2" tx2="dk2" accent1="accent1" accent2="accent2" accent3="accent3" accent4="accent4" accent5="accent5" accent6="accent6" hlink="hlink" folHlink="folHlink"/>
  <p:sldLayoutIdLst>
    <p:sldLayoutId id="2147483807"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7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84816550"/>
      </p:ext>
    </p:extLst>
  </p:cSld>
  <p:clrMap bg1="lt1" tx1="dk1" bg2="lt2" tx2="dk2" accent1="accent1" accent2="accent2" accent3="accent3" accent4="accent4" accent5="accent5" accent6="accent6" hlink="hlink" folHlink="folHlink"/>
  <p:sldLayoutIdLst>
    <p:sldLayoutId id="2147483809"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7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80297030"/>
      </p:ext>
    </p:extLst>
  </p:cSld>
  <p:clrMap bg1="lt1" tx1="dk1" bg2="lt2" tx2="dk2" accent1="accent1" accent2="accent2" accent3="accent3" accent4="accent4" accent5="accent5" accent6="accent6" hlink="hlink" folHlink="folHlink"/>
  <p:sldLayoutIdLst>
    <p:sldLayoutId id="2147483811"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7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09162020"/>
      </p:ext>
    </p:extLst>
  </p:cSld>
  <p:clrMap bg1="lt1" tx1="dk1" bg2="lt2" tx2="dk2" accent1="accent1" accent2="accent2" accent3="accent3" accent4="accent4" accent5="accent5" accent6="accent6" hlink="hlink" folHlink="folHlink"/>
  <p:sldLayoutIdLst>
    <p:sldLayoutId id="2147483813"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7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20891633"/>
      </p:ext>
    </p:extLst>
  </p:cSld>
  <p:clrMap bg1="lt1" tx1="dk1" bg2="lt2" tx2="dk2" accent1="accent1" accent2="accent2" accent3="accent3" accent4="accent4" accent5="accent5" accent6="accent6" hlink="hlink" folHlink="folHlink"/>
  <p:sldLayoutIdLst>
    <p:sldLayoutId id="2147483815"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7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85734726"/>
      </p:ext>
    </p:extLst>
  </p:cSld>
  <p:clrMap bg1="lt1" tx1="dk1" bg2="lt2" tx2="dk2" accent1="accent1" accent2="accent2" accent3="accent3" accent4="accent4" accent5="accent5" accent6="accent6" hlink="hlink" folHlink="folHlink"/>
  <p:sldLayoutIdLst>
    <p:sldLayoutId id="2147483817"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7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35386198"/>
      </p:ext>
    </p:extLst>
  </p:cSld>
  <p:clrMap bg1="lt1" tx1="dk1" bg2="lt2" tx2="dk2" accent1="accent1" accent2="accent2" accent3="accent3" accent4="accent4" accent5="accent5" accent6="accent6" hlink="hlink" folHlink="folHlink"/>
  <p:sldLayoutIdLst>
    <p:sldLayoutId id="2147483819"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7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64035736"/>
      </p:ext>
    </p:extLst>
  </p:cSld>
  <p:clrMap bg1="lt1" tx1="dk1" bg2="lt2" tx2="dk2" accent1="accent1" accent2="accent2" accent3="accent3" accent4="accent4" accent5="accent5" accent6="accent6" hlink="hlink" folHlink="folHlink"/>
  <p:sldLayoutIdLst>
    <p:sldLayoutId id="2147483821"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7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60216004"/>
      </p:ext>
    </p:extLst>
  </p:cSld>
  <p:clrMap bg1="lt1" tx1="dk1" bg2="lt2" tx2="dk2" accent1="accent1" accent2="accent2" accent3="accent3" accent4="accent4" accent5="accent5" accent6="accent6" hlink="hlink" folHlink="folHlink"/>
  <p:sldLayoutIdLst>
    <p:sldLayoutId id="2147483823"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8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87654501"/>
      </p:ext>
    </p:extLst>
  </p:cSld>
  <p:clrMap bg1="lt1" tx1="dk1" bg2="lt2" tx2="dk2" accent1="accent1" accent2="accent2" accent3="accent3" accent4="accent4" accent5="accent5" accent6="accent6" hlink="hlink" folHlink="folHlink"/>
  <p:sldLayoutIdLst>
    <p:sldLayoutId id="2147483825"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8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36651976"/>
      </p:ext>
    </p:extLst>
  </p:cSld>
  <p:clrMap bg1="lt1" tx1="dk1" bg2="lt2" tx2="dk2" accent1="accent1" accent2="accent2" accent3="accent3" accent4="accent4" accent5="accent5" accent6="accent6" hlink="hlink" folHlink="folHlink"/>
  <p:sldLayoutIdLst>
    <p:sldLayoutId id="2147483827"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8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22841172"/>
      </p:ext>
    </p:extLst>
  </p:cSld>
  <p:clrMap bg1="lt1" tx1="dk1" bg2="lt2" tx2="dk2" accent1="accent1" accent2="accent2" accent3="accent3" accent4="accent4" accent5="accent5" accent6="accent6" hlink="hlink" folHlink="folHlink"/>
  <p:sldLayoutIdLst>
    <p:sldLayoutId id="2147483829"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8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41114708"/>
      </p:ext>
    </p:extLst>
  </p:cSld>
  <p:clrMap bg1="lt1" tx1="dk1" bg2="lt2" tx2="dk2" accent1="accent1" accent2="accent2" accent3="accent3" accent4="accent4" accent5="accent5" accent6="accent6" hlink="hlink" folHlink="folHlink"/>
  <p:sldLayoutIdLst>
    <p:sldLayoutId id="2147483831"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8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64917540"/>
      </p:ext>
    </p:extLst>
  </p:cSld>
  <p:clrMap bg1="lt1" tx1="dk1" bg2="lt2" tx2="dk2" accent1="accent1" accent2="accent2" accent3="accent3" accent4="accent4" accent5="accent5" accent6="accent6" hlink="hlink" folHlink="folHlink"/>
  <p:sldLayoutIdLst>
    <p:sldLayoutId id="2147483833"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8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70288549"/>
      </p:ext>
    </p:extLst>
  </p:cSld>
  <p:clrMap bg1="lt1" tx1="dk1" bg2="lt2" tx2="dk2" accent1="accent1" accent2="accent2" accent3="accent3" accent4="accent4" accent5="accent5" accent6="accent6" hlink="hlink" folHlink="folHlink"/>
  <p:sldLayoutIdLst>
    <p:sldLayoutId id="2147483835"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8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03450796"/>
      </p:ext>
    </p:extLst>
  </p:cSld>
  <p:clrMap bg1="lt1" tx1="dk1" bg2="lt2" tx2="dk2" accent1="accent1" accent2="accent2" accent3="accent3" accent4="accent4" accent5="accent5" accent6="accent6" hlink="hlink" folHlink="folHlink"/>
  <p:sldLayoutIdLst>
    <p:sldLayoutId id="2147483837"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8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3515429"/>
      </p:ext>
    </p:extLst>
  </p:cSld>
  <p:clrMap bg1="lt1" tx1="dk1" bg2="lt2" tx2="dk2" accent1="accent1" accent2="accent2" accent3="accent3" accent4="accent4" accent5="accent5" accent6="accent6" hlink="hlink" folHlink="folHlink"/>
  <p:sldLayoutIdLst>
    <p:sldLayoutId id="2147483839"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8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93541540"/>
      </p:ext>
    </p:extLst>
  </p:cSld>
  <p:clrMap bg1="lt1" tx1="dk1" bg2="lt2" tx2="dk2" accent1="accent1" accent2="accent2" accent3="accent3" accent4="accent4" accent5="accent5" accent6="accent6" hlink="hlink" folHlink="folHlink"/>
  <p:sldLayoutIdLst>
    <p:sldLayoutId id="2147483841"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8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62673814"/>
      </p:ext>
    </p:extLst>
  </p:cSld>
  <p:clrMap bg1="lt1" tx1="dk1" bg2="lt2" tx2="dk2" accent1="accent1" accent2="accent2" accent3="accent3" accent4="accent4" accent5="accent5" accent6="accent6" hlink="hlink" folHlink="folHlink"/>
  <p:sldLayoutIdLst>
    <p:sldLayoutId id="2147483843"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9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84839315"/>
      </p:ext>
    </p:extLst>
  </p:cSld>
  <p:clrMap bg1="lt1" tx1="dk1" bg2="lt2" tx2="dk2" accent1="accent1" accent2="accent2" accent3="accent3" accent4="accent4" accent5="accent5" accent6="accent6" hlink="hlink" folHlink="folHlink"/>
  <p:sldLayoutIdLst>
    <p:sldLayoutId id="2147483845"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9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CA" altLang="en-US"/>
          </a:p>
        </p:txBody>
      </p:sp>
      <p:sp>
        <p:nvSpPr>
          <p:cNvPr id="1027" name="Text Placeholder 2"/>
          <p:cNvSpPr>
            <a:spLocks noGrp="1"/>
          </p:cNvSpPr>
          <p:nvPr>
            <p:ph type="body" idx="1"/>
          </p:nvPr>
        </p:nvSpPr>
        <p:spPr bwMode="auto">
          <a:xfrm>
            <a:off x="838200" y="1825625"/>
            <a:ext cx="10515600" cy="4351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CA" altLang="en-US"/>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eaLnBrk="0" fontAlgn="base" hangingPunct="0">
              <a:spcBef>
                <a:spcPct val="0"/>
              </a:spcBef>
              <a:spcAft>
                <a:spcPct val="0"/>
              </a:spcAft>
              <a:defRPr/>
            </a:pPr>
            <a:fld id="{7D3D2266-B702-4E84-B564-08CEEBB7FEF0}" type="datetimeFigureOut">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2022-07-24</a:t>
            </a:fld>
            <a:endParaRPr lang="en-CA">
              <a:solidFill>
                <a:prstClr val="black">
                  <a:tint val="75000"/>
                </a:prstClr>
              </a:solidFill>
              <a:latin typeface="Arial" panose="020B0604020202020204" pitchFamily="34" charset="0"/>
              <a:cs typeface="Arial" panose="020B0604020202020204" pitchFamily="34" charset="0"/>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eaLnBrk="0" fontAlgn="base" hangingPunct="0">
              <a:spcBef>
                <a:spcPct val="0"/>
              </a:spcBef>
              <a:spcAft>
                <a:spcPct val="0"/>
              </a:spcAft>
              <a:defRPr/>
            </a:pPr>
            <a:r>
              <a:rPr lang="en-US">
                <a:solidFill>
                  <a:prstClr val="black">
                    <a:tint val="75000"/>
                  </a:prstClr>
                </a:solidFill>
                <a:latin typeface="Arial" panose="020B0604020202020204" pitchFamily="34" charset="0"/>
                <a:cs typeface="Arial" panose="020B0604020202020204" pitchFamily="34" charset="0"/>
              </a:rPr>
              <a:t>    &lt;#&gt;</a:t>
            </a: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eaLnBrk="0" fontAlgn="base" hangingPunct="0">
              <a:spcBef>
                <a:spcPct val="0"/>
              </a:spcBef>
              <a:spcAft>
                <a:spcPct val="0"/>
              </a:spcAft>
              <a:defRPr/>
            </a:pPr>
            <a:fld id="{96CFB8A5-0F0A-4E7B-9279-8336D741E2AA}" type="slidenum">
              <a:rPr lang="en-CA">
                <a:solidFill>
                  <a:prstClr val="black">
                    <a:tint val="75000"/>
                  </a:prstClr>
                </a:solidFill>
                <a:latin typeface="Arial" panose="020B0604020202020204" pitchFamily="34" charset="0"/>
                <a:cs typeface="Arial" panose="020B0604020202020204" pitchFamily="34" charset="0"/>
              </a:rPr>
              <a:pPr eaLnBrk="0" fontAlgn="base" hangingPunct="0">
                <a:spcBef>
                  <a:spcPct val="0"/>
                </a:spcBef>
                <a:spcAft>
                  <a:spcPct val="0"/>
                </a:spcAft>
                <a:defRPr/>
              </a:pPr>
              <a:t>‹#›</a:t>
            </a:fld>
            <a:endParaRPr lang="en-CA">
              <a:solidFill>
                <a:prstClr val="black">
                  <a:tint val="75000"/>
                </a:prst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01968889"/>
      </p:ext>
    </p:extLst>
  </p:cSld>
  <p:clrMap bg1="lt1" tx1="dk1" bg2="lt2" tx2="dk2" accent1="accent1" accent2="accent2" accent3="accent3" accent4="accent4" accent5="accent5" accent6="accent6" hlink="hlink" folHlink="folHlink"/>
  <p:sldLayoutIdLst>
    <p:sldLayoutId id="2147483847" r:id="rId1"/>
  </p:sldLayoutIdLst>
  <p:hf sldNum="0" hdr="0" dt="0"/>
  <p:txStyles>
    <p:titleStyle>
      <a:lvl1pPr algn="l" defTabSz="685783"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2pPr>
      <a:lvl3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3pPr>
      <a:lvl4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4pPr>
      <a:lvl5pPr algn="l" defTabSz="685783" rtl="0" eaLnBrk="0" fontAlgn="base" hangingPunct="0">
        <a:lnSpc>
          <a:spcPct val="90000"/>
        </a:lnSpc>
        <a:spcBef>
          <a:spcPct val="0"/>
        </a:spcBef>
        <a:spcAft>
          <a:spcPct val="0"/>
        </a:spcAft>
        <a:defRPr sz="3300">
          <a:solidFill>
            <a:schemeClr val="tx1"/>
          </a:solidFill>
          <a:latin typeface="Calibri Light" panose="020F0302020204030204" pitchFamily="34" charset="0"/>
        </a:defRPr>
      </a:lvl5pPr>
      <a:lvl6pPr marL="457189" algn="l" defTabSz="685783" rtl="0" fontAlgn="base">
        <a:lnSpc>
          <a:spcPct val="90000"/>
        </a:lnSpc>
        <a:spcBef>
          <a:spcPct val="0"/>
        </a:spcBef>
        <a:spcAft>
          <a:spcPct val="0"/>
        </a:spcAft>
        <a:defRPr sz="3300">
          <a:solidFill>
            <a:schemeClr val="tx1"/>
          </a:solidFill>
          <a:latin typeface="Calibri Light" panose="020F0302020204030204" pitchFamily="34" charset="0"/>
        </a:defRPr>
      </a:lvl6pPr>
      <a:lvl7pPr marL="914377" algn="l" defTabSz="685783" rtl="0" fontAlgn="base">
        <a:lnSpc>
          <a:spcPct val="90000"/>
        </a:lnSpc>
        <a:spcBef>
          <a:spcPct val="0"/>
        </a:spcBef>
        <a:spcAft>
          <a:spcPct val="0"/>
        </a:spcAft>
        <a:defRPr sz="3300">
          <a:solidFill>
            <a:schemeClr val="tx1"/>
          </a:solidFill>
          <a:latin typeface="Calibri Light" panose="020F0302020204030204" pitchFamily="34" charset="0"/>
        </a:defRPr>
      </a:lvl7pPr>
      <a:lvl8pPr marL="1371566" algn="l" defTabSz="685783" rtl="0" fontAlgn="base">
        <a:lnSpc>
          <a:spcPct val="90000"/>
        </a:lnSpc>
        <a:spcBef>
          <a:spcPct val="0"/>
        </a:spcBef>
        <a:spcAft>
          <a:spcPct val="0"/>
        </a:spcAft>
        <a:defRPr sz="3300">
          <a:solidFill>
            <a:schemeClr val="tx1"/>
          </a:solidFill>
          <a:latin typeface="Calibri Light" panose="020F0302020204030204" pitchFamily="34" charset="0"/>
        </a:defRPr>
      </a:lvl8pPr>
      <a:lvl9pPr marL="1828754" algn="l" defTabSz="685783" rtl="0" fontAlgn="base">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46" indent="-171446" algn="l" defTabSz="685783" rtl="0" eaLnBrk="0" fontAlgn="base" hangingPunct="0">
        <a:lnSpc>
          <a:spcPct val="90000"/>
        </a:lnSpc>
        <a:spcBef>
          <a:spcPts val="751"/>
        </a:spcBef>
        <a:spcAft>
          <a:spcPct val="0"/>
        </a:spcAft>
        <a:buFont typeface="Arial" panose="020B0604020202020204" pitchFamily="34" charset="0"/>
        <a:buChar char="•"/>
        <a:defRPr sz="2100" kern="1200">
          <a:solidFill>
            <a:schemeClr val="tx1"/>
          </a:solidFill>
          <a:latin typeface="+mn-lt"/>
          <a:ea typeface="+mn-ea"/>
          <a:cs typeface="+mn-cs"/>
        </a:defRPr>
      </a:lvl1pPr>
      <a:lvl2pPr marL="514338" indent="-171446" algn="l" defTabSz="685783"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29" indent="-171446" algn="l" defTabSz="685783"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21"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12" indent="-171446" algn="l" defTabSz="685783"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04"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578" indent="-171446" algn="l" defTabSz="685783"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en-US"/>
      </a:defPPr>
      <a:lvl1pPr marL="0" algn="l" defTabSz="685783" rtl="0" eaLnBrk="1" latinLnBrk="0" hangingPunct="1">
        <a:defRPr sz="1351" kern="1200">
          <a:solidFill>
            <a:schemeClr val="tx1"/>
          </a:solidFill>
          <a:latin typeface="+mn-lt"/>
          <a:ea typeface="+mn-ea"/>
          <a:cs typeface="+mn-cs"/>
        </a:defRPr>
      </a:lvl1pPr>
      <a:lvl2pPr marL="342891" algn="l" defTabSz="685783" rtl="0" eaLnBrk="1" latinLnBrk="0" hangingPunct="1">
        <a:defRPr sz="1351" kern="1200">
          <a:solidFill>
            <a:schemeClr val="tx1"/>
          </a:solidFill>
          <a:latin typeface="+mn-lt"/>
          <a:ea typeface="+mn-ea"/>
          <a:cs typeface="+mn-cs"/>
        </a:defRPr>
      </a:lvl2pPr>
      <a:lvl3pPr marL="685783" algn="l" defTabSz="685783" rtl="0" eaLnBrk="1" latinLnBrk="0" hangingPunct="1">
        <a:defRPr sz="1351" kern="1200">
          <a:solidFill>
            <a:schemeClr val="tx1"/>
          </a:solidFill>
          <a:latin typeface="+mn-lt"/>
          <a:ea typeface="+mn-ea"/>
          <a:cs typeface="+mn-cs"/>
        </a:defRPr>
      </a:lvl3pPr>
      <a:lvl4pPr marL="1028674" algn="l" defTabSz="685783" rtl="0" eaLnBrk="1" latinLnBrk="0" hangingPunct="1">
        <a:defRPr sz="1351" kern="1200">
          <a:solidFill>
            <a:schemeClr val="tx1"/>
          </a:solidFill>
          <a:latin typeface="+mn-lt"/>
          <a:ea typeface="+mn-ea"/>
          <a:cs typeface="+mn-cs"/>
        </a:defRPr>
      </a:lvl4pPr>
      <a:lvl5pPr marL="1371566" algn="l" defTabSz="685783" rtl="0" eaLnBrk="1" latinLnBrk="0" hangingPunct="1">
        <a:defRPr sz="1351" kern="1200">
          <a:solidFill>
            <a:schemeClr val="tx1"/>
          </a:solidFill>
          <a:latin typeface="+mn-lt"/>
          <a:ea typeface="+mn-ea"/>
          <a:cs typeface="+mn-cs"/>
        </a:defRPr>
      </a:lvl5pPr>
      <a:lvl6pPr marL="1714457" algn="l" defTabSz="685783" rtl="0" eaLnBrk="1" latinLnBrk="0" hangingPunct="1">
        <a:defRPr sz="1351" kern="1200">
          <a:solidFill>
            <a:schemeClr val="tx1"/>
          </a:solidFill>
          <a:latin typeface="+mn-lt"/>
          <a:ea typeface="+mn-ea"/>
          <a:cs typeface="+mn-cs"/>
        </a:defRPr>
      </a:lvl6pPr>
      <a:lvl7pPr marL="2057349" algn="l" defTabSz="685783" rtl="0" eaLnBrk="1" latinLnBrk="0" hangingPunct="1">
        <a:defRPr sz="1351" kern="1200">
          <a:solidFill>
            <a:schemeClr val="tx1"/>
          </a:solidFill>
          <a:latin typeface="+mn-lt"/>
          <a:ea typeface="+mn-ea"/>
          <a:cs typeface="+mn-cs"/>
        </a:defRPr>
      </a:lvl7pPr>
      <a:lvl8pPr marL="2400240" algn="l" defTabSz="685783" rtl="0" eaLnBrk="1" latinLnBrk="0" hangingPunct="1">
        <a:defRPr sz="1351" kern="1200">
          <a:solidFill>
            <a:schemeClr val="tx1"/>
          </a:solidFill>
          <a:latin typeface="+mn-lt"/>
          <a:ea typeface="+mn-ea"/>
          <a:cs typeface="+mn-cs"/>
        </a:defRPr>
      </a:lvl8pPr>
      <a:lvl9pPr marL="2743131" algn="l" defTabSz="685783" rtl="0" eaLnBrk="1" latinLnBrk="0" hangingPunct="1">
        <a:defRPr sz="1351" kern="1200">
          <a:solidFill>
            <a:schemeClr val="tx1"/>
          </a:solidFill>
          <a:latin typeface="+mn-lt"/>
          <a:ea typeface="+mn-ea"/>
          <a:cs typeface="+mn-cs"/>
        </a:defRPr>
      </a:lvl9pPr>
    </p:otherStyle>
  </p:txStyles>
</p:sldMaster>
</file>

<file path=ppt/slideMasters/slideMaster9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580881" y="429237"/>
            <a:ext cx="3411220" cy="430887"/>
          </a:xfrm>
          <a:prstGeom prst="rect">
            <a:avLst/>
          </a:prstGeom>
        </p:spPr>
        <p:txBody>
          <a:bodyPr wrap="square" lIns="0" tIns="0" rIns="0" bIns="0">
            <a:spAutoFit/>
          </a:bodyPr>
          <a:lstStyle>
            <a:lvl1pPr>
              <a:defRPr sz="2800" b="0" i="0">
                <a:solidFill>
                  <a:srgbClr val="676767"/>
                </a:solidFill>
                <a:latin typeface="Arial"/>
                <a:cs typeface="Arial"/>
              </a:defRPr>
            </a:lvl1pPr>
          </a:lstStyle>
          <a:p>
            <a:endParaRPr/>
          </a:p>
        </p:txBody>
      </p:sp>
      <p:sp>
        <p:nvSpPr>
          <p:cNvPr id="3" name="Holder 3"/>
          <p:cNvSpPr>
            <a:spLocks noGrp="1"/>
          </p:cNvSpPr>
          <p:nvPr>
            <p:ph type="body" idx="1"/>
          </p:nvPr>
        </p:nvSpPr>
        <p:spPr>
          <a:xfrm>
            <a:off x="575226" y="1235623"/>
            <a:ext cx="11153140" cy="276999"/>
          </a:xfrm>
          <a:prstGeom prst="rect">
            <a:avLst/>
          </a:prstGeom>
        </p:spPr>
        <p:txBody>
          <a:bodyPr wrap="square" lIns="0" tIns="0" rIns="0" bIns="0">
            <a:spAutoFit/>
          </a:bodyPr>
          <a:lstStyle>
            <a:lvl1pPr>
              <a:defRPr b="0" i="0">
                <a:solidFill>
                  <a:schemeClr val="tx1"/>
                </a:solidFill>
              </a:defRPr>
            </a:lvl1pPr>
          </a:lstStyle>
          <a:p>
            <a:endParaRPr/>
          </a:p>
        </p:txBody>
      </p:sp>
    </p:spTree>
    <p:extLst>
      <p:ext uri="{BB962C8B-B14F-4D97-AF65-F5344CB8AC3E}">
        <p14:creationId xmlns:p14="http://schemas.microsoft.com/office/powerpoint/2010/main" val="3864345320"/>
      </p:ext>
    </p:extLst>
  </p:cSld>
  <p:clrMap bg1="lt1" tx1="dk1" bg2="lt2" tx2="dk2" accent1="accent1" accent2="accent2" accent3="accent3" accent4="accent4" accent5="accent5" accent6="accent6" hlink="hlink" folHlink="folHlink"/>
  <p:sldLayoutIdLst>
    <p:sldLayoutId id="2147483883" r:id="rId1"/>
    <p:sldLayoutId id="2147483884" r:id="rId2"/>
    <p:sldLayoutId id="2147483885" r:id="rId3"/>
    <p:sldLayoutId id="2147483886" r:id="rId4"/>
    <p:sldLayoutId id="2147483887" r:id="rId5"/>
  </p:sldLayoutIdLst>
  <p:txStyles>
    <p:titleStyle>
      <a:lvl1pPr>
        <a:defRPr>
          <a:latin typeface="+mj-lt"/>
          <a:ea typeface="+mj-ea"/>
          <a:cs typeface="+mj-cs"/>
        </a:defRPr>
      </a:lvl1pPr>
    </p:titleStyle>
    <p:bodyStyle>
      <a:lvl1pPr marL="0">
        <a:defRPr>
          <a:latin typeface="+mn-lt"/>
          <a:ea typeface="+mn-ea"/>
          <a:cs typeface="+mn-cs"/>
        </a:defRPr>
      </a:lvl1pPr>
      <a:lvl2pPr marL="608853">
        <a:defRPr>
          <a:latin typeface="+mn-lt"/>
          <a:ea typeface="+mn-ea"/>
          <a:cs typeface="+mn-cs"/>
        </a:defRPr>
      </a:lvl2pPr>
      <a:lvl3pPr marL="1217706">
        <a:defRPr>
          <a:latin typeface="+mn-lt"/>
          <a:ea typeface="+mn-ea"/>
          <a:cs typeface="+mn-cs"/>
        </a:defRPr>
      </a:lvl3pPr>
      <a:lvl4pPr marL="1826560">
        <a:defRPr>
          <a:latin typeface="+mn-lt"/>
          <a:ea typeface="+mn-ea"/>
          <a:cs typeface="+mn-cs"/>
        </a:defRPr>
      </a:lvl4pPr>
      <a:lvl5pPr marL="2435413">
        <a:defRPr>
          <a:latin typeface="+mn-lt"/>
          <a:ea typeface="+mn-ea"/>
          <a:cs typeface="+mn-cs"/>
        </a:defRPr>
      </a:lvl5pPr>
      <a:lvl6pPr marL="3044266">
        <a:defRPr>
          <a:latin typeface="+mn-lt"/>
          <a:ea typeface="+mn-ea"/>
          <a:cs typeface="+mn-cs"/>
        </a:defRPr>
      </a:lvl6pPr>
      <a:lvl7pPr marL="3653119">
        <a:defRPr>
          <a:latin typeface="+mn-lt"/>
          <a:ea typeface="+mn-ea"/>
          <a:cs typeface="+mn-cs"/>
        </a:defRPr>
      </a:lvl7pPr>
      <a:lvl8pPr marL="4261973">
        <a:defRPr>
          <a:latin typeface="+mn-lt"/>
          <a:ea typeface="+mn-ea"/>
          <a:cs typeface="+mn-cs"/>
        </a:defRPr>
      </a:lvl8pPr>
      <a:lvl9pPr marL="4870826">
        <a:defRPr>
          <a:latin typeface="+mn-lt"/>
          <a:ea typeface="+mn-ea"/>
          <a:cs typeface="+mn-cs"/>
        </a:defRPr>
      </a:lvl9pPr>
    </p:bodyStyle>
    <p:otherStyle>
      <a:lvl1pPr marL="0">
        <a:defRPr>
          <a:latin typeface="+mn-lt"/>
          <a:ea typeface="+mn-ea"/>
          <a:cs typeface="+mn-cs"/>
        </a:defRPr>
      </a:lvl1pPr>
      <a:lvl2pPr marL="608853">
        <a:defRPr>
          <a:latin typeface="+mn-lt"/>
          <a:ea typeface="+mn-ea"/>
          <a:cs typeface="+mn-cs"/>
        </a:defRPr>
      </a:lvl2pPr>
      <a:lvl3pPr marL="1217706">
        <a:defRPr>
          <a:latin typeface="+mn-lt"/>
          <a:ea typeface="+mn-ea"/>
          <a:cs typeface="+mn-cs"/>
        </a:defRPr>
      </a:lvl3pPr>
      <a:lvl4pPr marL="1826560">
        <a:defRPr>
          <a:latin typeface="+mn-lt"/>
          <a:ea typeface="+mn-ea"/>
          <a:cs typeface="+mn-cs"/>
        </a:defRPr>
      </a:lvl4pPr>
      <a:lvl5pPr marL="2435413">
        <a:defRPr>
          <a:latin typeface="+mn-lt"/>
          <a:ea typeface="+mn-ea"/>
          <a:cs typeface="+mn-cs"/>
        </a:defRPr>
      </a:lvl5pPr>
      <a:lvl6pPr marL="3044266">
        <a:defRPr>
          <a:latin typeface="+mn-lt"/>
          <a:ea typeface="+mn-ea"/>
          <a:cs typeface="+mn-cs"/>
        </a:defRPr>
      </a:lvl6pPr>
      <a:lvl7pPr marL="3653119">
        <a:defRPr>
          <a:latin typeface="+mn-lt"/>
          <a:ea typeface="+mn-ea"/>
          <a:cs typeface="+mn-cs"/>
        </a:defRPr>
      </a:lvl7pPr>
      <a:lvl8pPr marL="4261973">
        <a:defRPr>
          <a:latin typeface="+mn-lt"/>
          <a:ea typeface="+mn-ea"/>
          <a:cs typeface="+mn-cs"/>
        </a:defRPr>
      </a:lvl8pPr>
      <a:lvl9pPr marL="4870826">
        <a:defRPr>
          <a:latin typeface="+mn-lt"/>
          <a:ea typeface="+mn-ea"/>
          <a:cs typeface="+mn-cs"/>
        </a:defRPr>
      </a:lvl9pPr>
    </p:otherStyle>
  </p:txStyles>
</p:sldMaster>
</file>

<file path=ppt/slideMasters/slideMaster9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580881" y="429237"/>
            <a:ext cx="3411220" cy="430887"/>
          </a:xfrm>
          <a:prstGeom prst="rect">
            <a:avLst/>
          </a:prstGeom>
        </p:spPr>
        <p:txBody>
          <a:bodyPr wrap="square" lIns="0" tIns="0" rIns="0" bIns="0">
            <a:spAutoFit/>
          </a:bodyPr>
          <a:lstStyle>
            <a:lvl1pPr>
              <a:defRPr sz="2800" b="0" i="0">
                <a:solidFill>
                  <a:srgbClr val="676767"/>
                </a:solidFill>
                <a:latin typeface="Arial"/>
                <a:cs typeface="Arial"/>
              </a:defRPr>
            </a:lvl1pPr>
          </a:lstStyle>
          <a:p>
            <a:endParaRPr/>
          </a:p>
        </p:txBody>
      </p:sp>
      <p:sp>
        <p:nvSpPr>
          <p:cNvPr id="3" name="Holder 3"/>
          <p:cNvSpPr>
            <a:spLocks noGrp="1"/>
          </p:cNvSpPr>
          <p:nvPr>
            <p:ph type="body" idx="1"/>
          </p:nvPr>
        </p:nvSpPr>
        <p:spPr>
          <a:xfrm>
            <a:off x="575226" y="1235623"/>
            <a:ext cx="11153140" cy="276999"/>
          </a:xfrm>
          <a:prstGeom prst="rect">
            <a:avLst/>
          </a:prstGeom>
        </p:spPr>
        <p:txBody>
          <a:bodyPr wrap="square" lIns="0" tIns="0" rIns="0" bIns="0">
            <a:spAutoFit/>
          </a:bodyPr>
          <a:lstStyle>
            <a:lvl1pPr>
              <a:defRPr b="0" i="0">
                <a:solidFill>
                  <a:schemeClr val="tx1"/>
                </a:solidFill>
              </a:defRPr>
            </a:lvl1pPr>
          </a:lstStyle>
          <a:p>
            <a:endParaRPr/>
          </a:p>
        </p:txBody>
      </p:sp>
    </p:spTree>
    <p:extLst>
      <p:ext uri="{BB962C8B-B14F-4D97-AF65-F5344CB8AC3E}">
        <p14:creationId xmlns:p14="http://schemas.microsoft.com/office/powerpoint/2010/main" val="3338797616"/>
      </p:ext>
    </p:extLst>
  </p:cSld>
  <p:clrMap bg1="lt1" tx1="dk1" bg2="lt2" tx2="dk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Lst>
  <p:txStyles>
    <p:titleStyle>
      <a:lvl1pPr>
        <a:defRPr>
          <a:latin typeface="+mj-lt"/>
          <a:ea typeface="+mj-ea"/>
          <a:cs typeface="+mj-cs"/>
        </a:defRPr>
      </a:lvl1pPr>
    </p:titleStyle>
    <p:bodyStyle>
      <a:lvl1pPr marL="0">
        <a:defRPr>
          <a:latin typeface="+mn-lt"/>
          <a:ea typeface="+mn-ea"/>
          <a:cs typeface="+mn-cs"/>
        </a:defRPr>
      </a:lvl1pPr>
      <a:lvl2pPr marL="608853">
        <a:defRPr>
          <a:latin typeface="+mn-lt"/>
          <a:ea typeface="+mn-ea"/>
          <a:cs typeface="+mn-cs"/>
        </a:defRPr>
      </a:lvl2pPr>
      <a:lvl3pPr marL="1217706">
        <a:defRPr>
          <a:latin typeface="+mn-lt"/>
          <a:ea typeface="+mn-ea"/>
          <a:cs typeface="+mn-cs"/>
        </a:defRPr>
      </a:lvl3pPr>
      <a:lvl4pPr marL="1826560">
        <a:defRPr>
          <a:latin typeface="+mn-lt"/>
          <a:ea typeface="+mn-ea"/>
          <a:cs typeface="+mn-cs"/>
        </a:defRPr>
      </a:lvl4pPr>
      <a:lvl5pPr marL="2435413">
        <a:defRPr>
          <a:latin typeface="+mn-lt"/>
          <a:ea typeface="+mn-ea"/>
          <a:cs typeface="+mn-cs"/>
        </a:defRPr>
      </a:lvl5pPr>
      <a:lvl6pPr marL="3044266">
        <a:defRPr>
          <a:latin typeface="+mn-lt"/>
          <a:ea typeface="+mn-ea"/>
          <a:cs typeface="+mn-cs"/>
        </a:defRPr>
      </a:lvl6pPr>
      <a:lvl7pPr marL="3653119">
        <a:defRPr>
          <a:latin typeface="+mn-lt"/>
          <a:ea typeface="+mn-ea"/>
          <a:cs typeface="+mn-cs"/>
        </a:defRPr>
      </a:lvl7pPr>
      <a:lvl8pPr marL="4261973">
        <a:defRPr>
          <a:latin typeface="+mn-lt"/>
          <a:ea typeface="+mn-ea"/>
          <a:cs typeface="+mn-cs"/>
        </a:defRPr>
      </a:lvl8pPr>
      <a:lvl9pPr marL="4870826">
        <a:defRPr>
          <a:latin typeface="+mn-lt"/>
          <a:ea typeface="+mn-ea"/>
          <a:cs typeface="+mn-cs"/>
        </a:defRPr>
      </a:lvl9pPr>
    </p:bodyStyle>
    <p:otherStyle>
      <a:lvl1pPr marL="0">
        <a:defRPr>
          <a:latin typeface="+mn-lt"/>
          <a:ea typeface="+mn-ea"/>
          <a:cs typeface="+mn-cs"/>
        </a:defRPr>
      </a:lvl1pPr>
      <a:lvl2pPr marL="608853">
        <a:defRPr>
          <a:latin typeface="+mn-lt"/>
          <a:ea typeface="+mn-ea"/>
          <a:cs typeface="+mn-cs"/>
        </a:defRPr>
      </a:lvl2pPr>
      <a:lvl3pPr marL="1217706">
        <a:defRPr>
          <a:latin typeface="+mn-lt"/>
          <a:ea typeface="+mn-ea"/>
          <a:cs typeface="+mn-cs"/>
        </a:defRPr>
      </a:lvl3pPr>
      <a:lvl4pPr marL="1826560">
        <a:defRPr>
          <a:latin typeface="+mn-lt"/>
          <a:ea typeface="+mn-ea"/>
          <a:cs typeface="+mn-cs"/>
        </a:defRPr>
      </a:lvl4pPr>
      <a:lvl5pPr marL="2435413">
        <a:defRPr>
          <a:latin typeface="+mn-lt"/>
          <a:ea typeface="+mn-ea"/>
          <a:cs typeface="+mn-cs"/>
        </a:defRPr>
      </a:lvl5pPr>
      <a:lvl6pPr marL="3044266">
        <a:defRPr>
          <a:latin typeface="+mn-lt"/>
          <a:ea typeface="+mn-ea"/>
          <a:cs typeface="+mn-cs"/>
        </a:defRPr>
      </a:lvl6pPr>
      <a:lvl7pPr marL="3653119">
        <a:defRPr>
          <a:latin typeface="+mn-lt"/>
          <a:ea typeface="+mn-ea"/>
          <a:cs typeface="+mn-cs"/>
        </a:defRPr>
      </a:lvl7pPr>
      <a:lvl8pPr marL="4261973">
        <a:defRPr>
          <a:latin typeface="+mn-lt"/>
          <a:ea typeface="+mn-ea"/>
          <a:cs typeface="+mn-cs"/>
        </a:defRPr>
      </a:lvl8pPr>
      <a:lvl9pPr marL="4870826">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2.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11.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png"/><Relationship Id="rId1" Type="http://schemas.openxmlformats.org/officeDocument/2006/relationships/slideLayout" Target="../slideLayouts/slideLayout8.xml"/><Relationship Id="rId6" Type="http://schemas.openxmlformats.org/officeDocument/2006/relationships/image" Target="../media/image12.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9.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2.xml"/><Relationship Id="rId5" Type="http://schemas.openxmlformats.org/officeDocument/2006/relationships/image" Target="../media/image13.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4.png"/><Relationship Id="rId7"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image" Target="../media/image13.png"/><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13" Type="http://schemas.openxmlformats.org/officeDocument/2006/relationships/image" Target="../media/image30.png"/><Relationship Id="rId18" Type="http://schemas.openxmlformats.org/officeDocument/2006/relationships/image" Target="../media/image35.png"/><Relationship Id="rId26" Type="http://schemas.openxmlformats.org/officeDocument/2006/relationships/image" Target="../media/image43.png"/><Relationship Id="rId3" Type="http://schemas.openxmlformats.org/officeDocument/2006/relationships/image" Target="../media/image20.png"/><Relationship Id="rId21" Type="http://schemas.openxmlformats.org/officeDocument/2006/relationships/image" Target="../media/image38.png"/><Relationship Id="rId7" Type="http://schemas.openxmlformats.org/officeDocument/2006/relationships/image" Target="../media/image24.png"/><Relationship Id="rId12" Type="http://schemas.openxmlformats.org/officeDocument/2006/relationships/image" Target="../media/image29.png"/><Relationship Id="rId17" Type="http://schemas.openxmlformats.org/officeDocument/2006/relationships/image" Target="../media/image34.png"/><Relationship Id="rId25" Type="http://schemas.openxmlformats.org/officeDocument/2006/relationships/image" Target="../media/image42.png"/><Relationship Id="rId33" Type="http://schemas.openxmlformats.org/officeDocument/2006/relationships/image" Target="../media/image50.png"/><Relationship Id="rId2" Type="http://schemas.openxmlformats.org/officeDocument/2006/relationships/image" Target="../media/image19.png"/><Relationship Id="rId16" Type="http://schemas.openxmlformats.org/officeDocument/2006/relationships/image" Target="../media/image33.png"/><Relationship Id="rId20" Type="http://schemas.openxmlformats.org/officeDocument/2006/relationships/image" Target="../media/image37.png"/><Relationship Id="rId29" Type="http://schemas.openxmlformats.org/officeDocument/2006/relationships/image" Target="../media/image46.png"/><Relationship Id="rId1" Type="http://schemas.openxmlformats.org/officeDocument/2006/relationships/slideLayout" Target="../slideLayouts/slideLayout102.xml"/><Relationship Id="rId6" Type="http://schemas.openxmlformats.org/officeDocument/2006/relationships/image" Target="../media/image23.png"/><Relationship Id="rId11" Type="http://schemas.openxmlformats.org/officeDocument/2006/relationships/image" Target="../media/image28.png"/><Relationship Id="rId24" Type="http://schemas.openxmlformats.org/officeDocument/2006/relationships/image" Target="../media/image41.png"/><Relationship Id="rId32" Type="http://schemas.openxmlformats.org/officeDocument/2006/relationships/image" Target="../media/image49.png"/><Relationship Id="rId5" Type="http://schemas.openxmlformats.org/officeDocument/2006/relationships/image" Target="../media/image22.png"/><Relationship Id="rId15" Type="http://schemas.openxmlformats.org/officeDocument/2006/relationships/image" Target="../media/image32.png"/><Relationship Id="rId23" Type="http://schemas.openxmlformats.org/officeDocument/2006/relationships/image" Target="../media/image40.png"/><Relationship Id="rId28" Type="http://schemas.openxmlformats.org/officeDocument/2006/relationships/image" Target="../media/image45.png"/><Relationship Id="rId10" Type="http://schemas.openxmlformats.org/officeDocument/2006/relationships/image" Target="../media/image27.png"/><Relationship Id="rId19" Type="http://schemas.openxmlformats.org/officeDocument/2006/relationships/image" Target="../media/image36.png"/><Relationship Id="rId31" Type="http://schemas.openxmlformats.org/officeDocument/2006/relationships/image" Target="../media/image48.png"/><Relationship Id="rId4" Type="http://schemas.openxmlformats.org/officeDocument/2006/relationships/image" Target="../media/image21.png"/><Relationship Id="rId9" Type="http://schemas.openxmlformats.org/officeDocument/2006/relationships/image" Target="../media/image26.png"/><Relationship Id="rId14" Type="http://schemas.openxmlformats.org/officeDocument/2006/relationships/image" Target="../media/image31.png"/><Relationship Id="rId22" Type="http://schemas.openxmlformats.org/officeDocument/2006/relationships/image" Target="../media/image39.png"/><Relationship Id="rId27" Type="http://schemas.openxmlformats.org/officeDocument/2006/relationships/image" Target="../media/image44.png"/><Relationship Id="rId30" Type="http://schemas.openxmlformats.org/officeDocument/2006/relationships/image" Target="../media/image47.png"/><Relationship Id="rId8" Type="http://schemas.openxmlformats.org/officeDocument/2006/relationships/image" Target="../media/image25.png"/></Relationships>
</file>

<file path=ppt/slides/_rels/slide12.xml.rels><?xml version="1.0" encoding="UTF-8" standalone="yes"?>
<Relationships xmlns="http://schemas.openxmlformats.org/package/2006/relationships"><Relationship Id="rId2" Type="http://schemas.openxmlformats.org/officeDocument/2006/relationships/image" Target="../media/image51.jpg"/><Relationship Id="rId1" Type="http://schemas.openxmlformats.org/officeDocument/2006/relationships/slideLayout" Target="../slideLayouts/slideLayout97.xml"/></Relationships>
</file>

<file path=ppt/slides/_rels/slide1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97.xml"/><Relationship Id="rId5" Type="http://schemas.openxmlformats.org/officeDocument/2006/relationships/image" Target="../media/image55.jpg"/><Relationship Id="rId4" Type="http://schemas.openxmlformats.org/officeDocument/2006/relationships/image" Target="../media/image54.jpg"/></Relationships>
</file>

<file path=ppt/slides/_rels/slide14.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57.png"/><Relationship Id="rId7" Type="http://schemas.openxmlformats.org/officeDocument/2006/relationships/image" Target="../media/image13.png"/><Relationship Id="rId2" Type="http://schemas.openxmlformats.org/officeDocument/2006/relationships/image" Target="../media/image56.png"/><Relationship Id="rId1" Type="http://schemas.openxmlformats.org/officeDocument/2006/relationships/slideLayout" Target="../slideLayouts/slideLayout14.xml"/><Relationship Id="rId6" Type="http://schemas.openxmlformats.org/officeDocument/2006/relationships/image" Target="../media/image14.png"/><Relationship Id="rId5" Type="http://schemas.openxmlformats.org/officeDocument/2006/relationships/image" Target="../media/image9.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1.png"/><Relationship Id="rId1" Type="http://schemas.openxmlformats.org/officeDocument/2006/relationships/slideLayout" Target="../slideLayouts/slideLayout15.xml"/><Relationship Id="rId5" Type="http://schemas.openxmlformats.org/officeDocument/2006/relationships/image" Target="../media/image12.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0.png"/><Relationship Id="rId7" Type="http://schemas.openxmlformats.org/officeDocument/2006/relationships/image" Target="../media/image62.png"/><Relationship Id="rId2" Type="http://schemas.openxmlformats.org/officeDocument/2006/relationships/notesSlide" Target="../notesSlides/notesSlide2.xml"/><Relationship Id="rId1" Type="http://schemas.openxmlformats.org/officeDocument/2006/relationships/slideLayout" Target="../slideLayouts/slideLayout16.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 Id="rId9" Type="http://schemas.openxmlformats.org/officeDocument/2006/relationships/image" Target="../media/image13.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3.png"/><Relationship Id="rId1" Type="http://schemas.openxmlformats.org/officeDocument/2006/relationships/slideLayout" Target="../slideLayouts/slideLayout17.xml"/><Relationship Id="rId5" Type="http://schemas.openxmlformats.org/officeDocument/2006/relationships/image" Target="../media/image12.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65.png"/><Relationship Id="rId2" Type="http://schemas.openxmlformats.org/officeDocument/2006/relationships/notesSlide" Target="../notesSlides/notesSlide6.xml"/><Relationship Id="rId1" Type="http://schemas.openxmlformats.org/officeDocument/2006/relationships/slideLayout" Target="../slideLayouts/slideLayout22.xml"/><Relationship Id="rId6" Type="http://schemas.openxmlformats.org/officeDocument/2006/relationships/image" Target="../media/image12.png"/><Relationship Id="rId5" Type="http://schemas.openxmlformats.org/officeDocument/2006/relationships/image" Target="../media/image13.png"/><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9.xml"/></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30.xml"/><Relationship Id="rId6" Type="http://schemas.openxmlformats.org/officeDocument/2006/relationships/image" Target="../media/image13.png"/><Relationship Id="rId5" Type="http://schemas.openxmlformats.org/officeDocument/2006/relationships/image" Target="../media/image66.png"/><Relationship Id="rId4" Type="http://schemas.openxmlformats.org/officeDocument/2006/relationships/image" Target="../media/image9.png"/></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31.xml"/><Relationship Id="rId6" Type="http://schemas.openxmlformats.org/officeDocument/2006/relationships/image" Target="../media/image12.png"/><Relationship Id="rId5" Type="http://schemas.openxmlformats.org/officeDocument/2006/relationships/image" Target="../media/image13.png"/><Relationship Id="rId4" Type="http://schemas.openxmlformats.org/officeDocument/2006/relationships/image" Target="../media/image9.png"/></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32.xml"/><Relationship Id="rId6" Type="http://schemas.openxmlformats.org/officeDocument/2006/relationships/image" Target="../media/image13.png"/><Relationship Id="rId5" Type="http://schemas.openxmlformats.org/officeDocument/2006/relationships/image" Target="../media/image10.png"/><Relationship Id="rId4" Type="http://schemas.openxmlformats.org/officeDocument/2006/relationships/image" Target="../media/image11.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5.xml"/></Relationships>
</file>

<file path=ppt/slides/_rels/slide3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36.xml"/><Relationship Id="rId6" Type="http://schemas.openxmlformats.org/officeDocument/2006/relationships/image" Target="../media/image10.png"/><Relationship Id="rId5" Type="http://schemas.openxmlformats.org/officeDocument/2006/relationships/image" Target="../media/image66.png"/><Relationship Id="rId4" Type="http://schemas.openxmlformats.org/officeDocument/2006/relationships/image" Target="../media/image9.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7.xml"/></Relationships>
</file>

<file path=ppt/slides/_rels/slide39.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38.xml"/><Relationship Id="rId6" Type="http://schemas.openxmlformats.org/officeDocument/2006/relationships/image" Target="../media/image13.png"/><Relationship Id="rId5" Type="http://schemas.openxmlformats.org/officeDocument/2006/relationships/image" Target="../media/image9.png"/><Relationship Id="rId4" Type="http://schemas.openxmlformats.org/officeDocument/2006/relationships/image" Target="../media/image10.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9.xml"/></Relationships>
</file>

<file path=ppt/slides/_rels/slide41.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40.xml"/><Relationship Id="rId6" Type="http://schemas.openxmlformats.org/officeDocument/2006/relationships/image" Target="../media/image13.png"/><Relationship Id="rId5" Type="http://schemas.openxmlformats.org/officeDocument/2006/relationships/image" Target="../media/image9.png"/><Relationship Id="rId4" Type="http://schemas.openxmlformats.org/officeDocument/2006/relationships/image" Target="../media/image10.png"/></Relationships>
</file>

<file path=ppt/slides/_rels/slide4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25.xml"/><Relationship Id="rId1" Type="http://schemas.openxmlformats.org/officeDocument/2006/relationships/slideLayout" Target="../slideLayouts/slideLayout41.xml"/><Relationship Id="rId6" Type="http://schemas.openxmlformats.org/officeDocument/2006/relationships/image" Target="../media/image10.png"/><Relationship Id="rId5" Type="http://schemas.openxmlformats.org/officeDocument/2006/relationships/image" Target="../media/image66.png"/><Relationship Id="rId4" Type="http://schemas.openxmlformats.org/officeDocument/2006/relationships/image" Target="../media/image9.png"/></Relationships>
</file>

<file path=ppt/slides/_rels/slide43.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42.xml"/><Relationship Id="rId6" Type="http://schemas.openxmlformats.org/officeDocument/2006/relationships/image" Target="../media/image13.png"/><Relationship Id="rId5" Type="http://schemas.openxmlformats.org/officeDocument/2006/relationships/image" Target="../media/image11.png"/><Relationship Id="rId4" Type="http://schemas.openxmlformats.org/officeDocument/2006/relationships/image" Target="../media/image10.png"/></Relationships>
</file>

<file path=ppt/slides/_rels/slide4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27.xml"/><Relationship Id="rId1" Type="http://schemas.openxmlformats.org/officeDocument/2006/relationships/slideLayout" Target="../slideLayouts/slideLayout43.xml"/><Relationship Id="rId6" Type="http://schemas.openxmlformats.org/officeDocument/2006/relationships/image" Target="../media/image10.png"/><Relationship Id="rId5" Type="http://schemas.openxmlformats.org/officeDocument/2006/relationships/image" Target="../media/image66.png"/><Relationship Id="rId4" Type="http://schemas.openxmlformats.org/officeDocument/2006/relationships/image" Target="../media/image9.png"/></Relationships>
</file>

<file path=ppt/slides/_rels/slide4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44.xml"/><Relationship Id="rId6" Type="http://schemas.openxmlformats.org/officeDocument/2006/relationships/image" Target="../media/image9.png"/><Relationship Id="rId5" Type="http://schemas.openxmlformats.org/officeDocument/2006/relationships/image" Target="../media/image10.png"/><Relationship Id="rId4" Type="http://schemas.openxmlformats.org/officeDocument/2006/relationships/image" Target="../media/image66.png"/></Relationships>
</file>

<file path=ppt/slides/_rels/slide4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45.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67.png"/></Relationships>
</file>

<file path=ppt/slides/_rels/slide47.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notesSlide" Target="../notesSlides/notesSlide30.xml"/><Relationship Id="rId1" Type="http://schemas.openxmlformats.org/officeDocument/2006/relationships/slideLayout" Target="../slideLayouts/slideLayout46.xml"/><Relationship Id="rId6" Type="http://schemas.openxmlformats.org/officeDocument/2006/relationships/image" Target="../media/image13.png"/><Relationship Id="rId5" Type="http://schemas.openxmlformats.org/officeDocument/2006/relationships/image" Target="../media/image11.png"/><Relationship Id="rId4" Type="http://schemas.openxmlformats.org/officeDocument/2006/relationships/image" Target="../media/image10.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7.xml"/></Relationships>
</file>

<file path=ppt/slides/_rels/slide49.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2.png"/><Relationship Id="rId2" Type="http://schemas.openxmlformats.org/officeDocument/2006/relationships/notesSlide" Target="../notesSlides/notesSlide32.xml"/><Relationship Id="rId1" Type="http://schemas.openxmlformats.org/officeDocument/2006/relationships/slideLayout" Target="../slideLayouts/slideLayout48.xml"/><Relationship Id="rId6" Type="http://schemas.openxmlformats.org/officeDocument/2006/relationships/image" Target="../media/image13.png"/><Relationship Id="rId5" Type="http://schemas.openxmlformats.org/officeDocument/2006/relationships/image" Target="../media/image10.png"/><Relationship Id="rId4" Type="http://schemas.openxmlformats.org/officeDocument/2006/relationships/image" Target="../media/image9.png"/></Relationships>
</file>

<file path=ppt/slides/_rels/slide5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3.xml"/><Relationship Id="rId1" Type="http://schemas.openxmlformats.org/officeDocument/2006/relationships/slideLayout" Target="../slideLayouts/slideLayout49.xml"/><Relationship Id="rId6" Type="http://schemas.openxmlformats.org/officeDocument/2006/relationships/image" Target="../media/image12.png"/><Relationship Id="rId5" Type="http://schemas.openxmlformats.org/officeDocument/2006/relationships/image" Target="../media/image13.png"/><Relationship Id="rId4" Type="http://schemas.openxmlformats.org/officeDocument/2006/relationships/image" Target="../media/image11.png"/></Relationships>
</file>

<file path=ppt/slides/_rels/slide51.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2.png"/><Relationship Id="rId2" Type="http://schemas.openxmlformats.org/officeDocument/2006/relationships/notesSlide" Target="../notesSlides/notesSlide34.xml"/><Relationship Id="rId1" Type="http://schemas.openxmlformats.org/officeDocument/2006/relationships/slideLayout" Target="../slideLayouts/slideLayout50.xml"/><Relationship Id="rId6" Type="http://schemas.openxmlformats.org/officeDocument/2006/relationships/image" Target="../media/image13.png"/><Relationship Id="rId5" Type="http://schemas.openxmlformats.org/officeDocument/2006/relationships/image" Target="../media/image10.png"/><Relationship Id="rId4" Type="http://schemas.openxmlformats.org/officeDocument/2006/relationships/image" Target="../media/image9.png"/></Relationships>
</file>

<file path=ppt/slides/_rels/slide52.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2.png"/><Relationship Id="rId2" Type="http://schemas.openxmlformats.org/officeDocument/2006/relationships/notesSlide" Target="../notesSlides/notesSlide35.xml"/><Relationship Id="rId1" Type="http://schemas.openxmlformats.org/officeDocument/2006/relationships/slideLayout" Target="../slideLayouts/slideLayout51.xml"/><Relationship Id="rId6" Type="http://schemas.openxmlformats.org/officeDocument/2006/relationships/image" Target="../media/image13.png"/><Relationship Id="rId5" Type="http://schemas.openxmlformats.org/officeDocument/2006/relationships/image" Target="../media/image10.png"/><Relationship Id="rId4" Type="http://schemas.openxmlformats.org/officeDocument/2006/relationships/image" Target="../media/image9.png"/></Relationships>
</file>

<file path=ppt/slides/_rels/slide53.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2.png"/><Relationship Id="rId2" Type="http://schemas.openxmlformats.org/officeDocument/2006/relationships/notesSlide" Target="../notesSlides/notesSlide36.xml"/><Relationship Id="rId1" Type="http://schemas.openxmlformats.org/officeDocument/2006/relationships/slideLayout" Target="../slideLayouts/slideLayout52.xml"/><Relationship Id="rId6" Type="http://schemas.openxmlformats.org/officeDocument/2006/relationships/image" Target="../media/image13.png"/><Relationship Id="rId5" Type="http://schemas.openxmlformats.org/officeDocument/2006/relationships/image" Target="../media/image10.png"/><Relationship Id="rId4" Type="http://schemas.openxmlformats.org/officeDocument/2006/relationships/image" Target="../media/image9.png"/></Relationships>
</file>

<file path=ppt/slides/_rels/slide54.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2.png"/><Relationship Id="rId2" Type="http://schemas.openxmlformats.org/officeDocument/2006/relationships/notesSlide" Target="../notesSlides/notesSlide37.xml"/><Relationship Id="rId1" Type="http://schemas.openxmlformats.org/officeDocument/2006/relationships/slideLayout" Target="../slideLayouts/slideLayout53.xml"/><Relationship Id="rId6" Type="http://schemas.openxmlformats.org/officeDocument/2006/relationships/image" Target="../media/image13.png"/><Relationship Id="rId5" Type="http://schemas.openxmlformats.org/officeDocument/2006/relationships/image" Target="../media/image10.png"/><Relationship Id="rId4" Type="http://schemas.openxmlformats.org/officeDocument/2006/relationships/image" Target="../media/image9.png"/></Relationships>
</file>

<file path=ppt/slides/_rels/slide55.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2.png"/><Relationship Id="rId2" Type="http://schemas.openxmlformats.org/officeDocument/2006/relationships/notesSlide" Target="../notesSlides/notesSlide38.xml"/><Relationship Id="rId1" Type="http://schemas.openxmlformats.org/officeDocument/2006/relationships/slideLayout" Target="../slideLayouts/slideLayout54.xml"/><Relationship Id="rId6" Type="http://schemas.openxmlformats.org/officeDocument/2006/relationships/image" Target="../media/image13.png"/><Relationship Id="rId5" Type="http://schemas.openxmlformats.org/officeDocument/2006/relationships/image" Target="../media/image10.png"/><Relationship Id="rId4" Type="http://schemas.openxmlformats.org/officeDocument/2006/relationships/image" Target="../media/image9.png"/></Relationships>
</file>

<file path=ppt/slides/_rels/slide56.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notesSlide" Target="../notesSlides/notesSlide39.xml"/><Relationship Id="rId1" Type="http://schemas.openxmlformats.org/officeDocument/2006/relationships/slideLayout" Target="../slideLayouts/slideLayout55.xml"/><Relationship Id="rId6" Type="http://schemas.openxmlformats.org/officeDocument/2006/relationships/image" Target="../media/image13.png"/><Relationship Id="rId5" Type="http://schemas.openxmlformats.org/officeDocument/2006/relationships/image" Target="../media/image10.png"/><Relationship Id="rId4" Type="http://schemas.openxmlformats.org/officeDocument/2006/relationships/image" Target="../media/image11.png"/></Relationships>
</file>

<file path=ppt/slides/_rels/slide57.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40.xml"/><Relationship Id="rId1" Type="http://schemas.openxmlformats.org/officeDocument/2006/relationships/slideLayout" Target="../slideLayouts/slideLayout56.xml"/><Relationship Id="rId6" Type="http://schemas.openxmlformats.org/officeDocument/2006/relationships/image" Target="../media/image10.png"/><Relationship Id="rId5" Type="http://schemas.openxmlformats.org/officeDocument/2006/relationships/image" Target="../media/image66.png"/><Relationship Id="rId4" Type="http://schemas.openxmlformats.org/officeDocument/2006/relationships/image" Target="../media/image9.png"/></Relationships>
</file>

<file path=ppt/slides/_rels/slide5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41.xml"/><Relationship Id="rId1" Type="http://schemas.openxmlformats.org/officeDocument/2006/relationships/slideLayout" Target="../slideLayouts/slideLayout57.xml"/><Relationship Id="rId6" Type="http://schemas.openxmlformats.org/officeDocument/2006/relationships/image" Target="../media/image9.png"/><Relationship Id="rId5" Type="http://schemas.openxmlformats.org/officeDocument/2006/relationships/image" Target="../media/image68.png"/><Relationship Id="rId4" Type="http://schemas.openxmlformats.org/officeDocument/2006/relationships/image" Target="../media/image66.png"/></Relationships>
</file>

<file path=ppt/slides/_rels/slide59.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2.png"/><Relationship Id="rId2" Type="http://schemas.openxmlformats.org/officeDocument/2006/relationships/notesSlide" Target="../notesSlides/notesSlide42.xml"/><Relationship Id="rId1" Type="http://schemas.openxmlformats.org/officeDocument/2006/relationships/slideLayout" Target="../slideLayouts/slideLayout58.xml"/><Relationship Id="rId6" Type="http://schemas.openxmlformats.org/officeDocument/2006/relationships/image" Target="../media/image13.png"/><Relationship Id="rId5" Type="http://schemas.openxmlformats.org/officeDocument/2006/relationships/image" Target="../media/image10.png"/><Relationship Id="rId4" Type="http://schemas.openxmlformats.org/officeDocument/2006/relationships/image" Target="../media/image9.png"/></Relationships>
</file>

<file path=ppt/slides/_rels/slide60.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2.png"/><Relationship Id="rId2" Type="http://schemas.openxmlformats.org/officeDocument/2006/relationships/notesSlide" Target="../notesSlides/notesSlide43.xml"/><Relationship Id="rId1" Type="http://schemas.openxmlformats.org/officeDocument/2006/relationships/slideLayout" Target="../slideLayouts/slideLayout59.xml"/><Relationship Id="rId6" Type="http://schemas.openxmlformats.org/officeDocument/2006/relationships/image" Target="../media/image13.png"/><Relationship Id="rId5" Type="http://schemas.openxmlformats.org/officeDocument/2006/relationships/image" Target="../media/image10.png"/><Relationship Id="rId4" Type="http://schemas.openxmlformats.org/officeDocument/2006/relationships/image" Target="../media/image9.png"/></Relationships>
</file>

<file path=ppt/slides/_rels/slide61.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2.png"/><Relationship Id="rId2" Type="http://schemas.openxmlformats.org/officeDocument/2006/relationships/notesSlide" Target="../notesSlides/notesSlide44.xml"/><Relationship Id="rId1" Type="http://schemas.openxmlformats.org/officeDocument/2006/relationships/slideLayout" Target="../slideLayouts/slideLayout60.xml"/><Relationship Id="rId6" Type="http://schemas.openxmlformats.org/officeDocument/2006/relationships/image" Target="../media/image13.png"/><Relationship Id="rId5" Type="http://schemas.openxmlformats.org/officeDocument/2006/relationships/image" Target="../media/image10.png"/><Relationship Id="rId4" Type="http://schemas.openxmlformats.org/officeDocument/2006/relationships/image" Target="../media/image9.png"/></Relationships>
</file>

<file path=ppt/slides/_rels/slide6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45.xml"/><Relationship Id="rId1" Type="http://schemas.openxmlformats.org/officeDocument/2006/relationships/slideLayout" Target="../slideLayouts/slideLayout6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67.png"/></Relationships>
</file>

<file path=ppt/slides/_rels/slide63.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notesSlide" Target="../notesSlides/notesSlide46.xml"/><Relationship Id="rId1" Type="http://schemas.openxmlformats.org/officeDocument/2006/relationships/slideLayout" Target="../slideLayouts/slideLayout62.xml"/><Relationship Id="rId6" Type="http://schemas.openxmlformats.org/officeDocument/2006/relationships/image" Target="../media/image13.png"/><Relationship Id="rId5" Type="http://schemas.openxmlformats.org/officeDocument/2006/relationships/image" Target="../media/image11.png"/><Relationship Id="rId4" Type="http://schemas.openxmlformats.org/officeDocument/2006/relationships/image" Target="../media/image10.png"/></Relationships>
</file>

<file path=ppt/slides/_rels/slide64.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notesSlide" Target="../notesSlides/notesSlide47.xml"/><Relationship Id="rId1" Type="http://schemas.openxmlformats.org/officeDocument/2006/relationships/slideLayout" Target="../slideLayouts/slideLayout63.xml"/><Relationship Id="rId6" Type="http://schemas.openxmlformats.org/officeDocument/2006/relationships/image" Target="../media/image13.png"/><Relationship Id="rId5" Type="http://schemas.openxmlformats.org/officeDocument/2006/relationships/image" Target="../media/image11.png"/><Relationship Id="rId4" Type="http://schemas.openxmlformats.org/officeDocument/2006/relationships/image" Target="../media/image10.png"/></Relationships>
</file>

<file path=ppt/slides/_rels/slide65.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48.xml"/><Relationship Id="rId1" Type="http://schemas.openxmlformats.org/officeDocument/2006/relationships/slideLayout" Target="../slideLayouts/slideLayout64.xml"/><Relationship Id="rId6" Type="http://schemas.openxmlformats.org/officeDocument/2006/relationships/image" Target="../media/image10.png"/><Relationship Id="rId5" Type="http://schemas.openxmlformats.org/officeDocument/2006/relationships/image" Target="../media/image66.png"/><Relationship Id="rId4" Type="http://schemas.openxmlformats.org/officeDocument/2006/relationships/image" Target="../media/image9.png"/></Relationships>
</file>

<file path=ppt/slides/_rels/slide6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49.xml"/><Relationship Id="rId1" Type="http://schemas.openxmlformats.org/officeDocument/2006/relationships/slideLayout" Target="../slideLayouts/slideLayout65.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66.png"/></Relationships>
</file>

<file path=ppt/slides/_rels/slide67.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2.png"/><Relationship Id="rId2" Type="http://schemas.openxmlformats.org/officeDocument/2006/relationships/notesSlide" Target="../notesSlides/notesSlide50.xml"/><Relationship Id="rId1" Type="http://schemas.openxmlformats.org/officeDocument/2006/relationships/slideLayout" Target="../slideLayouts/slideLayout66.xml"/><Relationship Id="rId6" Type="http://schemas.openxmlformats.org/officeDocument/2006/relationships/image" Target="../media/image13.png"/><Relationship Id="rId5" Type="http://schemas.openxmlformats.org/officeDocument/2006/relationships/image" Target="../media/image9.png"/><Relationship Id="rId4" Type="http://schemas.openxmlformats.org/officeDocument/2006/relationships/image" Target="../media/image10.png"/></Relationships>
</file>

<file path=ppt/slides/_rels/slide6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51.xml"/><Relationship Id="rId1" Type="http://schemas.openxmlformats.org/officeDocument/2006/relationships/slideLayout" Target="../slideLayouts/slideLayout67.xml"/><Relationship Id="rId6" Type="http://schemas.openxmlformats.org/officeDocument/2006/relationships/image" Target="../media/image66.png"/><Relationship Id="rId5" Type="http://schemas.openxmlformats.org/officeDocument/2006/relationships/image" Target="../media/image9.png"/><Relationship Id="rId4" Type="http://schemas.openxmlformats.org/officeDocument/2006/relationships/image" Target="../media/image10.png"/></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68.xml"/></Relationships>
</file>

<file path=ppt/slides/_rels/slide7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69.xml"/></Relationships>
</file>

<file path=ppt/slides/_rels/slide72.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notesSlide" Target="../notesSlides/notesSlide53.xml"/><Relationship Id="rId1" Type="http://schemas.openxmlformats.org/officeDocument/2006/relationships/slideLayout" Target="../slideLayouts/slideLayout70.xml"/><Relationship Id="rId6" Type="http://schemas.openxmlformats.org/officeDocument/2006/relationships/image" Target="../media/image13.png"/><Relationship Id="rId5" Type="http://schemas.openxmlformats.org/officeDocument/2006/relationships/image" Target="../media/image10.png"/><Relationship Id="rId4" Type="http://schemas.openxmlformats.org/officeDocument/2006/relationships/image" Target="../media/image69.pn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3.xml"/></Relationships>
</file>

<file path=ppt/slides/_rels/slide7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65.png"/><Relationship Id="rId7" Type="http://schemas.openxmlformats.org/officeDocument/2006/relationships/image" Target="../media/image10.png"/><Relationship Id="rId2" Type="http://schemas.openxmlformats.org/officeDocument/2006/relationships/notesSlide" Target="../notesSlides/notesSlide57.xml"/><Relationship Id="rId1" Type="http://schemas.openxmlformats.org/officeDocument/2006/relationships/slideLayout" Target="../slideLayouts/slideLayout74.xml"/><Relationship Id="rId6" Type="http://schemas.openxmlformats.org/officeDocument/2006/relationships/image" Target="../media/image70.png"/><Relationship Id="rId5" Type="http://schemas.openxmlformats.org/officeDocument/2006/relationships/image" Target="../media/image9.png"/><Relationship Id="rId4" Type="http://schemas.openxmlformats.org/officeDocument/2006/relationships/image" Target="../media/image12.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7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58.xml"/><Relationship Id="rId1" Type="http://schemas.openxmlformats.org/officeDocument/2006/relationships/slideLayout" Target="../slideLayouts/slideLayout76.xml"/><Relationship Id="rId6" Type="http://schemas.openxmlformats.org/officeDocument/2006/relationships/image" Target="../media/image10.png"/><Relationship Id="rId5" Type="http://schemas.openxmlformats.org/officeDocument/2006/relationships/image" Target="../media/image69.png"/><Relationship Id="rId4" Type="http://schemas.openxmlformats.org/officeDocument/2006/relationships/image" Target="../media/image66.png"/></Relationships>
</file>

<file path=ppt/slides/_rels/slide79.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notesSlide" Target="../notesSlides/notesSlide59.xml"/><Relationship Id="rId1" Type="http://schemas.openxmlformats.org/officeDocument/2006/relationships/slideLayout" Target="../slideLayouts/slideLayout77.xml"/><Relationship Id="rId6" Type="http://schemas.openxmlformats.org/officeDocument/2006/relationships/image" Target="../media/image13.png"/><Relationship Id="rId5" Type="http://schemas.openxmlformats.org/officeDocument/2006/relationships/image" Target="../media/image10.png"/><Relationship Id="rId4" Type="http://schemas.openxmlformats.org/officeDocument/2006/relationships/image" Target="../media/image69.png"/></Relationships>
</file>

<file path=ppt/slides/_rels/slide80.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60.xml"/><Relationship Id="rId1" Type="http://schemas.openxmlformats.org/officeDocument/2006/relationships/slideLayout" Target="../slideLayouts/slideLayout78.xml"/><Relationship Id="rId6" Type="http://schemas.openxmlformats.org/officeDocument/2006/relationships/image" Target="../media/image12.png"/><Relationship Id="rId5" Type="http://schemas.openxmlformats.org/officeDocument/2006/relationships/image" Target="../media/image10.png"/><Relationship Id="rId4" Type="http://schemas.openxmlformats.org/officeDocument/2006/relationships/image" Target="../media/image69.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8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80.xml"/><Relationship Id="rId5" Type="http://schemas.openxmlformats.org/officeDocument/2006/relationships/image" Target="../media/image10.png"/><Relationship Id="rId4" Type="http://schemas.openxmlformats.org/officeDocument/2006/relationships/image" Target="../media/image13.png"/></Relationships>
</file>

<file path=ppt/slides/_rels/slide8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3.png"/><Relationship Id="rId1" Type="http://schemas.openxmlformats.org/officeDocument/2006/relationships/slideLayout" Target="../slideLayouts/slideLayout81.xml"/><Relationship Id="rId6" Type="http://schemas.openxmlformats.org/officeDocument/2006/relationships/image" Target="../media/image12.png"/><Relationship Id="rId5" Type="http://schemas.openxmlformats.org/officeDocument/2006/relationships/image" Target="../media/image9.png"/><Relationship Id="rId4" Type="http://schemas.openxmlformats.org/officeDocument/2006/relationships/image" Target="../media/image11.png"/></Relationships>
</file>

<file path=ppt/slides/_rels/slide8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3.png"/><Relationship Id="rId1" Type="http://schemas.openxmlformats.org/officeDocument/2006/relationships/slideLayout" Target="../slideLayouts/slideLayout82.xml"/><Relationship Id="rId6" Type="http://schemas.openxmlformats.org/officeDocument/2006/relationships/image" Target="../media/image10.png"/><Relationship Id="rId5" Type="http://schemas.openxmlformats.org/officeDocument/2006/relationships/image" Target="../media/image12.png"/><Relationship Id="rId4" Type="http://schemas.openxmlformats.org/officeDocument/2006/relationships/image" Target="../media/image11.png"/></Relationships>
</file>

<file path=ppt/slides/_rels/slide8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Layout" Target="../slideLayouts/slideLayout8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12.png"/></Relationships>
</file>

<file path=ppt/slides/_rels/slide8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4.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3.png"/><Relationship Id="rId1" Type="http://schemas.openxmlformats.org/officeDocument/2006/relationships/slideLayout" Target="../slideLayouts/slideLayout85.xml"/><Relationship Id="rId4" Type="http://schemas.openxmlformats.org/officeDocument/2006/relationships/image" Target="../media/image10.png"/></Relationships>
</file>

<file path=ppt/slides/_rels/slide8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1.png"/><Relationship Id="rId1" Type="http://schemas.openxmlformats.org/officeDocument/2006/relationships/slideLayout" Target="../slideLayouts/slideLayout86.xml"/><Relationship Id="rId5" Type="http://schemas.openxmlformats.org/officeDocument/2006/relationships/image" Target="../media/image10.png"/><Relationship Id="rId4" Type="http://schemas.openxmlformats.org/officeDocument/2006/relationships/image" Target="../media/image9.png"/></Relationships>
</file>

<file path=ppt/slides/_rels/slide90.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71.png"/><Relationship Id="rId2" Type="http://schemas.openxmlformats.org/officeDocument/2006/relationships/image" Target="../media/image10.png"/><Relationship Id="rId1" Type="http://schemas.openxmlformats.org/officeDocument/2006/relationships/slideLayout" Target="../slideLayouts/slideLayout87.xml"/><Relationship Id="rId6" Type="http://schemas.openxmlformats.org/officeDocument/2006/relationships/image" Target="../media/image9.png"/><Relationship Id="rId5" Type="http://schemas.openxmlformats.org/officeDocument/2006/relationships/image" Target="../media/image11.png"/><Relationship Id="rId4" Type="http://schemas.openxmlformats.org/officeDocument/2006/relationships/image" Target="../media/image12.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88.xml"/></Relationships>
</file>

<file path=ppt/slides/_rels/slide92.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9.png"/><Relationship Id="rId2" Type="http://schemas.openxmlformats.org/officeDocument/2006/relationships/notesSlide" Target="../notesSlides/notesSlide61.xml"/><Relationship Id="rId1" Type="http://schemas.openxmlformats.org/officeDocument/2006/relationships/slideLayout" Target="../slideLayouts/slideLayout89.xml"/><Relationship Id="rId6" Type="http://schemas.openxmlformats.org/officeDocument/2006/relationships/image" Target="../media/image12.png"/><Relationship Id="rId5" Type="http://schemas.openxmlformats.org/officeDocument/2006/relationships/image" Target="../media/image10.png"/><Relationship Id="rId4" Type="http://schemas.openxmlformats.org/officeDocument/2006/relationships/image" Target="../media/image13.png"/></Relationships>
</file>

<file path=ppt/slides/_rels/slide9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2.xml"/><Relationship Id="rId1" Type="http://schemas.openxmlformats.org/officeDocument/2006/relationships/slideLayout" Target="../slideLayouts/slideLayout90.xml"/><Relationship Id="rId6" Type="http://schemas.openxmlformats.org/officeDocument/2006/relationships/image" Target="../media/image10.png"/><Relationship Id="rId5" Type="http://schemas.openxmlformats.org/officeDocument/2006/relationships/image" Target="../media/image11.png"/><Relationship Id="rId4" Type="http://schemas.openxmlformats.org/officeDocument/2006/relationships/image" Target="../media/image12.png"/></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91.xml"/></Relationships>
</file>

<file path=ppt/slides/_rels/slide9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92.xml"/></Relationships>
</file>

<file path=ppt/slides/_rels/slide9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64.xml"/><Relationship Id="rId1" Type="http://schemas.openxmlformats.org/officeDocument/2006/relationships/slideLayout" Target="../slideLayouts/slideLayout93.xml"/><Relationship Id="rId6" Type="http://schemas.openxmlformats.org/officeDocument/2006/relationships/image" Target="../media/image11.png"/><Relationship Id="rId5" Type="http://schemas.openxmlformats.org/officeDocument/2006/relationships/image" Target="../media/image13.png"/><Relationship Id="rId4" Type="http://schemas.openxmlformats.org/officeDocument/2006/relationships/image" Target="../media/image73.png"/></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94.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9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2CE68-10B3-49A1-8CF6-D7C70C4FD468}"/>
              </a:ext>
            </a:extLst>
          </p:cNvPr>
          <p:cNvSpPr>
            <a:spLocks noGrp="1"/>
          </p:cNvSpPr>
          <p:nvPr>
            <p:ph type="ctrTitle"/>
          </p:nvPr>
        </p:nvSpPr>
        <p:spPr>
          <a:xfrm>
            <a:off x="203200" y="2006600"/>
            <a:ext cx="9144000" cy="2387600"/>
          </a:xfrm>
        </p:spPr>
        <p:txBody>
          <a:bodyPr>
            <a:noAutofit/>
          </a:bodyPr>
          <a:lstStyle/>
          <a:p>
            <a:r>
              <a:rPr lang="en-US" sz="7200" dirty="0">
                <a:solidFill>
                  <a:schemeClr val="bg1"/>
                </a:solidFill>
                <a:latin typeface="DINOT"/>
              </a:rPr>
              <a:t>Firewall Training</a:t>
            </a:r>
            <a:br>
              <a:rPr lang="en-US" sz="7200" dirty="0">
                <a:solidFill>
                  <a:schemeClr val="bg1"/>
                </a:solidFill>
              </a:rPr>
            </a:br>
            <a:endParaRPr lang="en-US" sz="7200" dirty="0">
              <a:solidFill>
                <a:schemeClr val="bg1"/>
              </a:solidFill>
            </a:endParaRPr>
          </a:p>
        </p:txBody>
      </p:sp>
    </p:spTree>
    <p:extLst>
      <p:ext uri="{BB962C8B-B14F-4D97-AF65-F5344CB8AC3E}">
        <p14:creationId xmlns:p14="http://schemas.microsoft.com/office/powerpoint/2010/main" val="29448270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9144000" h="5143500">
                <a:moveTo>
                  <a:pt x="9144000" y="0"/>
                </a:moveTo>
                <a:lnTo>
                  <a:pt x="0" y="0"/>
                </a:lnTo>
                <a:lnTo>
                  <a:pt x="0" y="5143500"/>
                </a:lnTo>
                <a:lnTo>
                  <a:pt x="9144000" y="5143500"/>
                </a:lnTo>
                <a:lnTo>
                  <a:pt x="9144000" y="0"/>
                </a:lnTo>
                <a:close/>
              </a:path>
            </a:pathLst>
          </a:custGeom>
          <a:solidFill>
            <a:srgbClr val="005073"/>
          </a:solidFill>
        </p:spPr>
        <p:txBody>
          <a:bodyPr wrap="square" lIns="0" tIns="0" rIns="0" bIns="0" rtlCol="0"/>
          <a:lstStyle/>
          <a:p>
            <a:endParaRPr sz="2400">
              <a:solidFill>
                <a:prstClr val="black"/>
              </a:solidFill>
            </a:endParaRPr>
          </a:p>
        </p:txBody>
      </p:sp>
      <p:grpSp>
        <p:nvGrpSpPr>
          <p:cNvPr id="3" name="object 3"/>
          <p:cNvGrpSpPr/>
          <p:nvPr/>
        </p:nvGrpSpPr>
        <p:grpSpPr>
          <a:xfrm>
            <a:off x="1" y="3421270"/>
            <a:ext cx="12191996" cy="4120303"/>
            <a:chOff x="-76200" y="1962150"/>
            <a:chExt cx="9143997" cy="3090227"/>
          </a:xfrm>
        </p:grpSpPr>
        <p:pic>
          <p:nvPicPr>
            <p:cNvPr id="4" name="object 4"/>
            <p:cNvPicPr/>
            <p:nvPr/>
          </p:nvPicPr>
          <p:blipFill>
            <a:blip r:embed="rId2" cstate="print"/>
            <a:stretch>
              <a:fillRect/>
            </a:stretch>
          </p:blipFill>
          <p:spPr>
            <a:xfrm>
              <a:off x="-76200" y="1962150"/>
              <a:ext cx="9143997" cy="2595371"/>
            </a:xfrm>
            <a:prstGeom prst="rect">
              <a:avLst/>
            </a:prstGeom>
          </p:spPr>
        </p:pic>
        <p:sp>
          <p:nvSpPr>
            <p:cNvPr id="8" name="object 8"/>
            <p:cNvSpPr/>
            <p:nvPr/>
          </p:nvSpPr>
          <p:spPr>
            <a:xfrm>
              <a:off x="8600947" y="4996497"/>
              <a:ext cx="73660" cy="55880"/>
            </a:xfrm>
            <a:custGeom>
              <a:avLst/>
              <a:gdLst/>
              <a:ahLst/>
              <a:cxnLst/>
              <a:rect l="l" t="t" r="r" b="b"/>
              <a:pathLst>
                <a:path w="73659" h="55879">
                  <a:moveTo>
                    <a:pt x="20066" y="12090"/>
                  </a:moveTo>
                  <a:lnTo>
                    <a:pt x="13334" y="12090"/>
                  </a:lnTo>
                  <a:lnTo>
                    <a:pt x="13334" y="54764"/>
                  </a:lnTo>
                  <a:lnTo>
                    <a:pt x="20066" y="54764"/>
                  </a:lnTo>
                  <a:lnTo>
                    <a:pt x="20066" y="12090"/>
                  </a:lnTo>
                  <a:close/>
                </a:path>
                <a:path w="73659" h="55879">
                  <a:moveTo>
                    <a:pt x="20066" y="0"/>
                  </a:moveTo>
                  <a:lnTo>
                    <a:pt x="15748" y="0"/>
                  </a:lnTo>
                  <a:lnTo>
                    <a:pt x="14604" y="2349"/>
                  </a:lnTo>
                  <a:lnTo>
                    <a:pt x="12573" y="4787"/>
                  </a:lnTo>
                  <a:lnTo>
                    <a:pt x="6984" y="9791"/>
                  </a:lnTo>
                  <a:lnTo>
                    <a:pt x="3682" y="11925"/>
                  </a:lnTo>
                  <a:lnTo>
                    <a:pt x="0" y="13690"/>
                  </a:lnTo>
                  <a:lnTo>
                    <a:pt x="0" y="20162"/>
                  </a:lnTo>
                  <a:lnTo>
                    <a:pt x="13334" y="12090"/>
                  </a:lnTo>
                  <a:lnTo>
                    <a:pt x="20066" y="12090"/>
                  </a:lnTo>
                  <a:lnTo>
                    <a:pt x="20066" y="0"/>
                  </a:lnTo>
                  <a:close/>
                </a:path>
                <a:path w="73659" h="55879">
                  <a:moveTo>
                    <a:pt x="44450" y="39883"/>
                  </a:moveTo>
                  <a:lnTo>
                    <a:pt x="37465" y="40477"/>
                  </a:lnTo>
                  <a:lnTo>
                    <a:pt x="37973" y="45067"/>
                  </a:lnTo>
                  <a:lnTo>
                    <a:pt x="39750" y="48750"/>
                  </a:lnTo>
                  <a:lnTo>
                    <a:pt x="42799" y="51528"/>
                  </a:lnTo>
                  <a:lnTo>
                    <a:pt x="45974" y="54306"/>
                  </a:lnTo>
                  <a:lnTo>
                    <a:pt x="50037" y="55695"/>
                  </a:lnTo>
                  <a:lnTo>
                    <a:pt x="61086" y="55695"/>
                  </a:lnTo>
                  <a:lnTo>
                    <a:pt x="65785" y="53488"/>
                  </a:lnTo>
                  <a:lnTo>
                    <a:pt x="68453" y="50189"/>
                  </a:lnTo>
                  <a:lnTo>
                    <a:pt x="52324" y="50189"/>
                  </a:lnTo>
                  <a:lnTo>
                    <a:pt x="50037" y="49326"/>
                  </a:lnTo>
                  <a:lnTo>
                    <a:pt x="46227" y="45878"/>
                  </a:lnTo>
                  <a:lnTo>
                    <a:pt x="45084" y="43305"/>
                  </a:lnTo>
                  <a:lnTo>
                    <a:pt x="44450" y="39883"/>
                  </a:lnTo>
                  <a:close/>
                </a:path>
                <a:path w="73659" h="55879">
                  <a:moveTo>
                    <a:pt x="69675" y="24516"/>
                  </a:moveTo>
                  <a:lnTo>
                    <a:pt x="58420" y="24516"/>
                  </a:lnTo>
                  <a:lnTo>
                    <a:pt x="61213" y="25619"/>
                  </a:lnTo>
                  <a:lnTo>
                    <a:pt x="63373" y="27828"/>
                  </a:lnTo>
                  <a:lnTo>
                    <a:pt x="65404" y="30035"/>
                  </a:lnTo>
                  <a:lnTo>
                    <a:pt x="66548" y="33049"/>
                  </a:lnTo>
                  <a:lnTo>
                    <a:pt x="66433" y="41210"/>
                  </a:lnTo>
                  <a:lnTo>
                    <a:pt x="65404" y="44112"/>
                  </a:lnTo>
                  <a:lnTo>
                    <a:pt x="63246" y="46542"/>
                  </a:lnTo>
                  <a:lnTo>
                    <a:pt x="60959" y="48973"/>
                  </a:lnTo>
                  <a:lnTo>
                    <a:pt x="58166" y="50189"/>
                  </a:lnTo>
                  <a:lnTo>
                    <a:pt x="68453" y="50189"/>
                  </a:lnTo>
                  <a:lnTo>
                    <a:pt x="72262" y="45476"/>
                  </a:lnTo>
                  <a:lnTo>
                    <a:pt x="73659" y="41210"/>
                  </a:lnTo>
                  <a:lnTo>
                    <a:pt x="73659" y="31089"/>
                  </a:lnTo>
                  <a:lnTo>
                    <a:pt x="72008" y="26847"/>
                  </a:lnTo>
                  <a:lnTo>
                    <a:pt x="69675" y="24516"/>
                  </a:lnTo>
                  <a:close/>
                </a:path>
                <a:path w="73659" h="55879">
                  <a:moveTo>
                    <a:pt x="71120" y="965"/>
                  </a:moveTo>
                  <a:lnTo>
                    <a:pt x="43942" y="965"/>
                  </a:lnTo>
                  <a:lnTo>
                    <a:pt x="38607" y="28981"/>
                  </a:lnTo>
                  <a:lnTo>
                    <a:pt x="44957" y="29799"/>
                  </a:lnTo>
                  <a:lnTo>
                    <a:pt x="45974" y="28237"/>
                  </a:lnTo>
                  <a:lnTo>
                    <a:pt x="47371" y="26965"/>
                  </a:lnTo>
                  <a:lnTo>
                    <a:pt x="49022" y="25985"/>
                  </a:lnTo>
                  <a:lnTo>
                    <a:pt x="50800" y="25006"/>
                  </a:lnTo>
                  <a:lnTo>
                    <a:pt x="52704" y="24516"/>
                  </a:lnTo>
                  <a:lnTo>
                    <a:pt x="69675" y="24516"/>
                  </a:lnTo>
                  <a:lnTo>
                    <a:pt x="67179" y="22023"/>
                  </a:lnTo>
                  <a:lnTo>
                    <a:pt x="46354" y="22023"/>
                  </a:lnTo>
                  <a:lnTo>
                    <a:pt x="49275" y="7365"/>
                  </a:lnTo>
                  <a:lnTo>
                    <a:pt x="71120" y="7365"/>
                  </a:lnTo>
                  <a:lnTo>
                    <a:pt x="71120" y="965"/>
                  </a:lnTo>
                  <a:close/>
                </a:path>
                <a:path w="73659" h="55879">
                  <a:moveTo>
                    <a:pt x="61468" y="18605"/>
                  </a:moveTo>
                  <a:lnTo>
                    <a:pt x="53085" y="18605"/>
                  </a:lnTo>
                  <a:lnTo>
                    <a:pt x="49656" y="19735"/>
                  </a:lnTo>
                  <a:lnTo>
                    <a:pt x="46354" y="22023"/>
                  </a:lnTo>
                  <a:lnTo>
                    <a:pt x="67179" y="22023"/>
                  </a:lnTo>
                  <a:lnTo>
                    <a:pt x="65404" y="20250"/>
                  </a:lnTo>
                  <a:lnTo>
                    <a:pt x="61468" y="18605"/>
                  </a:lnTo>
                  <a:close/>
                </a:path>
              </a:pathLst>
            </a:custGeom>
            <a:solidFill>
              <a:srgbClr val="FFFFFF">
                <a:alpha val="59999"/>
              </a:srgbClr>
            </a:solidFill>
          </p:spPr>
          <p:txBody>
            <a:bodyPr wrap="square" lIns="0" tIns="0" rIns="0" bIns="0" rtlCol="0"/>
            <a:lstStyle/>
            <a:p>
              <a:endParaRPr sz="2400">
                <a:solidFill>
                  <a:prstClr val="black"/>
                </a:solidFill>
              </a:endParaRPr>
            </a:p>
          </p:txBody>
        </p:sp>
      </p:grpSp>
      <p:sp>
        <p:nvSpPr>
          <p:cNvPr id="9" name="object 9"/>
          <p:cNvSpPr txBox="1">
            <a:spLocks noGrp="1"/>
          </p:cNvSpPr>
          <p:nvPr>
            <p:ph type="title"/>
          </p:nvPr>
        </p:nvSpPr>
        <p:spPr>
          <a:xfrm>
            <a:off x="583726" y="587755"/>
            <a:ext cx="10436860" cy="1494426"/>
          </a:xfrm>
          <a:prstGeom prst="rect">
            <a:avLst/>
          </a:prstGeom>
        </p:spPr>
        <p:txBody>
          <a:bodyPr vert="horz" wrap="square" lIns="0" tIns="16933" rIns="0" bIns="0" rtlCol="0">
            <a:spAutoFit/>
          </a:bodyPr>
          <a:lstStyle/>
          <a:p>
            <a:pPr marL="16933" algn="ctr">
              <a:spcBef>
                <a:spcPts val="133"/>
              </a:spcBef>
            </a:pPr>
            <a:r>
              <a:rPr lang="en-US" sz="4800" dirty="0">
                <a:solidFill>
                  <a:srgbClr val="FFFFFF"/>
                </a:solidFill>
              </a:rPr>
              <a:t>Lesson 1</a:t>
            </a:r>
            <a:br>
              <a:rPr lang="en-US" sz="4800" dirty="0">
                <a:solidFill>
                  <a:srgbClr val="FFFFFF"/>
                </a:solidFill>
              </a:rPr>
            </a:br>
            <a:r>
              <a:rPr lang="en-US" sz="4800" dirty="0">
                <a:solidFill>
                  <a:srgbClr val="FFFFFF"/>
                </a:solidFill>
              </a:rPr>
              <a:t>Security Appliance Overview</a:t>
            </a:r>
            <a:endParaRPr sz="4800" dirty="0"/>
          </a:p>
        </p:txBody>
      </p:sp>
    </p:spTree>
    <p:extLst>
      <p:ext uri="{BB962C8B-B14F-4D97-AF65-F5344CB8AC3E}">
        <p14:creationId xmlns:p14="http://schemas.microsoft.com/office/powerpoint/2010/main" val="25864536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22"/>
          <p:cNvSpPr>
            <a:spLocks noGrp="1"/>
          </p:cNvSpPr>
          <p:nvPr>
            <p:ph type="title"/>
          </p:nvPr>
        </p:nvSpPr>
        <p:spPr>
          <a:xfrm>
            <a:off x="6579" y="12651"/>
            <a:ext cx="10515600" cy="644575"/>
          </a:xfrm>
        </p:spPr>
        <p:txBody>
          <a:bodyPr/>
          <a:lstStyle/>
          <a:p>
            <a:pPr eaLnBrk="1" hangingPunct="1"/>
            <a:r>
              <a:rPr lang="en-US" altLang="en-US" sz="3733" dirty="0">
                <a:latin typeface="Arial" panose="020B0604020202020204" pitchFamily="34" charset="0"/>
                <a:cs typeface="Arial" panose="020B0604020202020204" pitchFamily="34" charset="0"/>
              </a:rPr>
              <a:t>What Is a Firewall?</a:t>
            </a:r>
          </a:p>
        </p:txBody>
      </p:sp>
      <p:sp>
        <p:nvSpPr>
          <p:cNvPr id="14339" name="Content Placeholder 23"/>
          <p:cNvSpPr>
            <a:spLocks noGrp="1"/>
          </p:cNvSpPr>
          <p:nvPr>
            <p:ph idx="1"/>
          </p:nvPr>
        </p:nvSpPr>
        <p:spPr>
          <a:xfrm>
            <a:off x="1992314" y="1143001"/>
            <a:ext cx="8496300" cy="4983163"/>
          </a:xfrm>
        </p:spPr>
        <p:txBody>
          <a:bodyPr/>
          <a:lstStyle/>
          <a:p>
            <a:pPr eaLnBrk="1" hangingPunct="1">
              <a:buFont typeface="Wingdings" panose="05000000000000000000" pitchFamily="2" charset="2"/>
              <a:buNone/>
            </a:pPr>
            <a:endParaRPr lang="en-US" altLang="en-US" dirty="0"/>
          </a:p>
        </p:txBody>
      </p:sp>
      <p:sp>
        <p:nvSpPr>
          <p:cNvPr id="14340" name="Line 124"/>
          <p:cNvSpPr>
            <a:spLocks noChangeShapeType="1"/>
          </p:cNvSpPr>
          <p:nvPr/>
        </p:nvSpPr>
        <p:spPr bwMode="auto">
          <a:xfrm>
            <a:off x="2676525" y="3581401"/>
            <a:ext cx="6445251" cy="63500"/>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4341" name="Line 23"/>
          <p:cNvSpPr>
            <a:spLocks noChangeShapeType="1"/>
          </p:cNvSpPr>
          <p:nvPr/>
        </p:nvSpPr>
        <p:spPr bwMode="auto">
          <a:xfrm flipH="1">
            <a:off x="7621589" y="2397125"/>
            <a:ext cx="12700" cy="1481139"/>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4342" name="Rectangle 24"/>
          <p:cNvSpPr>
            <a:spLocks noChangeArrowheads="1"/>
          </p:cNvSpPr>
          <p:nvPr/>
        </p:nvSpPr>
        <p:spPr bwMode="auto">
          <a:xfrm>
            <a:off x="5360804" y="4089501"/>
            <a:ext cx="859210" cy="609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a:solidFill>
                  <a:prstClr val="black"/>
                </a:solidFill>
              </a:rPr>
              <a:t>Outside </a:t>
            </a:r>
          </a:p>
          <a:p>
            <a:pPr algn="ctr" fontAlgn="base">
              <a:spcBef>
                <a:spcPct val="20000"/>
              </a:spcBef>
              <a:spcAft>
                <a:spcPct val="0"/>
              </a:spcAft>
              <a:buClr>
                <a:srgbClr val="FF9933"/>
              </a:buClr>
              <a:buFont typeface="Wingdings" panose="05000000000000000000" pitchFamily="2" charset="2"/>
              <a:buNone/>
            </a:pPr>
            <a:r>
              <a:rPr lang="en-US" altLang="en-US">
                <a:solidFill>
                  <a:prstClr val="black"/>
                </a:solidFill>
              </a:rPr>
              <a:t>Network</a:t>
            </a:r>
          </a:p>
        </p:txBody>
      </p:sp>
      <p:sp>
        <p:nvSpPr>
          <p:cNvPr id="14343" name="Rectangle 25"/>
          <p:cNvSpPr>
            <a:spLocks noChangeArrowheads="1"/>
          </p:cNvSpPr>
          <p:nvPr/>
        </p:nvSpPr>
        <p:spPr bwMode="auto">
          <a:xfrm>
            <a:off x="7207127" y="1376463"/>
            <a:ext cx="846386" cy="609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a:solidFill>
                  <a:prstClr val="black"/>
                </a:solidFill>
              </a:rPr>
              <a:t>DMZ </a:t>
            </a:r>
          </a:p>
          <a:p>
            <a:pPr algn="ctr" fontAlgn="base">
              <a:spcBef>
                <a:spcPct val="20000"/>
              </a:spcBef>
              <a:spcAft>
                <a:spcPct val="0"/>
              </a:spcAft>
              <a:buClr>
                <a:srgbClr val="FF9933"/>
              </a:buClr>
              <a:buFont typeface="Wingdings" panose="05000000000000000000" pitchFamily="2" charset="2"/>
              <a:buNone/>
            </a:pPr>
            <a:r>
              <a:rPr lang="en-US" altLang="en-US">
                <a:solidFill>
                  <a:prstClr val="black"/>
                </a:solidFill>
              </a:rPr>
              <a:t>Network</a:t>
            </a:r>
          </a:p>
        </p:txBody>
      </p:sp>
      <p:sp>
        <p:nvSpPr>
          <p:cNvPr id="14344" name="Rectangle 26"/>
          <p:cNvSpPr>
            <a:spLocks noChangeArrowheads="1"/>
          </p:cNvSpPr>
          <p:nvPr/>
        </p:nvSpPr>
        <p:spPr bwMode="auto">
          <a:xfrm>
            <a:off x="8726365" y="4089501"/>
            <a:ext cx="846386" cy="609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a:solidFill>
                  <a:prstClr val="black"/>
                </a:solidFill>
              </a:rPr>
              <a:t>Inside </a:t>
            </a:r>
          </a:p>
          <a:p>
            <a:pPr algn="ctr" fontAlgn="base">
              <a:spcBef>
                <a:spcPct val="20000"/>
              </a:spcBef>
              <a:spcAft>
                <a:spcPct val="0"/>
              </a:spcAft>
              <a:buClr>
                <a:srgbClr val="FF9933"/>
              </a:buClr>
              <a:buFont typeface="Wingdings" panose="05000000000000000000" pitchFamily="2" charset="2"/>
              <a:buNone/>
            </a:pPr>
            <a:r>
              <a:rPr lang="en-US" altLang="en-US">
                <a:solidFill>
                  <a:prstClr val="black"/>
                </a:solidFill>
              </a:rPr>
              <a:t>Network</a:t>
            </a:r>
          </a:p>
        </p:txBody>
      </p:sp>
      <p:sp>
        <p:nvSpPr>
          <p:cNvPr id="14345" name="Arc 91"/>
          <p:cNvSpPr>
            <a:spLocks/>
          </p:cNvSpPr>
          <p:nvPr/>
        </p:nvSpPr>
        <p:spPr bwMode="auto">
          <a:xfrm flipH="1" flipV="1">
            <a:off x="7975601" y="2759075"/>
            <a:ext cx="723900" cy="635000"/>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4346" name="Arc 92"/>
          <p:cNvSpPr>
            <a:spLocks/>
          </p:cNvSpPr>
          <p:nvPr/>
        </p:nvSpPr>
        <p:spPr bwMode="auto">
          <a:xfrm rot="-5400000" flipH="1" flipV="1">
            <a:off x="6565901" y="2822575"/>
            <a:ext cx="723900" cy="635000"/>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4347" name="Line 93"/>
          <p:cNvSpPr>
            <a:spLocks noChangeShapeType="1"/>
          </p:cNvSpPr>
          <p:nvPr/>
        </p:nvSpPr>
        <p:spPr bwMode="auto">
          <a:xfrm flipH="1">
            <a:off x="6540500" y="4364039"/>
            <a:ext cx="2006600" cy="0"/>
          </a:xfrm>
          <a:prstGeom prst="line">
            <a:avLst/>
          </a:prstGeom>
          <a:noFill/>
          <a:ln w="2857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lIns="73025" tIns="36512" rIns="73025" bIns="36512"/>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pic>
        <p:nvPicPr>
          <p:cNvPr id="14348" name="Picture 118" descr="Firewall_Vertical"/>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261226" y="2997201"/>
            <a:ext cx="731839" cy="124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9" name="Picture 121" descr="File-Application_Serve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97751" y="1993901"/>
            <a:ext cx="458788" cy="661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50" name="Picture 122" descr="PC"/>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390776" y="3248025"/>
            <a:ext cx="639763"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51" name="Picture 123" descr="PC"/>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824913" y="3295651"/>
            <a:ext cx="639763"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52" name="Picture 125" descr="Network_Cloud_Standard"/>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429001" y="3206751"/>
            <a:ext cx="1554163"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53" name="Rectangle 54"/>
          <p:cNvSpPr>
            <a:spLocks noChangeArrowheads="1"/>
          </p:cNvSpPr>
          <p:nvPr/>
        </p:nvSpPr>
        <p:spPr bwMode="auto">
          <a:xfrm>
            <a:off x="3857431" y="3478928"/>
            <a:ext cx="69730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Internet</a:t>
            </a:r>
          </a:p>
        </p:txBody>
      </p:sp>
      <p:sp>
        <p:nvSpPr>
          <p:cNvPr id="14354" name="Rectangle 128"/>
          <p:cNvSpPr>
            <a:spLocks noChangeArrowheads="1"/>
          </p:cNvSpPr>
          <p:nvPr/>
        </p:nvSpPr>
        <p:spPr bwMode="auto">
          <a:xfrm>
            <a:off x="2675623" y="4981575"/>
            <a:ext cx="6840756" cy="784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82124" tIns="41061" rIns="82124" bIns="41061">
            <a:spAutoFit/>
          </a:bodyPr>
          <a:lstStyle>
            <a:lvl1pPr defTabSz="814388">
              <a:defRPr>
                <a:solidFill>
                  <a:schemeClr val="tx1"/>
                </a:solidFill>
                <a:latin typeface="Arial" panose="020B0604020202020204" pitchFamily="34" charset="0"/>
                <a:cs typeface="Arial" panose="020B0604020202020204" pitchFamily="34" charset="0"/>
              </a:defRPr>
            </a:lvl1pPr>
            <a:lvl2pPr marL="742950" indent="-28575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lnSpc>
                <a:spcPct val="95000"/>
              </a:lnSpc>
              <a:spcBef>
                <a:spcPct val="35000"/>
              </a:spcBef>
              <a:spcAft>
                <a:spcPct val="0"/>
              </a:spcAft>
              <a:buClr>
                <a:srgbClr val="5B9BD5"/>
              </a:buClr>
              <a:buFont typeface="Wingdings" panose="05000000000000000000" pitchFamily="2" charset="2"/>
              <a:buNone/>
            </a:pPr>
            <a:r>
              <a:rPr lang="en-US" altLang="en-US" sz="2400">
                <a:solidFill>
                  <a:srgbClr val="000000"/>
                </a:solidFill>
              </a:rPr>
              <a:t>A firewall is a system or group of systems that </a:t>
            </a:r>
            <a:br>
              <a:rPr lang="en-US" altLang="en-US" sz="2400">
                <a:solidFill>
                  <a:srgbClr val="000000"/>
                </a:solidFill>
              </a:rPr>
            </a:br>
            <a:r>
              <a:rPr lang="en-US" altLang="en-US" sz="2400">
                <a:solidFill>
                  <a:srgbClr val="000000"/>
                </a:solidFill>
              </a:rPr>
              <a:t>manages access between two or more networks.</a:t>
            </a:r>
          </a:p>
        </p:txBody>
      </p:sp>
      <p:pic>
        <p:nvPicPr>
          <p:cNvPr id="14355" name="Picture 129" descr="Route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453063" y="3389314"/>
            <a:ext cx="639763" cy="44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767385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523875"/>
          </a:xfrm>
        </p:spPr>
        <p:txBody>
          <a:bodyPr rtlCol="0">
            <a:noAutofit/>
          </a:bodyPr>
          <a:lstStyle/>
          <a:p>
            <a:pPr eaLnBrk="1" fontAlgn="auto" hangingPunct="1">
              <a:spcAft>
                <a:spcPts val="0"/>
              </a:spcAft>
              <a:defRPr/>
            </a:pPr>
            <a:br>
              <a:rPr lang="en-US" sz="3733" dirty="0">
                <a:latin typeface="Arial" panose="020B0604020202020204" pitchFamily="34" charset="0"/>
                <a:cs typeface="Arial" panose="020B0604020202020204" pitchFamily="34" charset="0"/>
              </a:rPr>
            </a:br>
            <a:br>
              <a:rPr lang="en-US" sz="3733" dirty="0">
                <a:latin typeface="Arial" panose="020B0604020202020204" pitchFamily="34" charset="0"/>
                <a:cs typeface="Arial" panose="020B0604020202020204" pitchFamily="34" charset="0"/>
              </a:rPr>
            </a:br>
            <a:r>
              <a:rPr lang="en-US" sz="3733" dirty="0">
                <a:latin typeface="Arial" panose="020B0604020202020204" pitchFamily="34" charset="0"/>
                <a:cs typeface="Arial" panose="020B0604020202020204" pitchFamily="34" charset="0"/>
              </a:rPr>
              <a:t>Security Appliances: What Are They?</a:t>
            </a:r>
            <a:br>
              <a:rPr lang="en-US" sz="3733" dirty="0">
                <a:latin typeface="Arial" panose="020B0604020202020204" pitchFamily="34" charset="0"/>
                <a:cs typeface="Arial" panose="020B0604020202020204" pitchFamily="34" charset="0"/>
              </a:rPr>
            </a:br>
            <a:br>
              <a:rPr lang="en-US" sz="3733" dirty="0">
                <a:latin typeface="Arial" panose="020B0604020202020204" pitchFamily="34" charset="0"/>
                <a:cs typeface="Arial" panose="020B0604020202020204" pitchFamily="34" charset="0"/>
              </a:rPr>
            </a:br>
            <a:endParaRPr lang="en-US" sz="3733" dirty="0">
              <a:latin typeface="Arial" panose="020B0604020202020204" pitchFamily="34" charset="0"/>
              <a:cs typeface="Arial" panose="020B0604020202020204" pitchFamily="34" charset="0"/>
            </a:endParaRPr>
          </a:p>
        </p:txBody>
      </p:sp>
      <p:sp>
        <p:nvSpPr>
          <p:cNvPr id="11267" name="Content Placeholder 2"/>
          <p:cNvSpPr>
            <a:spLocks noGrp="1"/>
          </p:cNvSpPr>
          <p:nvPr>
            <p:ph idx="1"/>
          </p:nvPr>
        </p:nvSpPr>
        <p:spPr>
          <a:xfrm>
            <a:off x="172995" y="685800"/>
            <a:ext cx="11763631" cy="4685270"/>
          </a:xfrm>
        </p:spPr>
        <p:txBody>
          <a:bodyPr rtlCol="0">
            <a:noAutofit/>
          </a:bodyPr>
          <a:lstStyle/>
          <a:p>
            <a:pPr marL="0" indent="0" eaLnBrk="1" fontAlgn="auto" hangingPunct="1">
              <a:spcAft>
                <a:spcPts val="0"/>
              </a:spcAft>
              <a:buNone/>
              <a:defRPr/>
            </a:pPr>
            <a:r>
              <a:rPr lang="en-US" sz="2400" dirty="0">
                <a:latin typeface="Arial" panose="020B0604020202020204" pitchFamily="34" charset="0"/>
                <a:cs typeface="Arial" panose="020B0604020202020204" pitchFamily="34" charset="0"/>
              </a:rPr>
              <a:t>Deliver enterprise-class security for small-to-medium-sized business and enterprise networks in a modular, purpose-built appliance. </a:t>
            </a:r>
          </a:p>
          <a:p>
            <a:pPr marL="0" indent="0" eaLnBrk="1" fontAlgn="auto" hangingPunct="1">
              <a:spcAft>
                <a:spcPts val="0"/>
              </a:spcAft>
              <a:buNone/>
              <a:defRPr/>
            </a:pPr>
            <a:endParaRPr lang="en-US" sz="2400" dirty="0">
              <a:latin typeface="Arial" panose="020B0604020202020204" pitchFamily="34" charset="0"/>
              <a:cs typeface="Arial" panose="020B0604020202020204" pitchFamily="34" charset="0"/>
            </a:endParaRPr>
          </a:p>
          <a:p>
            <a:pPr lvl="1" eaLnBrk="1" fontAlgn="auto" hangingPunct="1">
              <a:spcAft>
                <a:spcPts val="0"/>
              </a:spcAft>
              <a:defRPr/>
            </a:pPr>
            <a:r>
              <a:rPr lang="en-US" sz="2400" dirty="0">
                <a:latin typeface="Arial" panose="020B0604020202020204" pitchFamily="34" charset="0"/>
                <a:cs typeface="Arial" panose="020B0604020202020204" pitchFamily="34" charset="0"/>
              </a:rPr>
              <a:t>Proprietary operating system</a:t>
            </a:r>
          </a:p>
          <a:p>
            <a:pPr lvl="1" eaLnBrk="1" fontAlgn="auto" hangingPunct="1">
              <a:spcAft>
                <a:spcPts val="0"/>
              </a:spcAft>
              <a:defRPr/>
            </a:pPr>
            <a:r>
              <a:rPr lang="en-US" sz="2400" dirty="0" err="1">
                <a:latin typeface="Arial" panose="020B0604020202020204" pitchFamily="34" charset="0"/>
                <a:cs typeface="Arial" panose="020B0604020202020204" pitchFamily="34" charset="0"/>
              </a:rPr>
              <a:t>Stateful</a:t>
            </a:r>
            <a:r>
              <a:rPr lang="en-US" sz="2400" dirty="0">
                <a:latin typeface="Arial" panose="020B0604020202020204" pitchFamily="34" charset="0"/>
                <a:cs typeface="Arial" panose="020B0604020202020204" pitchFamily="34" charset="0"/>
              </a:rPr>
              <a:t> packet inspection</a:t>
            </a:r>
          </a:p>
          <a:p>
            <a:pPr lvl="1" eaLnBrk="1" fontAlgn="auto" hangingPunct="1">
              <a:spcAft>
                <a:spcPts val="0"/>
              </a:spcAft>
              <a:defRPr/>
            </a:pPr>
            <a:r>
              <a:rPr lang="en-US" sz="2400" dirty="0">
                <a:latin typeface="Arial" panose="020B0604020202020204" pitchFamily="34" charset="0"/>
                <a:cs typeface="Arial" panose="020B0604020202020204" pitchFamily="34" charset="0"/>
              </a:rPr>
              <a:t>Proxy Servers</a:t>
            </a:r>
          </a:p>
          <a:p>
            <a:pPr lvl="1" eaLnBrk="1" fontAlgn="auto" hangingPunct="1">
              <a:spcAft>
                <a:spcPts val="0"/>
              </a:spcAft>
              <a:defRPr/>
            </a:pPr>
            <a:r>
              <a:rPr lang="en-US" sz="2400" dirty="0">
                <a:latin typeface="Arial" panose="020B0604020202020204" pitchFamily="34" charset="0"/>
                <a:cs typeface="Arial" panose="020B0604020202020204" pitchFamily="34" charset="0"/>
              </a:rPr>
              <a:t>Packet filtering</a:t>
            </a:r>
          </a:p>
          <a:p>
            <a:pPr lvl="1" eaLnBrk="1" fontAlgn="auto" hangingPunct="1">
              <a:spcAft>
                <a:spcPts val="0"/>
              </a:spcAft>
              <a:defRPr/>
            </a:pPr>
            <a:r>
              <a:rPr lang="en-US" sz="2400" dirty="0">
                <a:latin typeface="Arial" panose="020B0604020202020204" pitchFamily="34" charset="0"/>
                <a:cs typeface="Arial" panose="020B0604020202020204" pitchFamily="34" charset="0"/>
              </a:rPr>
              <a:t>User-based authentication</a:t>
            </a:r>
          </a:p>
          <a:p>
            <a:pPr lvl="1" eaLnBrk="1" fontAlgn="auto" hangingPunct="1">
              <a:spcAft>
                <a:spcPts val="0"/>
              </a:spcAft>
              <a:defRPr/>
            </a:pPr>
            <a:r>
              <a:rPr lang="en-US" sz="2400" dirty="0">
                <a:latin typeface="Arial" panose="020B0604020202020204" pitchFamily="34" charset="0"/>
                <a:cs typeface="Arial" panose="020B0604020202020204" pitchFamily="34" charset="0"/>
              </a:rPr>
              <a:t>Protocol and application inspection</a:t>
            </a:r>
          </a:p>
          <a:p>
            <a:pPr lvl="1" eaLnBrk="1" fontAlgn="auto" hangingPunct="1">
              <a:spcAft>
                <a:spcPts val="0"/>
              </a:spcAft>
              <a:defRPr/>
            </a:pPr>
            <a:r>
              <a:rPr lang="en-US" sz="2400" dirty="0">
                <a:latin typeface="Arial" panose="020B0604020202020204" pitchFamily="34" charset="0"/>
                <a:cs typeface="Arial" panose="020B0604020202020204" pitchFamily="34" charset="0"/>
              </a:rPr>
              <a:t>Modular policy framework</a:t>
            </a:r>
          </a:p>
          <a:p>
            <a:pPr lvl="1" eaLnBrk="1" fontAlgn="auto" hangingPunct="1">
              <a:spcAft>
                <a:spcPts val="0"/>
              </a:spcAft>
              <a:defRPr/>
            </a:pPr>
            <a:r>
              <a:rPr lang="en-US" sz="2400" dirty="0">
                <a:latin typeface="Arial" panose="020B0604020202020204" pitchFamily="34" charset="0"/>
                <a:cs typeface="Arial" panose="020B0604020202020204" pitchFamily="34" charset="0"/>
              </a:rPr>
              <a:t>VPN</a:t>
            </a:r>
          </a:p>
          <a:p>
            <a:pPr lvl="1" eaLnBrk="1" fontAlgn="auto" hangingPunct="1">
              <a:spcAft>
                <a:spcPts val="0"/>
              </a:spcAft>
              <a:defRPr/>
            </a:pPr>
            <a:r>
              <a:rPr lang="en-US" sz="2400" dirty="0">
                <a:latin typeface="Arial" panose="020B0604020202020204" pitchFamily="34" charset="0"/>
                <a:cs typeface="Arial" panose="020B0604020202020204" pitchFamily="34" charset="0"/>
              </a:rPr>
              <a:t>Security contexts (virtual firewalls)</a:t>
            </a:r>
          </a:p>
          <a:p>
            <a:pPr lvl="1" eaLnBrk="1" fontAlgn="auto" hangingPunct="1">
              <a:spcAft>
                <a:spcPts val="0"/>
              </a:spcAft>
              <a:defRPr/>
            </a:pPr>
            <a:r>
              <a:rPr lang="en-US" sz="2400" dirty="0" err="1">
                <a:latin typeface="Arial" panose="020B0604020202020204" pitchFamily="34" charset="0"/>
                <a:cs typeface="Arial" panose="020B0604020202020204" pitchFamily="34" charset="0"/>
              </a:rPr>
              <a:t>Stateful</a:t>
            </a:r>
            <a:r>
              <a:rPr lang="en-US" sz="2400" dirty="0">
                <a:latin typeface="Arial" panose="020B0604020202020204" pitchFamily="34" charset="0"/>
                <a:cs typeface="Arial" panose="020B0604020202020204" pitchFamily="34" charset="0"/>
              </a:rPr>
              <a:t> failover capabilities</a:t>
            </a:r>
          </a:p>
          <a:p>
            <a:pPr lvl="1" eaLnBrk="1" fontAlgn="auto" hangingPunct="1">
              <a:spcAft>
                <a:spcPts val="0"/>
              </a:spcAft>
              <a:defRPr/>
            </a:pPr>
            <a:r>
              <a:rPr lang="en-US" sz="2400" dirty="0">
                <a:latin typeface="Arial" panose="020B0604020202020204" pitchFamily="34" charset="0"/>
                <a:cs typeface="Arial" panose="020B0604020202020204" pitchFamily="34" charset="0"/>
              </a:rPr>
              <a:t>Transparent firewalls</a:t>
            </a:r>
          </a:p>
          <a:p>
            <a:pPr lvl="1" eaLnBrk="1" fontAlgn="auto" hangingPunct="1">
              <a:spcAft>
                <a:spcPts val="0"/>
              </a:spcAft>
              <a:defRPr/>
            </a:pPr>
            <a:r>
              <a:rPr lang="en-US" sz="2400" dirty="0">
                <a:latin typeface="Arial" panose="020B0604020202020204" pitchFamily="34" charset="0"/>
                <a:cs typeface="Arial" panose="020B0604020202020204" pitchFamily="34" charset="0"/>
              </a:rPr>
              <a:t>Web-based management solutions</a:t>
            </a:r>
          </a:p>
          <a:p>
            <a:pPr eaLnBrk="1" fontAlgn="auto" hangingPunct="1">
              <a:spcAft>
                <a:spcPts val="0"/>
              </a:spcAft>
              <a:defRPr/>
            </a:pP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385124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4"/>
          <p:cNvSpPr>
            <a:spLocks noGrp="1" noChangeArrowheads="1"/>
          </p:cNvSpPr>
          <p:nvPr>
            <p:ph type="title"/>
          </p:nvPr>
        </p:nvSpPr>
        <p:spPr>
          <a:xfrm>
            <a:off x="7938" y="-6349"/>
            <a:ext cx="8145463" cy="838200"/>
          </a:xfrm>
        </p:spPr>
        <p:txBody>
          <a:bodyPr/>
          <a:lstStyle/>
          <a:p>
            <a:pPr eaLnBrk="1" hangingPunct="1"/>
            <a:r>
              <a:rPr lang="en-US" altLang="en-US" sz="3733" dirty="0">
                <a:latin typeface="Arial" panose="020B0604020202020204" pitchFamily="34" charset="0"/>
                <a:cs typeface="Arial" panose="020B0604020202020204" pitchFamily="34" charset="0"/>
              </a:rPr>
              <a:t>Packet Filtering</a:t>
            </a:r>
          </a:p>
        </p:txBody>
      </p:sp>
      <p:sp>
        <p:nvSpPr>
          <p:cNvPr id="16389" name="Line 29"/>
          <p:cNvSpPr>
            <a:spLocks noChangeShapeType="1"/>
          </p:cNvSpPr>
          <p:nvPr/>
        </p:nvSpPr>
        <p:spPr bwMode="auto">
          <a:xfrm>
            <a:off x="2784476" y="3752851"/>
            <a:ext cx="6130925" cy="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pic>
        <p:nvPicPr>
          <p:cNvPr id="16390" name="Picture 225" descr="Route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22926" y="3489326"/>
            <a:ext cx="666751"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91" name="Rectangle 17"/>
          <p:cNvSpPr>
            <a:spLocks noChangeArrowheads="1"/>
          </p:cNvSpPr>
          <p:nvPr/>
        </p:nvSpPr>
        <p:spPr bwMode="auto">
          <a:xfrm>
            <a:off x="4471988" y="3000375"/>
            <a:ext cx="2016125" cy="317500"/>
          </a:xfrm>
          <a:prstGeom prst="rect">
            <a:avLst/>
          </a:prstGeom>
          <a:solidFill>
            <a:schemeClr val="hlink"/>
          </a:solidFill>
          <a:ln w="12700">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endParaRPr lang="en-US" altLang="en-US" sz="2400">
              <a:solidFill>
                <a:prstClr val="black"/>
              </a:solidFill>
              <a:latin typeface="Times New Roman" panose="02020603050405020304" pitchFamily="18" charset="0"/>
            </a:endParaRPr>
          </a:p>
        </p:txBody>
      </p:sp>
      <p:sp>
        <p:nvSpPr>
          <p:cNvPr id="16392" name="Rectangle 18"/>
          <p:cNvSpPr>
            <a:spLocks noChangeArrowheads="1"/>
          </p:cNvSpPr>
          <p:nvPr/>
        </p:nvSpPr>
        <p:spPr bwMode="auto">
          <a:xfrm>
            <a:off x="4471988" y="3008313"/>
            <a:ext cx="1009651" cy="309563"/>
          </a:xfrm>
          <a:prstGeom prst="rect">
            <a:avLst/>
          </a:prstGeom>
          <a:solidFill>
            <a:schemeClr val="accent1"/>
          </a:solidFill>
          <a:ln w="12700">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endParaRPr lang="en-US" altLang="en-US" sz="2400">
              <a:solidFill>
                <a:prstClr val="black"/>
              </a:solidFill>
              <a:latin typeface="Times New Roman" panose="02020603050405020304" pitchFamily="18" charset="0"/>
            </a:endParaRPr>
          </a:p>
        </p:txBody>
      </p:sp>
      <p:sp>
        <p:nvSpPr>
          <p:cNvPr id="16393" name="Rectangle 20"/>
          <p:cNvSpPr>
            <a:spLocks noChangeArrowheads="1"/>
          </p:cNvSpPr>
          <p:nvPr/>
        </p:nvSpPr>
        <p:spPr bwMode="auto">
          <a:xfrm>
            <a:off x="5483225" y="3009902"/>
            <a:ext cx="541339" cy="307975"/>
          </a:xfrm>
          <a:prstGeom prst="rect">
            <a:avLst/>
          </a:prstGeom>
          <a:solidFill>
            <a:schemeClr val="accent2"/>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16394" name="Rectangle 22"/>
          <p:cNvSpPr>
            <a:spLocks noChangeArrowheads="1"/>
          </p:cNvSpPr>
          <p:nvPr/>
        </p:nvSpPr>
        <p:spPr bwMode="auto">
          <a:xfrm>
            <a:off x="4471988" y="4202114"/>
            <a:ext cx="2016125" cy="317500"/>
          </a:xfrm>
          <a:prstGeom prst="rect">
            <a:avLst/>
          </a:prstGeom>
          <a:solidFill>
            <a:schemeClr val="folHlink"/>
          </a:solidFill>
          <a:ln w="12700">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endParaRPr lang="en-US" altLang="en-US" sz="2400">
              <a:solidFill>
                <a:prstClr val="black"/>
              </a:solidFill>
              <a:latin typeface="Times New Roman" panose="02020603050405020304" pitchFamily="18" charset="0"/>
            </a:endParaRPr>
          </a:p>
        </p:txBody>
      </p:sp>
      <p:sp>
        <p:nvSpPr>
          <p:cNvPr id="16395" name="Rectangle 23"/>
          <p:cNvSpPr>
            <a:spLocks noChangeArrowheads="1"/>
          </p:cNvSpPr>
          <p:nvPr/>
        </p:nvSpPr>
        <p:spPr bwMode="auto">
          <a:xfrm>
            <a:off x="3933826" y="4200525"/>
            <a:ext cx="1547813" cy="319088"/>
          </a:xfrm>
          <a:prstGeom prst="rect">
            <a:avLst/>
          </a:prstGeom>
          <a:solidFill>
            <a:schemeClr val="accent1"/>
          </a:solidFill>
          <a:ln w="12700">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endParaRPr lang="en-US" altLang="en-US" sz="2400">
              <a:solidFill>
                <a:prstClr val="black"/>
              </a:solidFill>
              <a:latin typeface="Times New Roman" panose="02020603050405020304" pitchFamily="18" charset="0"/>
            </a:endParaRPr>
          </a:p>
        </p:txBody>
      </p:sp>
      <p:sp>
        <p:nvSpPr>
          <p:cNvPr id="16396" name="Rectangle 24"/>
          <p:cNvSpPr>
            <a:spLocks noChangeArrowheads="1"/>
          </p:cNvSpPr>
          <p:nvPr/>
        </p:nvSpPr>
        <p:spPr bwMode="auto">
          <a:xfrm>
            <a:off x="5483225" y="4211639"/>
            <a:ext cx="541339" cy="307975"/>
          </a:xfrm>
          <a:prstGeom prst="rect">
            <a:avLst/>
          </a:prstGeom>
          <a:solidFill>
            <a:schemeClr val="accent2"/>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16397" name="Text Box 21"/>
          <p:cNvSpPr txBox="1">
            <a:spLocks noChangeArrowheads="1"/>
          </p:cNvSpPr>
          <p:nvPr/>
        </p:nvSpPr>
        <p:spPr bwMode="auto">
          <a:xfrm>
            <a:off x="4718051" y="2998790"/>
            <a:ext cx="167520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white"/>
                </a:solidFill>
              </a:rPr>
              <a:t>Data</a:t>
            </a:r>
            <a:r>
              <a:rPr lang="en-US" altLang="en-US" sz="1600">
                <a:solidFill>
                  <a:prstClr val="black"/>
                </a:solidFill>
              </a:rPr>
              <a:t>        </a:t>
            </a:r>
            <a:r>
              <a:rPr lang="en-US" altLang="en-US" sz="1600">
                <a:solidFill>
                  <a:prstClr val="white"/>
                </a:solidFill>
              </a:rPr>
              <a:t>A</a:t>
            </a:r>
            <a:r>
              <a:rPr lang="en-US" altLang="en-US" sz="1600">
                <a:solidFill>
                  <a:prstClr val="black"/>
                </a:solidFill>
              </a:rPr>
              <a:t>      B</a:t>
            </a:r>
          </a:p>
        </p:txBody>
      </p:sp>
      <p:sp>
        <p:nvSpPr>
          <p:cNvPr id="16398" name="Text Box 25"/>
          <p:cNvSpPr txBox="1">
            <a:spLocks noChangeArrowheads="1"/>
          </p:cNvSpPr>
          <p:nvPr/>
        </p:nvSpPr>
        <p:spPr bwMode="auto">
          <a:xfrm>
            <a:off x="4418014" y="4200526"/>
            <a:ext cx="197496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white"/>
                </a:solidFill>
              </a:rPr>
              <a:t>Data </a:t>
            </a:r>
            <a:r>
              <a:rPr lang="en-US" altLang="en-US" sz="1600">
                <a:solidFill>
                  <a:prstClr val="black"/>
                </a:solidFill>
              </a:rPr>
              <a:t>            </a:t>
            </a:r>
            <a:r>
              <a:rPr lang="en-US" altLang="en-US" sz="1600">
                <a:solidFill>
                  <a:prstClr val="white"/>
                </a:solidFill>
              </a:rPr>
              <a:t>A</a:t>
            </a:r>
            <a:r>
              <a:rPr lang="en-US" altLang="en-US" sz="1600">
                <a:solidFill>
                  <a:prstClr val="black"/>
                </a:solidFill>
              </a:rPr>
              <a:t>      C</a:t>
            </a:r>
          </a:p>
        </p:txBody>
      </p:sp>
      <p:sp>
        <p:nvSpPr>
          <p:cNvPr id="16399" name="Line 30"/>
          <p:cNvSpPr>
            <a:spLocks noChangeShapeType="1"/>
          </p:cNvSpPr>
          <p:nvPr/>
        </p:nvSpPr>
        <p:spPr bwMode="auto">
          <a:xfrm flipH="1">
            <a:off x="7621589" y="2508249"/>
            <a:ext cx="12700" cy="1481139"/>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6400" name="Text Box 125"/>
          <p:cNvSpPr txBox="1">
            <a:spLocks noChangeArrowheads="1"/>
          </p:cNvSpPr>
          <p:nvPr/>
        </p:nvSpPr>
        <p:spPr bwMode="auto">
          <a:xfrm>
            <a:off x="7127608" y="1849439"/>
            <a:ext cx="964147" cy="575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type="none" w="sm" len="sm"/>
                <a:tailEnd type="none" w="sm" len="sm"/>
              </a14:hiddenLine>
            </a:ext>
          </a:extLst>
        </p:spPr>
        <p:txBody>
          <a:bodyPr wrap="none" lIns="82124" tIns="41061" rIns="82124" bIns="41061">
            <a:spAutoFit/>
          </a:bodyPr>
          <a:lstStyle>
            <a:lvl1pPr defTabSz="814388">
              <a:defRPr>
                <a:solidFill>
                  <a:schemeClr val="tx1"/>
                </a:solidFill>
                <a:latin typeface="Arial" panose="020B0604020202020204" pitchFamily="34" charset="0"/>
                <a:cs typeface="Arial" panose="020B0604020202020204" pitchFamily="34" charset="0"/>
              </a:defRPr>
            </a:lvl1pPr>
            <a:lvl2pPr marL="742950" indent="-28575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lnSpc>
                <a:spcPct val="90000"/>
              </a:lnSpc>
              <a:spcBef>
                <a:spcPct val="20000"/>
              </a:spcBef>
              <a:spcAft>
                <a:spcPct val="0"/>
              </a:spcAft>
              <a:buClr>
                <a:srgbClr val="FF9933"/>
              </a:buClr>
              <a:buFont typeface="Wingdings" panose="05000000000000000000" pitchFamily="2" charset="2"/>
              <a:buNone/>
            </a:pPr>
            <a:r>
              <a:rPr lang="en-US" altLang="en-US" sz="1600">
                <a:solidFill>
                  <a:prstClr val="black"/>
                </a:solidFill>
              </a:rPr>
              <a:t>DMZ:</a:t>
            </a:r>
          </a:p>
          <a:p>
            <a:pPr algn="ctr" fontAlgn="base">
              <a:lnSpc>
                <a:spcPct val="90000"/>
              </a:lnSpc>
              <a:spcBef>
                <a:spcPct val="20000"/>
              </a:spcBef>
              <a:spcAft>
                <a:spcPct val="0"/>
              </a:spcAft>
              <a:buClr>
                <a:srgbClr val="FF9933"/>
              </a:buClr>
              <a:buFont typeface="Wingdings" panose="05000000000000000000" pitchFamily="2" charset="2"/>
              <a:buNone/>
            </a:pPr>
            <a:r>
              <a:rPr lang="en-US" altLang="en-US" sz="1600">
                <a:solidFill>
                  <a:prstClr val="black"/>
                </a:solidFill>
              </a:rPr>
              <a:t>Server B</a:t>
            </a:r>
          </a:p>
        </p:txBody>
      </p:sp>
      <p:sp>
        <p:nvSpPr>
          <p:cNvPr id="16401" name="Text Box 140"/>
          <p:cNvSpPr txBox="1">
            <a:spLocks noChangeArrowheads="1"/>
          </p:cNvSpPr>
          <p:nvPr/>
        </p:nvSpPr>
        <p:spPr bwMode="auto">
          <a:xfrm>
            <a:off x="8459468" y="2916239"/>
            <a:ext cx="975368" cy="575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type="none" w="sm" len="sm"/>
                <a:tailEnd type="none" w="sm" len="sm"/>
              </a14:hiddenLine>
            </a:ext>
          </a:extLst>
        </p:spPr>
        <p:txBody>
          <a:bodyPr wrap="none" lIns="82124" tIns="41061" rIns="82124" bIns="41061">
            <a:spAutoFit/>
          </a:bodyPr>
          <a:lstStyle>
            <a:lvl1pPr defTabSz="814388">
              <a:defRPr>
                <a:solidFill>
                  <a:schemeClr val="tx1"/>
                </a:solidFill>
                <a:latin typeface="Arial" panose="020B0604020202020204" pitchFamily="34" charset="0"/>
                <a:cs typeface="Arial" panose="020B0604020202020204" pitchFamily="34" charset="0"/>
              </a:defRPr>
            </a:lvl1pPr>
            <a:lvl2pPr marL="742950" indent="-28575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lnSpc>
                <a:spcPct val="90000"/>
              </a:lnSpc>
              <a:spcBef>
                <a:spcPct val="20000"/>
              </a:spcBef>
              <a:spcAft>
                <a:spcPct val="0"/>
              </a:spcAft>
              <a:buClr>
                <a:srgbClr val="FF9933"/>
              </a:buClr>
              <a:buFont typeface="Wingdings" panose="05000000000000000000" pitchFamily="2" charset="2"/>
              <a:buNone/>
            </a:pPr>
            <a:r>
              <a:rPr lang="en-US" altLang="en-US" sz="1600">
                <a:solidFill>
                  <a:prstClr val="black"/>
                </a:solidFill>
              </a:rPr>
              <a:t>Inside:</a:t>
            </a:r>
          </a:p>
          <a:p>
            <a:pPr algn="ctr" fontAlgn="base">
              <a:lnSpc>
                <a:spcPct val="90000"/>
              </a:lnSpc>
              <a:spcBef>
                <a:spcPct val="20000"/>
              </a:spcBef>
              <a:spcAft>
                <a:spcPct val="0"/>
              </a:spcAft>
              <a:buClr>
                <a:srgbClr val="FF9933"/>
              </a:buClr>
              <a:buFont typeface="Wingdings" panose="05000000000000000000" pitchFamily="2" charset="2"/>
              <a:buNone/>
            </a:pPr>
            <a:r>
              <a:rPr lang="en-US" altLang="en-US" sz="1600">
                <a:solidFill>
                  <a:prstClr val="black"/>
                </a:solidFill>
              </a:rPr>
              <a:t>Server C</a:t>
            </a:r>
          </a:p>
        </p:txBody>
      </p:sp>
      <p:sp>
        <p:nvSpPr>
          <p:cNvPr id="16402" name="Rectangle 207"/>
          <p:cNvSpPr>
            <a:spLocks noChangeArrowheads="1"/>
          </p:cNvSpPr>
          <p:nvPr/>
        </p:nvSpPr>
        <p:spPr bwMode="auto">
          <a:xfrm>
            <a:off x="6946900" y="1752601"/>
            <a:ext cx="2895600" cy="2527300"/>
          </a:xfrm>
          <a:prstGeom prst="rect">
            <a:avLst/>
          </a:prstGeom>
          <a:noFill/>
          <a:ln w="19050" algn="ctr">
            <a:solidFill>
              <a:schemeClr val="tx1"/>
            </a:solidFill>
            <a:prstDash val="dash"/>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82124" tIns="41061" rIns="82124" bIns="41061"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16403" name="Text Box 208"/>
          <p:cNvSpPr txBox="1">
            <a:spLocks noChangeArrowheads="1"/>
          </p:cNvSpPr>
          <p:nvPr/>
        </p:nvSpPr>
        <p:spPr bwMode="auto">
          <a:xfrm>
            <a:off x="2374901" y="3043239"/>
            <a:ext cx="770056" cy="304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type="none" w="sm" len="sm"/>
                <a:tailEnd type="none" w="sm" len="sm"/>
              </a14:hiddenLine>
            </a:ext>
          </a:extLst>
        </p:spPr>
        <p:txBody>
          <a:bodyPr wrap="none" lIns="82124" tIns="41061" rIns="82124" bIns="41061">
            <a:spAutoFit/>
          </a:bodyPr>
          <a:lstStyle>
            <a:lvl1pPr defTabSz="814388">
              <a:defRPr>
                <a:solidFill>
                  <a:schemeClr val="tx1"/>
                </a:solidFill>
                <a:latin typeface="Arial" panose="020B0604020202020204" pitchFamily="34" charset="0"/>
                <a:cs typeface="Arial" panose="020B0604020202020204" pitchFamily="34" charset="0"/>
              </a:defRPr>
            </a:lvl1pPr>
            <a:lvl2pPr marL="742950" indent="-28575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r>
              <a:rPr lang="en-US" altLang="en-US" sz="1600">
                <a:solidFill>
                  <a:prstClr val="black"/>
                </a:solidFill>
              </a:rPr>
              <a:t>Host A</a:t>
            </a:r>
          </a:p>
        </p:txBody>
      </p:sp>
      <p:sp>
        <p:nvSpPr>
          <p:cNvPr id="16404" name="Line 210"/>
          <p:cNvSpPr>
            <a:spLocks noChangeShapeType="1"/>
          </p:cNvSpPr>
          <p:nvPr/>
        </p:nvSpPr>
        <p:spPr bwMode="auto">
          <a:xfrm>
            <a:off x="7188200" y="3695701"/>
            <a:ext cx="0" cy="368300"/>
          </a:xfrm>
          <a:prstGeom prst="line">
            <a:avLst/>
          </a:prstGeom>
          <a:noFill/>
          <a:ln w="762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lIns="82124" tIns="41061" rIns="82124" bIns="41061"/>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6405" name="Text Box 213"/>
          <p:cNvSpPr txBox="1">
            <a:spLocks noChangeArrowheads="1"/>
          </p:cNvSpPr>
          <p:nvPr/>
        </p:nvSpPr>
        <p:spPr bwMode="auto">
          <a:xfrm>
            <a:off x="6870701" y="4635500"/>
            <a:ext cx="1536700" cy="575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type="none" w="sm" len="sm"/>
                <a:tailEnd type="none" w="sm" len="sm"/>
              </a14:hiddenLine>
            </a:ext>
          </a:extLst>
        </p:spPr>
        <p:txBody>
          <a:bodyPr lIns="82124" tIns="41061" rIns="82124" bIns="41061">
            <a:spAutoFit/>
          </a:bodyPr>
          <a:lstStyle>
            <a:lvl1pPr defTabSz="814388">
              <a:defRPr>
                <a:solidFill>
                  <a:schemeClr val="tx1"/>
                </a:solidFill>
                <a:latin typeface="Arial" panose="020B0604020202020204" pitchFamily="34" charset="0"/>
                <a:cs typeface="Arial" panose="020B0604020202020204" pitchFamily="34" charset="0"/>
              </a:defRPr>
            </a:lvl1pPr>
            <a:lvl2pPr marL="742950" indent="-28575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r>
              <a:rPr lang="en-US" altLang="en-US" sz="1600">
                <a:solidFill>
                  <a:prstClr val="black"/>
                </a:solidFill>
              </a:rPr>
              <a:t>AB-</a:t>
            </a:r>
            <a:r>
              <a:rPr lang="en-US" altLang="en-US" sz="1600">
                <a:solidFill>
                  <a:srgbClr val="954F72"/>
                </a:solidFill>
              </a:rPr>
              <a:t>Yes</a:t>
            </a:r>
          </a:p>
          <a:p>
            <a:pPr fontAlgn="base">
              <a:lnSpc>
                <a:spcPct val="90000"/>
              </a:lnSpc>
              <a:spcBef>
                <a:spcPct val="20000"/>
              </a:spcBef>
              <a:spcAft>
                <a:spcPct val="0"/>
              </a:spcAft>
              <a:buClr>
                <a:srgbClr val="FF9933"/>
              </a:buClr>
              <a:buFont typeface="Wingdings" panose="05000000000000000000" pitchFamily="2" charset="2"/>
              <a:buNone/>
            </a:pPr>
            <a:r>
              <a:rPr lang="en-US" altLang="en-US" sz="1600">
                <a:solidFill>
                  <a:prstClr val="black"/>
                </a:solidFill>
              </a:rPr>
              <a:t>AC-</a:t>
            </a:r>
            <a:r>
              <a:rPr lang="en-US" altLang="en-US" sz="1600">
                <a:solidFill>
                  <a:srgbClr val="ED7D31"/>
                </a:solidFill>
              </a:rPr>
              <a:t>No</a:t>
            </a:r>
            <a:endParaRPr lang="en-US" altLang="en-US" sz="1600">
              <a:solidFill>
                <a:prstClr val="black"/>
              </a:solidFill>
            </a:endParaRPr>
          </a:p>
        </p:txBody>
      </p:sp>
      <p:pic>
        <p:nvPicPr>
          <p:cNvPr id="16406" name="Picture 215" descr="Firewall_Vertical"/>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40600" y="3175002"/>
            <a:ext cx="584200" cy="99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407" name="Line 212"/>
          <p:cNvSpPr>
            <a:spLocks noChangeShapeType="1"/>
          </p:cNvSpPr>
          <p:nvPr/>
        </p:nvSpPr>
        <p:spPr bwMode="auto">
          <a:xfrm flipV="1">
            <a:off x="7227890" y="3884614"/>
            <a:ext cx="1552575" cy="14287"/>
          </a:xfrm>
          <a:prstGeom prst="line">
            <a:avLst/>
          </a:prstGeom>
          <a:noFill/>
          <a:ln w="28575">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lIns="82124" tIns="41061" rIns="82124" bIns="41061"/>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pic>
        <p:nvPicPr>
          <p:cNvPr id="16408" name="Picture 216" descr="File-Application_Serve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427913" y="2411413"/>
            <a:ext cx="4064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409" name="Picture 217" descr="File-Application_Serve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774113" y="3503613"/>
            <a:ext cx="4064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410" name="Picture 221" descr="Network_Cloud_Standard"/>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619501" y="3400425"/>
            <a:ext cx="1412875" cy="719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411" name="Group 209"/>
          <p:cNvGrpSpPr>
            <a:grpSpLocks/>
          </p:cNvGrpSpPr>
          <p:nvPr/>
        </p:nvGrpSpPr>
        <p:grpSpPr bwMode="auto">
          <a:xfrm>
            <a:off x="3035300" y="2889249"/>
            <a:ext cx="4210051" cy="730251"/>
            <a:chOff x="936" y="1804"/>
            <a:chExt cx="2652" cy="460"/>
          </a:xfrm>
        </p:grpSpPr>
        <p:sp>
          <p:nvSpPr>
            <p:cNvPr id="16416" name="Arc 99"/>
            <p:cNvSpPr>
              <a:spLocks/>
            </p:cNvSpPr>
            <p:nvPr/>
          </p:nvSpPr>
          <p:spPr bwMode="auto">
            <a:xfrm rot="-5400000" flipH="1" flipV="1">
              <a:off x="3168" y="1840"/>
              <a:ext cx="456" cy="38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6417" name="Line 123"/>
            <p:cNvSpPr>
              <a:spLocks noChangeShapeType="1"/>
            </p:cNvSpPr>
            <p:nvPr/>
          </p:nvSpPr>
          <p:spPr bwMode="auto">
            <a:xfrm flipH="1" flipV="1">
              <a:off x="936" y="2256"/>
              <a:ext cx="2280" cy="8"/>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lIns="73025" tIns="36512" rIns="73025" bIns="36512"/>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grpSp>
      <p:sp>
        <p:nvSpPr>
          <p:cNvPr id="16412" name="Line 124"/>
          <p:cNvSpPr>
            <a:spLocks noChangeShapeType="1"/>
          </p:cNvSpPr>
          <p:nvPr/>
        </p:nvSpPr>
        <p:spPr bwMode="auto">
          <a:xfrm flipH="1">
            <a:off x="3009901" y="3898900"/>
            <a:ext cx="4152900" cy="25400"/>
          </a:xfrm>
          <a:prstGeom prst="line">
            <a:avLst/>
          </a:prstGeom>
          <a:noFill/>
          <a:ln w="28575">
            <a:solidFill>
              <a:schemeClr val="tx1"/>
            </a:solidFill>
            <a:round/>
            <a:headEnd type="triangle" w="med" len="med"/>
            <a:tailEnd/>
          </a:ln>
          <a:extLst>
            <a:ext uri="{909E8E84-426E-40DD-AFC4-6F175D3DCCD1}">
              <a14:hiddenFill xmlns:a14="http://schemas.microsoft.com/office/drawing/2010/main">
                <a:noFill/>
              </a14:hiddenFill>
            </a:ext>
          </a:extLst>
        </p:spPr>
        <p:txBody>
          <a:bodyPr lIns="73025" tIns="36512" rIns="73025" bIns="36512"/>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6413" name="Rectangle 61"/>
          <p:cNvSpPr>
            <a:spLocks noChangeArrowheads="1"/>
          </p:cNvSpPr>
          <p:nvPr/>
        </p:nvSpPr>
        <p:spPr bwMode="auto">
          <a:xfrm>
            <a:off x="3829051" y="3582988"/>
            <a:ext cx="883255"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dirty="0">
                <a:solidFill>
                  <a:prstClr val="black"/>
                </a:solidFill>
              </a:rPr>
              <a:t>Internet</a:t>
            </a:r>
          </a:p>
        </p:txBody>
      </p:sp>
      <p:sp>
        <p:nvSpPr>
          <p:cNvPr id="16414" name="Rectangle 224"/>
          <p:cNvSpPr>
            <a:spLocks noChangeArrowheads="1"/>
          </p:cNvSpPr>
          <p:nvPr/>
        </p:nvSpPr>
        <p:spPr bwMode="auto">
          <a:xfrm>
            <a:off x="2693772" y="5513389"/>
            <a:ext cx="7148727" cy="667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82124" tIns="41061" rIns="82124" bIns="41061">
            <a:spAutoFit/>
          </a:bodyPr>
          <a:lstStyle>
            <a:lvl1pPr defTabSz="814388">
              <a:defRPr>
                <a:solidFill>
                  <a:schemeClr val="tx1"/>
                </a:solidFill>
                <a:latin typeface="Arial" panose="020B0604020202020204" pitchFamily="34" charset="0"/>
                <a:cs typeface="Arial" panose="020B0604020202020204" pitchFamily="34" charset="0"/>
              </a:defRPr>
            </a:lvl1pPr>
            <a:lvl2pPr marL="742950" indent="-28575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lnSpc>
                <a:spcPct val="95000"/>
              </a:lnSpc>
              <a:spcBef>
                <a:spcPct val="35000"/>
              </a:spcBef>
              <a:spcAft>
                <a:spcPct val="0"/>
              </a:spcAft>
              <a:buClr>
                <a:srgbClr val="5B9BD5"/>
              </a:buClr>
              <a:buFont typeface="Wingdings" panose="05000000000000000000" pitchFamily="2" charset="2"/>
              <a:buNone/>
            </a:pPr>
            <a:r>
              <a:rPr lang="en-US" altLang="en-US" sz="2000" dirty="0">
                <a:solidFill>
                  <a:srgbClr val="000000"/>
                </a:solidFill>
              </a:rPr>
              <a:t>Limits information that is allowed into a network </a:t>
            </a:r>
            <a:br>
              <a:rPr lang="en-US" altLang="en-US" sz="2000" dirty="0">
                <a:solidFill>
                  <a:srgbClr val="000000"/>
                </a:solidFill>
              </a:rPr>
            </a:br>
            <a:r>
              <a:rPr lang="en-US" altLang="en-US" sz="2000" dirty="0">
                <a:solidFill>
                  <a:srgbClr val="000000"/>
                </a:solidFill>
              </a:rPr>
              <a:t>based on the destination and source address</a:t>
            </a:r>
          </a:p>
        </p:txBody>
      </p:sp>
      <p:pic>
        <p:nvPicPr>
          <p:cNvPr id="16415" name="Picture 220" descr="PC"/>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465388" y="3479800"/>
            <a:ext cx="639763"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466738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0515600" cy="598489"/>
          </a:xfrm>
        </p:spPr>
        <p:txBody>
          <a:bodyPr rtlCol="0">
            <a:noAutofit/>
          </a:bodyPr>
          <a:lstStyle/>
          <a:p>
            <a:pPr eaLnBrk="1" fontAlgn="auto" hangingPunct="1">
              <a:spcAft>
                <a:spcPts val="0"/>
              </a:spcAft>
              <a:defRPr/>
            </a:pPr>
            <a:br>
              <a:rPr lang="en-US" sz="3733" dirty="0">
                <a:latin typeface="Arial" panose="020B0604020202020204" pitchFamily="34" charset="0"/>
                <a:cs typeface="Arial" panose="020B0604020202020204" pitchFamily="34" charset="0"/>
              </a:rPr>
            </a:br>
            <a:r>
              <a:rPr lang="en-US" sz="3733" dirty="0">
                <a:latin typeface="Arial" panose="020B0604020202020204" pitchFamily="34" charset="0"/>
                <a:cs typeface="Arial" panose="020B0604020202020204" pitchFamily="34" charset="0"/>
              </a:rPr>
              <a:t>Proxy Server</a:t>
            </a:r>
            <a:br>
              <a:rPr lang="en-US" sz="3733" dirty="0">
                <a:latin typeface="Arial" panose="020B0604020202020204" pitchFamily="34" charset="0"/>
                <a:cs typeface="Arial" panose="020B0604020202020204" pitchFamily="34" charset="0"/>
              </a:rPr>
            </a:br>
            <a:endParaRPr lang="en-US" sz="3733" dirty="0">
              <a:latin typeface="Arial" panose="020B0604020202020204" pitchFamily="34" charset="0"/>
              <a:cs typeface="Arial" panose="020B0604020202020204" pitchFamily="34" charset="0"/>
            </a:endParaRPr>
          </a:p>
        </p:txBody>
      </p:sp>
      <p:sp>
        <p:nvSpPr>
          <p:cNvPr id="17412" name="Footer Placeholder 3"/>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32" indent="-285744">
              <a:defRPr>
                <a:solidFill>
                  <a:schemeClr val="tx1"/>
                </a:solidFill>
                <a:latin typeface="Arial" panose="020B0604020202020204" pitchFamily="34" charset="0"/>
                <a:cs typeface="Arial" panose="020B0604020202020204" pitchFamily="34" charset="0"/>
              </a:defRPr>
            </a:lvl2pPr>
            <a:lvl3pPr marL="1142971" indent="-228594">
              <a:defRPr>
                <a:solidFill>
                  <a:schemeClr val="tx1"/>
                </a:solidFill>
                <a:latin typeface="Arial" panose="020B0604020202020204" pitchFamily="34" charset="0"/>
                <a:cs typeface="Arial" panose="020B0604020202020204" pitchFamily="34" charset="0"/>
              </a:defRPr>
            </a:lvl3pPr>
            <a:lvl4pPr marL="1600160" indent="-228594">
              <a:defRPr>
                <a:solidFill>
                  <a:schemeClr val="tx1"/>
                </a:solidFill>
                <a:latin typeface="Arial" panose="020B0604020202020204" pitchFamily="34" charset="0"/>
                <a:cs typeface="Arial" panose="020B0604020202020204" pitchFamily="34" charset="0"/>
              </a:defRPr>
            </a:lvl4pPr>
            <a:lvl5pPr marL="2057349" indent="-228594">
              <a:defRPr>
                <a:solidFill>
                  <a:schemeClr val="tx1"/>
                </a:solidFill>
                <a:latin typeface="Arial" panose="020B0604020202020204" pitchFamily="34" charset="0"/>
                <a:cs typeface="Arial" panose="020B0604020202020204" pitchFamily="34" charset="0"/>
              </a:defRPr>
            </a:lvl5pPr>
            <a:lvl6pPr marL="2514537" indent="-228594"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726" indent="-228594"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8914" indent="-228594"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103" indent="-228594"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400" dirty="0">
                <a:solidFill>
                  <a:prstClr val="black"/>
                </a:solidFill>
              </a:rPr>
              <a:t>    </a:t>
            </a:r>
          </a:p>
        </p:txBody>
      </p:sp>
      <p:sp>
        <p:nvSpPr>
          <p:cNvPr id="17413" name="Line 128"/>
          <p:cNvSpPr>
            <a:spLocks noChangeShapeType="1"/>
          </p:cNvSpPr>
          <p:nvPr/>
        </p:nvSpPr>
        <p:spPr bwMode="auto">
          <a:xfrm>
            <a:off x="2708791" y="2640015"/>
            <a:ext cx="6483351" cy="25400"/>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pic>
        <p:nvPicPr>
          <p:cNvPr id="17414" name="Picture 125" descr="Network_Cloud_Standar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51766" y="2233615"/>
            <a:ext cx="1362075" cy="693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5" name="Line 23"/>
          <p:cNvSpPr>
            <a:spLocks noChangeShapeType="1"/>
          </p:cNvSpPr>
          <p:nvPr/>
        </p:nvSpPr>
        <p:spPr bwMode="auto">
          <a:xfrm flipH="1">
            <a:off x="7653854" y="1354139"/>
            <a:ext cx="12700" cy="1481139"/>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7416" name="Rectangle 24"/>
          <p:cNvSpPr>
            <a:spLocks noChangeArrowheads="1"/>
          </p:cNvSpPr>
          <p:nvPr/>
        </p:nvSpPr>
        <p:spPr bwMode="auto">
          <a:xfrm>
            <a:off x="5393255" y="2876554"/>
            <a:ext cx="1006686" cy="68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Outside </a:t>
            </a:r>
          </a:p>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Network</a:t>
            </a:r>
          </a:p>
        </p:txBody>
      </p:sp>
      <p:sp>
        <p:nvSpPr>
          <p:cNvPr id="17417" name="Rectangle 25"/>
          <p:cNvSpPr>
            <a:spLocks noChangeArrowheads="1"/>
          </p:cNvSpPr>
          <p:nvPr/>
        </p:nvSpPr>
        <p:spPr bwMode="auto">
          <a:xfrm>
            <a:off x="7241072" y="598490"/>
            <a:ext cx="827150" cy="68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a:solidFill>
                  <a:prstClr val="black"/>
                </a:solidFill>
              </a:rPr>
              <a:t>Proxy</a:t>
            </a:r>
          </a:p>
          <a:p>
            <a:pPr algn="ctr" fontAlgn="base">
              <a:spcBef>
                <a:spcPct val="20000"/>
              </a:spcBef>
              <a:spcAft>
                <a:spcPct val="0"/>
              </a:spcAft>
              <a:buClr>
                <a:srgbClr val="FF9933"/>
              </a:buClr>
              <a:buFont typeface="Wingdings" panose="05000000000000000000" pitchFamily="2" charset="2"/>
              <a:buNone/>
            </a:pPr>
            <a:r>
              <a:rPr lang="en-US" altLang="en-US">
                <a:solidFill>
                  <a:prstClr val="black"/>
                </a:solidFill>
              </a:rPr>
              <a:t>Server</a:t>
            </a:r>
          </a:p>
        </p:txBody>
      </p:sp>
      <p:sp>
        <p:nvSpPr>
          <p:cNvPr id="17418" name="Rectangle 26"/>
          <p:cNvSpPr>
            <a:spLocks noChangeArrowheads="1"/>
          </p:cNvSpPr>
          <p:nvPr/>
        </p:nvSpPr>
        <p:spPr bwMode="auto">
          <a:xfrm>
            <a:off x="8709498" y="2825754"/>
            <a:ext cx="993862" cy="68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a:solidFill>
                  <a:prstClr val="black"/>
                </a:solidFill>
              </a:rPr>
              <a:t>Inside </a:t>
            </a:r>
          </a:p>
          <a:p>
            <a:pPr algn="ctr" fontAlgn="base">
              <a:spcBef>
                <a:spcPct val="20000"/>
              </a:spcBef>
              <a:spcAft>
                <a:spcPct val="0"/>
              </a:spcAft>
              <a:buClr>
                <a:srgbClr val="FF9933"/>
              </a:buClr>
              <a:buFont typeface="Wingdings" panose="05000000000000000000" pitchFamily="2" charset="2"/>
              <a:buNone/>
            </a:pPr>
            <a:r>
              <a:rPr lang="en-US" altLang="en-US">
                <a:solidFill>
                  <a:prstClr val="black"/>
                </a:solidFill>
              </a:rPr>
              <a:t>Network</a:t>
            </a:r>
          </a:p>
        </p:txBody>
      </p:sp>
      <p:sp>
        <p:nvSpPr>
          <p:cNvPr id="17419" name="Arc 91"/>
          <p:cNvSpPr>
            <a:spLocks/>
          </p:cNvSpPr>
          <p:nvPr/>
        </p:nvSpPr>
        <p:spPr bwMode="auto">
          <a:xfrm flipH="1" flipV="1">
            <a:off x="8007866" y="1716090"/>
            <a:ext cx="723900" cy="635000"/>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pic>
        <p:nvPicPr>
          <p:cNvPr id="17420" name="Picture 121" descr="Firewall_Vertical"/>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34766" y="2147892"/>
            <a:ext cx="622300" cy="1058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21" name="Picture 123" descr="File-Application_Serve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447478" y="1219203"/>
            <a:ext cx="458787" cy="661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22" name="Picture 126" descr="PC"/>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760341" y="2173290"/>
            <a:ext cx="639763"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23" name="Arc 92"/>
          <p:cNvSpPr>
            <a:spLocks/>
          </p:cNvSpPr>
          <p:nvPr/>
        </p:nvSpPr>
        <p:spPr bwMode="auto">
          <a:xfrm rot="-5400000" flipH="1" flipV="1">
            <a:off x="6610866" y="1792290"/>
            <a:ext cx="723900" cy="609600"/>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type="triangle" w="med" len="med"/>
            <a:tailEnd/>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7424" name="Line 118"/>
          <p:cNvSpPr>
            <a:spLocks noChangeShapeType="1"/>
          </p:cNvSpPr>
          <p:nvPr/>
        </p:nvSpPr>
        <p:spPr bwMode="auto">
          <a:xfrm flipH="1" flipV="1">
            <a:off x="3067566" y="2465390"/>
            <a:ext cx="3619500" cy="0"/>
          </a:xfrm>
          <a:prstGeom prst="line">
            <a:avLst/>
          </a:prstGeom>
          <a:noFill/>
          <a:ln w="3175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lIns="73025" tIns="36512" rIns="73025" bIns="36512"/>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pic>
        <p:nvPicPr>
          <p:cNvPr id="17425" name="Picture 127" descr="PC"/>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48441" y="2224090"/>
            <a:ext cx="639763"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26" name="Rectangle 54"/>
          <p:cNvSpPr>
            <a:spLocks noChangeArrowheads="1"/>
          </p:cNvSpPr>
          <p:nvPr/>
        </p:nvSpPr>
        <p:spPr bwMode="auto">
          <a:xfrm>
            <a:off x="3823216" y="2416178"/>
            <a:ext cx="883255"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Internet</a:t>
            </a:r>
          </a:p>
        </p:txBody>
      </p:sp>
      <p:sp>
        <p:nvSpPr>
          <p:cNvPr id="17427" name="Rectangle 131"/>
          <p:cNvSpPr>
            <a:spLocks noChangeArrowheads="1"/>
          </p:cNvSpPr>
          <p:nvPr/>
        </p:nvSpPr>
        <p:spPr bwMode="auto">
          <a:xfrm>
            <a:off x="689973" y="4016289"/>
            <a:ext cx="11190914" cy="1615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82124" tIns="41061" rIns="82124" bIns="41061">
            <a:spAutoFit/>
          </a:bodyPr>
          <a:lstStyle>
            <a:lvl1pPr defTabSz="814388">
              <a:defRPr>
                <a:solidFill>
                  <a:schemeClr val="tx1"/>
                </a:solidFill>
                <a:latin typeface="Arial" panose="020B0604020202020204" pitchFamily="34" charset="0"/>
                <a:cs typeface="Arial" panose="020B0604020202020204" pitchFamily="34" charset="0"/>
              </a:defRPr>
            </a:lvl1pPr>
            <a:lvl2pPr marL="742950" indent="-28575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lnSpc>
                <a:spcPct val="95000"/>
              </a:lnSpc>
              <a:spcBef>
                <a:spcPct val="35000"/>
              </a:spcBef>
              <a:spcAft>
                <a:spcPct val="0"/>
              </a:spcAft>
              <a:buClr>
                <a:srgbClr val="5B9BD5"/>
              </a:buClr>
              <a:buFont typeface="Arial" panose="020B0604020202020204" pitchFamily="34" charset="0"/>
              <a:buNone/>
            </a:pPr>
            <a:r>
              <a:rPr lang="en-US" altLang="en-US" sz="2400" dirty="0">
                <a:solidFill>
                  <a:srgbClr val="000000"/>
                </a:solidFill>
              </a:rPr>
              <a:t>Requests connections on behalf of</a:t>
            </a:r>
            <a:r>
              <a:rPr lang="en-US" altLang="en-US" sz="2400" dirty="0">
                <a:solidFill>
                  <a:srgbClr val="0000CC"/>
                </a:solidFill>
              </a:rPr>
              <a:t> </a:t>
            </a:r>
            <a:r>
              <a:rPr lang="en-US" altLang="en-US" sz="2400" dirty="0">
                <a:solidFill>
                  <a:srgbClr val="000000"/>
                </a:solidFill>
              </a:rPr>
              <a:t>a client</a:t>
            </a:r>
          </a:p>
          <a:p>
            <a:pPr algn="ctr" fontAlgn="base">
              <a:lnSpc>
                <a:spcPct val="95000"/>
              </a:lnSpc>
              <a:spcBef>
                <a:spcPct val="35000"/>
              </a:spcBef>
              <a:spcAft>
                <a:spcPct val="0"/>
              </a:spcAft>
              <a:buClr>
                <a:srgbClr val="5B9BD5"/>
              </a:buClr>
              <a:buFont typeface="Arial" panose="020B0604020202020204" pitchFamily="34" charset="0"/>
              <a:buNone/>
            </a:pPr>
            <a:r>
              <a:rPr lang="en-US" sz="2400" dirty="0"/>
              <a:t> the ASA to, on behalf of another device, stop traffic as it's coming in, authenticate its originator at Level 1, and allow all future packets from the same user to cut through at L3.</a:t>
            </a:r>
            <a:endParaRPr lang="en-US" altLang="en-US" sz="2400" dirty="0">
              <a:solidFill>
                <a:srgbClr val="000000"/>
              </a:solidFill>
            </a:endParaRPr>
          </a:p>
        </p:txBody>
      </p:sp>
      <p:pic>
        <p:nvPicPr>
          <p:cNvPr id="17428" name="Picture 132" descr="Route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582167" y="2311403"/>
            <a:ext cx="703263" cy="493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490705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9560" y="7145"/>
            <a:ext cx="10515600" cy="576887"/>
          </a:xfrm>
        </p:spPr>
        <p:txBody>
          <a:bodyPr/>
          <a:lstStyle/>
          <a:p>
            <a:pPr eaLnBrk="1" hangingPunct="1"/>
            <a:r>
              <a:rPr lang="en-US" altLang="en-US" sz="3733" dirty="0" err="1">
                <a:latin typeface="Arial" panose="020B0604020202020204" pitchFamily="34" charset="0"/>
                <a:cs typeface="Arial" panose="020B0604020202020204" pitchFamily="34" charset="0"/>
              </a:rPr>
              <a:t>Stateful</a:t>
            </a:r>
            <a:r>
              <a:rPr lang="en-US" altLang="en-US" sz="3733" dirty="0">
                <a:latin typeface="Arial" panose="020B0604020202020204" pitchFamily="34" charset="0"/>
                <a:cs typeface="Arial" panose="020B0604020202020204" pitchFamily="34" charset="0"/>
              </a:rPr>
              <a:t> Packet Filtering</a:t>
            </a:r>
          </a:p>
        </p:txBody>
      </p:sp>
      <p:sp>
        <p:nvSpPr>
          <p:cNvPr id="18436" name="Footer Placeholder 3"/>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32" indent="-285744">
              <a:defRPr>
                <a:solidFill>
                  <a:schemeClr val="tx1"/>
                </a:solidFill>
                <a:latin typeface="Arial" panose="020B0604020202020204" pitchFamily="34" charset="0"/>
                <a:cs typeface="Arial" panose="020B0604020202020204" pitchFamily="34" charset="0"/>
              </a:defRPr>
            </a:lvl2pPr>
            <a:lvl3pPr marL="1142971" indent="-228594">
              <a:defRPr>
                <a:solidFill>
                  <a:schemeClr val="tx1"/>
                </a:solidFill>
                <a:latin typeface="Arial" panose="020B0604020202020204" pitchFamily="34" charset="0"/>
                <a:cs typeface="Arial" panose="020B0604020202020204" pitchFamily="34" charset="0"/>
              </a:defRPr>
            </a:lvl3pPr>
            <a:lvl4pPr marL="1600160" indent="-228594">
              <a:defRPr>
                <a:solidFill>
                  <a:schemeClr val="tx1"/>
                </a:solidFill>
                <a:latin typeface="Arial" panose="020B0604020202020204" pitchFamily="34" charset="0"/>
                <a:cs typeface="Arial" panose="020B0604020202020204" pitchFamily="34" charset="0"/>
              </a:defRPr>
            </a:lvl4pPr>
            <a:lvl5pPr marL="2057349" indent="-228594">
              <a:defRPr>
                <a:solidFill>
                  <a:schemeClr val="tx1"/>
                </a:solidFill>
                <a:latin typeface="Arial" panose="020B0604020202020204" pitchFamily="34" charset="0"/>
                <a:cs typeface="Arial" panose="020B0604020202020204" pitchFamily="34" charset="0"/>
              </a:defRPr>
            </a:lvl5pPr>
            <a:lvl6pPr marL="2514537" indent="-228594"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726" indent="-228594"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8914" indent="-228594"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103" indent="-228594"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400">
                <a:solidFill>
                  <a:prstClr val="black"/>
                </a:solidFill>
              </a:rPr>
              <a:t>    </a:t>
            </a:r>
          </a:p>
        </p:txBody>
      </p:sp>
      <p:sp>
        <p:nvSpPr>
          <p:cNvPr id="18437" name="Rectangle 9"/>
          <p:cNvSpPr>
            <a:spLocks noChangeArrowheads="1"/>
          </p:cNvSpPr>
          <p:nvPr/>
        </p:nvSpPr>
        <p:spPr bwMode="auto">
          <a:xfrm>
            <a:off x="3321049" y="2655888"/>
            <a:ext cx="1557339" cy="315912"/>
          </a:xfrm>
          <a:prstGeom prst="rect">
            <a:avLst/>
          </a:prstGeom>
          <a:solidFill>
            <a:schemeClr val="accent1"/>
          </a:solidFill>
          <a:ln w="12700">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endParaRPr lang="en-US" altLang="en-US" sz="2400">
              <a:solidFill>
                <a:prstClr val="white"/>
              </a:solidFill>
              <a:latin typeface="Times New Roman" panose="02020603050405020304" pitchFamily="18" charset="0"/>
            </a:endParaRPr>
          </a:p>
        </p:txBody>
      </p:sp>
      <p:sp>
        <p:nvSpPr>
          <p:cNvPr id="18438" name="Rectangle 8"/>
          <p:cNvSpPr>
            <a:spLocks noChangeArrowheads="1"/>
          </p:cNvSpPr>
          <p:nvPr/>
        </p:nvSpPr>
        <p:spPr bwMode="auto">
          <a:xfrm>
            <a:off x="4573588" y="2654301"/>
            <a:ext cx="2016125" cy="317500"/>
          </a:xfrm>
          <a:prstGeom prst="rect">
            <a:avLst/>
          </a:prstGeom>
          <a:solidFill>
            <a:schemeClr val="hlink"/>
          </a:solidFill>
          <a:ln w="12700">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endParaRPr lang="en-US" altLang="en-US" sz="2400">
              <a:solidFill>
                <a:prstClr val="black"/>
              </a:solidFill>
              <a:latin typeface="Times New Roman" panose="02020603050405020304" pitchFamily="18" charset="0"/>
            </a:endParaRPr>
          </a:p>
        </p:txBody>
      </p:sp>
      <p:sp>
        <p:nvSpPr>
          <p:cNvPr id="18439" name="Oval 157"/>
          <p:cNvSpPr>
            <a:spLocks noChangeArrowheads="1"/>
          </p:cNvSpPr>
          <p:nvPr/>
        </p:nvSpPr>
        <p:spPr bwMode="auto">
          <a:xfrm>
            <a:off x="6908800" y="4238626"/>
            <a:ext cx="3556000" cy="2308225"/>
          </a:xfrm>
          <a:prstGeom prst="ellipse">
            <a:avLst/>
          </a:prstGeom>
          <a:solidFill>
            <a:srgbClr val="F0C566"/>
          </a:solidFill>
          <a:ln w="38100" algn="ctr">
            <a:solidFill>
              <a:schemeClr val="tx1"/>
            </a:solidFill>
            <a:round/>
            <a:headEnd type="none" w="sm" len="sm"/>
            <a:tailEnd type="none" w="sm" len="sm"/>
          </a:ln>
        </p:spPr>
        <p:txBody>
          <a:bodyPr wrap="none" lIns="82124" tIns="41061" rIns="82124" bIns="41061"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Char char="v"/>
            </a:pPr>
            <a:endParaRPr lang="en-US" altLang="en-US">
              <a:solidFill>
                <a:prstClr val="black"/>
              </a:solidFill>
            </a:endParaRPr>
          </a:p>
        </p:txBody>
      </p:sp>
      <p:sp>
        <p:nvSpPr>
          <p:cNvPr id="18440" name="Text Box 131"/>
          <p:cNvSpPr txBox="1">
            <a:spLocks noChangeAspect="1" noChangeArrowheads="1"/>
          </p:cNvSpPr>
          <p:nvPr/>
        </p:nvSpPr>
        <p:spPr bwMode="auto">
          <a:xfrm flipH="1">
            <a:off x="9386889" y="4976814"/>
            <a:ext cx="652463" cy="158751"/>
          </a:xfrm>
          <a:prstGeom prst="rect">
            <a:avLst/>
          </a:prstGeom>
          <a:solidFill>
            <a:srgbClr val="F0C566"/>
          </a:solidFill>
          <a:ln w="12700">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50000"/>
              </a:spcBef>
              <a:spcAft>
                <a:spcPct val="0"/>
              </a:spcAft>
              <a:buClr>
                <a:srgbClr val="FF9933"/>
              </a:buClr>
              <a:buFont typeface="Wingdings" panose="05000000000000000000" pitchFamily="2" charset="2"/>
              <a:buNone/>
            </a:pPr>
            <a:r>
              <a:rPr lang="en-US" altLang="en-US" sz="800">
                <a:solidFill>
                  <a:prstClr val="black"/>
                </a:solidFill>
              </a:rPr>
              <a:t>172.16.0.50</a:t>
            </a:r>
          </a:p>
        </p:txBody>
      </p:sp>
      <p:sp>
        <p:nvSpPr>
          <p:cNvPr id="18441" name="Text Box 132"/>
          <p:cNvSpPr txBox="1">
            <a:spLocks noChangeAspect="1" noChangeArrowheads="1"/>
          </p:cNvSpPr>
          <p:nvPr/>
        </p:nvSpPr>
        <p:spPr bwMode="auto">
          <a:xfrm flipH="1">
            <a:off x="9386889" y="4781550"/>
            <a:ext cx="652463" cy="158751"/>
          </a:xfrm>
          <a:prstGeom prst="rect">
            <a:avLst/>
          </a:prstGeom>
          <a:solidFill>
            <a:srgbClr val="F0C566"/>
          </a:solidFill>
          <a:ln w="12700">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50000"/>
              </a:spcBef>
              <a:spcAft>
                <a:spcPct val="0"/>
              </a:spcAft>
              <a:buClr>
                <a:srgbClr val="FF9933"/>
              </a:buClr>
              <a:buFont typeface="Wingdings" panose="05000000000000000000" pitchFamily="2" charset="2"/>
              <a:buNone/>
            </a:pPr>
            <a:r>
              <a:rPr lang="en-US" altLang="en-US" sz="800">
                <a:solidFill>
                  <a:prstClr val="black"/>
                </a:solidFill>
              </a:rPr>
              <a:t>10.0.0.11</a:t>
            </a:r>
          </a:p>
        </p:txBody>
      </p:sp>
      <p:sp>
        <p:nvSpPr>
          <p:cNvPr id="18442" name="Text Box 133"/>
          <p:cNvSpPr txBox="1">
            <a:spLocks noChangeAspect="1" noChangeArrowheads="1"/>
          </p:cNvSpPr>
          <p:nvPr/>
        </p:nvSpPr>
        <p:spPr bwMode="auto">
          <a:xfrm flipH="1">
            <a:off x="9386889" y="5172075"/>
            <a:ext cx="652463" cy="158751"/>
          </a:xfrm>
          <a:prstGeom prst="rect">
            <a:avLst/>
          </a:prstGeom>
          <a:solidFill>
            <a:srgbClr val="A0C02A"/>
          </a:solidFill>
          <a:ln w="12700">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50000"/>
              </a:spcBef>
              <a:spcAft>
                <a:spcPct val="0"/>
              </a:spcAft>
              <a:buClr>
                <a:srgbClr val="FF9933"/>
              </a:buClr>
              <a:buFont typeface="Wingdings" panose="05000000000000000000" pitchFamily="2" charset="2"/>
              <a:buNone/>
            </a:pPr>
            <a:r>
              <a:rPr lang="en-US" altLang="en-US" sz="800">
                <a:solidFill>
                  <a:prstClr val="black"/>
                </a:solidFill>
              </a:rPr>
              <a:t>1026</a:t>
            </a:r>
          </a:p>
        </p:txBody>
      </p:sp>
      <p:sp>
        <p:nvSpPr>
          <p:cNvPr id="18443" name="Text Box 134"/>
          <p:cNvSpPr txBox="1">
            <a:spLocks noChangeAspect="1" noChangeArrowheads="1"/>
          </p:cNvSpPr>
          <p:nvPr/>
        </p:nvSpPr>
        <p:spPr bwMode="auto">
          <a:xfrm flipH="1">
            <a:off x="9386889" y="5367338"/>
            <a:ext cx="652463" cy="158751"/>
          </a:xfrm>
          <a:prstGeom prst="rect">
            <a:avLst/>
          </a:prstGeom>
          <a:solidFill>
            <a:srgbClr val="A0C02A"/>
          </a:solidFill>
          <a:ln w="12700">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50000"/>
              </a:spcBef>
              <a:spcAft>
                <a:spcPct val="0"/>
              </a:spcAft>
              <a:buClr>
                <a:srgbClr val="FF9933"/>
              </a:buClr>
              <a:buFont typeface="Wingdings" panose="05000000000000000000" pitchFamily="2" charset="2"/>
              <a:buNone/>
            </a:pPr>
            <a:r>
              <a:rPr lang="en-US" altLang="en-US" sz="800">
                <a:solidFill>
                  <a:prstClr val="black"/>
                </a:solidFill>
              </a:rPr>
              <a:t>80</a:t>
            </a:r>
          </a:p>
        </p:txBody>
      </p:sp>
      <p:sp>
        <p:nvSpPr>
          <p:cNvPr id="18444" name="Text Box 135"/>
          <p:cNvSpPr txBox="1">
            <a:spLocks noChangeAspect="1" noChangeArrowheads="1"/>
          </p:cNvSpPr>
          <p:nvPr/>
        </p:nvSpPr>
        <p:spPr bwMode="auto">
          <a:xfrm flipH="1">
            <a:off x="9386889" y="5562601"/>
            <a:ext cx="652463" cy="158751"/>
          </a:xfrm>
          <a:prstGeom prst="rect">
            <a:avLst/>
          </a:prstGeom>
          <a:solidFill>
            <a:srgbClr val="A0C02A"/>
          </a:solidFill>
          <a:ln w="12700">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50000"/>
              </a:spcBef>
              <a:spcAft>
                <a:spcPct val="0"/>
              </a:spcAft>
              <a:buClr>
                <a:srgbClr val="FF9933"/>
              </a:buClr>
              <a:buFont typeface="Wingdings" panose="05000000000000000000" pitchFamily="2" charset="2"/>
              <a:buNone/>
            </a:pPr>
            <a:r>
              <a:rPr lang="en-US" altLang="en-US" sz="800">
                <a:solidFill>
                  <a:prstClr val="black"/>
                </a:solidFill>
              </a:rPr>
              <a:t>49091</a:t>
            </a:r>
          </a:p>
        </p:txBody>
      </p:sp>
      <p:sp>
        <p:nvSpPr>
          <p:cNvPr id="18445" name="Text Box 136"/>
          <p:cNvSpPr txBox="1">
            <a:spLocks noChangeAspect="1" noChangeArrowheads="1"/>
          </p:cNvSpPr>
          <p:nvPr/>
        </p:nvSpPr>
        <p:spPr bwMode="auto">
          <a:xfrm flipH="1">
            <a:off x="9386889" y="5757863"/>
            <a:ext cx="652463" cy="158751"/>
          </a:xfrm>
          <a:prstGeom prst="rect">
            <a:avLst/>
          </a:prstGeom>
          <a:solidFill>
            <a:srgbClr val="A0C02A"/>
          </a:solidFill>
          <a:ln w="12700">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50000"/>
              </a:spcBef>
              <a:spcAft>
                <a:spcPct val="0"/>
              </a:spcAft>
              <a:buClr>
                <a:srgbClr val="FF9933"/>
              </a:buClr>
              <a:buFont typeface="Wingdings" panose="05000000000000000000" pitchFamily="2" charset="2"/>
              <a:buNone/>
            </a:pPr>
            <a:endParaRPr lang="en-US" altLang="en-US" sz="800">
              <a:solidFill>
                <a:prstClr val="black"/>
              </a:solidFill>
            </a:endParaRPr>
          </a:p>
        </p:txBody>
      </p:sp>
      <p:sp>
        <p:nvSpPr>
          <p:cNvPr id="18446" name="Text Box 137"/>
          <p:cNvSpPr txBox="1">
            <a:spLocks noChangeAspect="1" noChangeArrowheads="1"/>
          </p:cNvSpPr>
          <p:nvPr/>
        </p:nvSpPr>
        <p:spPr bwMode="auto">
          <a:xfrm flipH="1">
            <a:off x="9386889" y="5961065"/>
            <a:ext cx="652463" cy="160337"/>
          </a:xfrm>
          <a:prstGeom prst="rect">
            <a:avLst/>
          </a:prstGeom>
          <a:solidFill>
            <a:srgbClr val="A0C02A"/>
          </a:solidFill>
          <a:ln w="12700">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50000"/>
              </a:spcBef>
              <a:spcAft>
                <a:spcPct val="0"/>
              </a:spcAft>
              <a:buClr>
                <a:srgbClr val="FF9933"/>
              </a:buClr>
              <a:buFont typeface="Wingdings" panose="05000000000000000000" pitchFamily="2" charset="2"/>
              <a:buNone/>
            </a:pPr>
            <a:r>
              <a:rPr lang="en-US" altLang="en-US" sz="800">
                <a:solidFill>
                  <a:prstClr val="black"/>
                </a:solidFill>
              </a:rPr>
              <a:t>Syn</a:t>
            </a:r>
          </a:p>
        </p:txBody>
      </p:sp>
      <p:sp>
        <p:nvSpPr>
          <p:cNvPr id="18447" name="Text Box 139"/>
          <p:cNvSpPr txBox="1">
            <a:spLocks noChangeAspect="1" noChangeArrowheads="1"/>
          </p:cNvSpPr>
          <p:nvPr/>
        </p:nvSpPr>
        <p:spPr bwMode="auto">
          <a:xfrm flipH="1">
            <a:off x="8605839" y="4984749"/>
            <a:ext cx="655637" cy="160339"/>
          </a:xfrm>
          <a:prstGeom prst="rect">
            <a:avLst/>
          </a:prstGeom>
          <a:solidFill>
            <a:srgbClr val="F0C566"/>
          </a:solidFill>
          <a:ln w="12700">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50000"/>
              </a:spcBef>
              <a:spcAft>
                <a:spcPct val="0"/>
              </a:spcAft>
              <a:buClr>
                <a:srgbClr val="FF9933"/>
              </a:buClr>
              <a:buFont typeface="Wingdings" panose="05000000000000000000" pitchFamily="2" charset="2"/>
              <a:buNone/>
            </a:pPr>
            <a:r>
              <a:rPr lang="en-US" altLang="en-US" sz="800">
                <a:solidFill>
                  <a:prstClr val="black"/>
                </a:solidFill>
              </a:rPr>
              <a:t>172.16.0.50</a:t>
            </a:r>
          </a:p>
        </p:txBody>
      </p:sp>
      <p:sp>
        <p:nvSpPr>
          <p:cNvPr id="18448" name="Text Box 140"/>
          <p:cNvSpPr txBox="1">
            <a:spLocks noChangeAspect="1" noChangeArrowheads="1"/>
          </p:cNvSpPr>
          <p:nvPr/>
        </p:nvSpPr>
        <p:spPr bwMode="auto">
          <a:xfrm flipH="1">
            <a:off x="8605839" y="4789489"/>
            <a:ext cx="655637" cy="160337"/>
          </a:xfrm>
          <a:prstGeom prst="rect">
            <a:avLst/>
          </a:prstGeom>
          <a:solidFill>
            <a:srgbClr val="F0C566"/>
          </a:solidFill>
          <a:ln w="12700">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50000"/>
              </a:spcBef>
              <a:spcAft>
                <a:spcPct val="0"/>
              </a:spcAft>
              <a:buClr>
                <a:srgbClr val="FF9933"/>
              </a:buClr>
              <a:buFont typeface="Wingdings" panose="05000000000000000000" pitchFamily="2" charset="2"/>
              <a:buNone/>
            </a:pPr>
            <a:r>
              <a:rPr lang="en-US" altLang="en-US" sz="800">
                <a:solidFill>
                  <a:prstClr val="black"/>
                </a:solidFill>
              </a:rPr>
              <a:t>192.168.0.20</a:t>
            </a:r>
          </a:p>
        </p:txBody>
      </p:sp>
      <p:sp>
        <p:nvSpPr>
          <p:cNvPr id="18449" name="Text Box 141"/>
          <p:cNvSpPr txBox="1">
            <a:spLocks noChangeAspect="1" noChangeArrowheads="1"/>
          </p:cNvSpPr>
          <p:nvPr/>
        </p:nvSpPr>
        <p:spPr bwMode="auto">
          <a:xfrm flipH="1">
            <a:off x="8605839" y="5181600"/>
            <a:ext cx="655637" cy="160339"/>
          </a:xfrm>
          <a:prstGeom prst="rect">
            <a:avLst/>
          </a:prstGeom>
          <a:solidFill>
            <a:srgbClr val="A0C02A"/>
          </a:solidFill>
          <a:ln w="12700">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50000"/>
              </a:spcBef>
              <a:spcAft>
                <a:spcPct val="0"/>
              </a:spcAft>
              <a:buClr>
                <a:srgbClr val="FF9933"/>
              </a:buClr>
              <a:buFont typeface="Wingdings" panose="05000000000000000000" pitchFamily="2" charset="2"/>
              <a:buNone/>
            </a:pPr>
            <a:endParaRPr lang="en-US" altLang="en-US" sz="800">
              <a:solidFill>
                <a:prstClr val="black"/>
              </a:solidFill>
            </a:endParaRPr>
          </a:p>
        </p:txBody>
      </p:sp>
      <p:sp>
        <p:nvSpPr>
          <p:cNvPr id="18450" name="Text Box 142"/>
          <p:cNvSpPr txBox="1">
            <a:spLocks noChangeAspect="1" noChangeArrowheads="1"/>
          </p:cNvSpPr>
          <p:nvPr/>
        </p:nvSpPr>
        <p:spPr bwMode="auto">
          <a:xfrm flipH="1">
            <a:off x="8605839" y="5376865"/>
            <a:ext cx="655637" cy="160337"/>
          </a:xfrm>
          <a:prstGeom prst="rect">
            <a:avLst/>
          </a:prstGeom>
          <a:solidFill>
            <a:srgbClr val="A0C02A"/>
          </a:solidFill>
          <a:ln w="12700">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50000"/>
              </a:spcBef>
              <a:spcAft>
                <a:spcPct val="0"/>
              </a:spcAft>
              <a:buClr>
                <a:srgbClr val="FF9933"/>
              </a:buClr>
              <a:buFont typeface="Wingdings" panose="05000000000000000000" pitchFamily="2" charset="2"/>
              <a:buNone/>
            </a:pPr>
            <a:endParaRPr lang="en-US" altLang="en-US" sz="800">
              <a:solidFill>
                <a:prstClr val="black"/>
              </a:solidFill>
            </a:endParaRPr>
          </a:p>
        </p:txBody>
      </p:sp>
      <p:sp>
        <p:nvSpPr>
          <p:cNvPr id="18451" name="Text Box 143"/>
          <p:cNvSpPr txBox="1">
            <a:spLocks noChangeAspect="1" noChangeArrowheads="1"/>
          </p:cNvSpPr>
          <p:nvPr/>
        </p:nvSpPr>
        <p:spPr bwMode="auto">
          <a:xfrm flipH="1">
            <a:off x="8605839" y="5573714"/>
            <a:ext cx="655637" cy="160337"/>
          </a:xfrm>
          <a:prstGeom prst="rect">
            <a:avLst/>
          </a:prstGeom>
          <a:solidFill>
            <a:srgbClr val="A0C02A"/>
          </a:solidFill>
          <a:ln w="12700">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50000"/>
              </a:spcBef>
              <a:spcAft>
                <a:spcPct val="0"/>
              </a:spcAft>
              <a:buClr>
                <a:srgbClr val="FF9933"/>
              </a:buClr>
              <a:buFont typeface="Wingdings" panose="05000000000000000000" pitchFamily="2" charset="2"/>
              <a:buNone/>
            </a:pPr>
            <a:r>
              <a:rPr lang="en-US" altLang="en-US" sz="800">
                <a:solidFill>
                  <a:prstClr val="black"/>
                </a:solidFill>
              </a:rPr>
              <a:t>49769</a:t>
            </a:r>
          </a:p>
        </p:txBody>
      </p:sp>
      <p:sp>
        <p:nvSpPr>
          <p:cNvPr id="18452" name="Text Box 144"/>
          <p:cNvSpPr txBox="1">
            <a:spLocks noChangeAspect="1" noChangeArrowheads="1"/>
          </p:cNvSpPr>
          <p:nvPr/>
        </p:nvSpPr>
        <p:spPr bwMode="auto">
          <a:xfrm flipH="1">
            <a:off x="8605839" y="5973765"/>
            <a:ext cx="655637" cy="160337"/>
          </a:xfrm>
          <a:prstGeom prst="rect">
            <a:avLst/>
          </a:prstGeom>
          <a:solidFill>
            <a:srgbClr val="A0C02A"/>
          </a:solidFill>
          <a:ln w="12700">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50000"/>
              </a:spcBef>
              <a:spcAft>
                <a:spcPct val="0"/>
              </a:spcAft>
              <a:buClr>
                <a:srgbClr val="FF9933"/>
              </a:buClr>
              <a:buFont typeface="Wingdings" panose="05000000000000000000" pitchFamily="2" charset="2"/>
              <a:buNone/>
            </a:pPr>
            <a:r>
              <a:rPr lang="en-US" altLang="en-US" sz="800">
                <a:solidFill>
                  <a:prstClr val="black"/>
                </a:solidFill>
              </a:rPr>
              <a:t>Syn</a:t>
            </a:r>
          </a:p>
        </p:txBody>
      </p:sp>
      <p:sp>
        <p:nvSpPr>
          <p:cNvPr id="18453" name="Text Box 145"/>
          <p:cNvSpPr txBox="1">
            <a:spLocks noChangeAspect="1" noChangeArrowheads="1"/>
          </p:cNvSpPr>
          <p:nvPr/>
        </p:nvSpPr>
        <p:spPr bwMode="auto">
          <a:xfrm flipH="1">
            <a:off x="8605839" y="5768975"/>
            <a:ext cx="655637" cy="160339"/>
          </a:xfrm>
          <a:prstGeom prst="rect">
            <a:avLst/>
          </a:prstGeom>
          <a:solidFill>
            <a:srgbClr val="A0C02A"/>
          </a:solidFill>
          <a:ln w="12700">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50000"/>
              </a:spcBef>
              <a:spcAft>
                <a:spcPct val="0"/>
              </a:spcAft>
              <a:buClr>
                <a:srgbClr val="FF9933"/>
              </a:buClr>
              <a:buFont typeface="Wingdings" panose="05000000000000000000" pitchFamily="2" charset="2"/>
              <a:buNone/>
            </a:pPr>
            <a:endParaRPr lang="en-US" altLang="en-US" sz="800">
              <a:solidFill>
                <a:prstClr val="black"/>
              </a:solidFill>
            </a:endParaRPr>
          </a:p>
        </p:txBody>
      </p:sp>
      <p:sp>
        <p:nvSpPr>
          <p:cNvPr id="18454" name="Text Box 146"/>
          <p:cNvSpPr txBox="1">
            <a:spLocks noChangeAspect="1" noChangeArrowheads="1"/>
          </p:cNvSpPr>
          <p:nvPr/>
        </p:nvSpPr>
        <p:spPr bwMode="auto">
          <a:xfrm flipH="1">
            <a:off x="8605839" y="5181600"/>
            <a:ext cx="655637" cy="160339"/>
          </a:xfrm>
          <a:prstGeom prst="rect">
            <a:avLst/>
          </a:prstGeom>
          <a:solidFill>
            <a:srgbClr val="A0C02A"/>
          </a:solidFill>
          <a:ln w="12700">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50000"/>
              </a:spcBef>
              <a:spcAft>
                <a:spcPct val="0"/>
              </a:spcAft>
              <a:buClr>
                <a:srgbClr val="FF9933"/>
              </a:buClr>
              <a:buFont typeface="Wingdings" panose="05000000000000000000" pitchFamily="2" charset="2"/>
              <a:buNone/>
            </a:pPr>
            <a:r>
              <a:rPr lang="en-US" altLang="en-US" sz="800">
                <a:solidFill>
                  <a:prstClr val="black"/>
                </a:solidFill>
              </a:rPr>
              <a:t>1026</a:t>
            </a:r>
          </a:p>
        </p:txBody>
      </p:sp>
      <p:sp>
        <p:nvSpPr>
          <p:cNvPr id="18455" name="Text Box 147"/>
          <p:cNvSpPr txBox="1">
            <a:spLocks noChangeAspect="1" noChangeArrowheads="1"/>
          </p:cNvSpPr>
          <p:nvPr/>
        </p:nvSpPr>
        <p:spPr bwMode="auto">
          <a:xfrm flipH="1">
            <a:off x="8605839" y="5376865"/>
            <a:ext cx="655637" cy="160337"/>
          </a:xfrm>
          <a:prstGeom prst="rect">
            <a:avLst/>
          </a:prstGeom>
          <a:solidFill>
            <a:srgbClr val="A0C02A"/>
          </a:solidFill>
          <a:ln w="12700">
            <a:solidFill>
              <a:schemeClr val="tx1"/>
            </a:solidFill>
            <a:miter lim="800000"/>
            <a:headEnd type="none" w="sm" len="sm"/>
            <a:tailEnd type="none" w="sm" len="sm"/>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50000"/>
              </a:spcBef>
              <a:spcAft>
                <a:spcPct val="0"/>
              </a:spcAft>
              <a:buClr>
                <a:srgbClr val="FF9933"/>
              </a:buClr>
              <a:buFont typeface="Wingdings" panose="05000000000000000000" pitchFamily="2" charset="2"/>
              <a:buNone/>
            </a:pPr>
            <a:r>
              <a:rPr lang="en-US" altLang="en-US" sz="800">
                <a:solidFill>
                  <a:prstClr val="black"/>
                </a:solidFill>
              </a:rPr>
              <a:t>80</a:t>
            </a:r>
          </a:p>
        </p:txBody>
      </p:sp>
      <p:sp>
        <p:nvSpPr>
          <p:cNvPr id="18456" name="Rectangle 148"/>
          <p:cNvSpPr>
            <a:spLocks noChangeAspect="1" noChangeArrowheads="1"/>
          </p:cNvSpPr>
          <p:nvPr/>
        </p:nvSpPr>
        <p:spPr bwMode="auto">
          <a:xfrm>
            <a:off x="7567613" y="5130802"/>
            <a:ext cx="979435" cy="277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Source port</a:t>
            </a:r>
          </a:p>
        </p:txBody>
      </p:sp>
      <p:sp>
        <p:nvSpPr>
          <p:cNvPr id="18457" name="Rectangle 149"/>
          <p:cNvSpPr>
            <a:spLocks noChangeAspect="1" noChangeArrowheads="1"/>
          </p:cNvSpPr>
          <p:nvPr/>
        </p:nvSpPr>
        <p:spPr bwMode="auto">
          <a:xfrm>
            <a:off x="7011989" y="4926014"/>
            <a:ext cx="1540486" cy="277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Destination address</a:t>
            </a:r>
          </a:p>
        </p:txBody>
      </p:sp>
      <p:sp>
        <p:nvSpPr>
          <p:cNvPr id="18458" name="Rectangle 150"/>
          <p:cNvSpPr>
            <a:spLocks noChangeAspect="1" noChangeArrowheads="1"/>
          </p:cNvSpPr>
          <p:nvPr/>
        </p:nvSpPr>
        <p:spPr bwMode="auto">
          <a:xfrm>
            <a:off x="7289801" y="4738690"/>
            <a:ext cx="1259960" cy="277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Source address</a:t>
            </a:r>
          </a:p>
        </p:txBody>
      </p:sp>
      <p:sp>
        <p:nvSpPr>
          <p:cNvPr id="18459" name="Rectangle 151"/>
          <p:cNvSpPr>
            <a:spLocks noChangeAspect="1" noChangeArrowheads="1"/>
          </p:cNvSpPr>
          <p:nvPr/>
        </p:nvSpPr>
        <p:spPr bwMode="auto">
          <a:xfrm>
            <a:off x="7045326" y="5522914"/>
            <a:ext cx="1506823" cy="277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Initial sequence no.</a:t>
            </a:r>
          </a:p>
        </p:txBody>
      </p:sp>
      <p:sp>
        <p:nvSpPr>
          <p:cNvPr id="18460" name="Rectangle 152"/>
          <p:cNvSpPr>
            <a:spLocks noChangeAspect="1" noChangeArrowheads="1"/>
          </p:cNvSpPr>
          <p:nvPr/>
        </p:nvSpPr>
        <p:spPr bwMode="auto">
          <a:xfrm>
            <a:off x="7289801" y="5318126"/>
            <a:ext cx="1259960" cy="277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Destination port</a:t>
            </a:r>
          </a:p>
        </p:txBody>
      </p:sp>
      <p:sp>
        <p:nvSpPr>
          <p:cNvPr id="18461" name="Rectangle 153"/>
          <p:cNvSpPr>
            <a:spLocks noChangeAspect="1" noChangeArrowheads="1"/>
          </p:cNvSpPr>
          <p:nvPr/>
        </p:nvSpPr>
        <p:spPr bwMode="auto">
          <a:xfrm>
            <a:off x="8058151" y="5918202"/>
            <a:ext cx="484107" cy="277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Flag</a:t>
            </a:r>
          </a:p>
        </p:txBody>
      </p:sp>
      <p:sp>
        <p:nvSpPr>
          <p:cNvPr id="18462" name="Rectangle 154"/>
          <p:cNvSpPr>
            <a:spLocks noChangeAspect="1" noChangeArrowheads="1"/>
          </p:cNvSpPr>
          <p:nvPr/>
        </p:nvSpPr>
        <p:spPr bwMode="auto">
          <a:xfrm>
            <a:off x="8099426" y="5711826"/>
            <a:ext cx="442429" cy="2776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Ack</a:t>
            </a:r>
            <a:endParaRPr lang="en-US" altLang="en-US" sz="1200" i="1">
              <a:solidFill>
                <a:prstClr val="black"/>
              </a:solidFill>
            </a:endParaRPr>
          </a:p>
        </p:txBody>
      </p:sp>
      <p:sp>
        <p:nvSpPr>
          <p:cNvPr id="18463" name="Text Box 158"/>
          <p:cNvSpPr txBox="1">
            <a:spLocks noChangeArrowheads="1"/>
          </p:cNvSpPr>
          <p:nvPr/>
        </p:nvSpPr>
        <p:spPr bwMode="auto">
          <a:xfrm>
            <a:off x="8740776" y="4492626"/>
            <a:ext cx="1058019" cy="276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type="none" w="sm" len="sm"/>
                <a:tailEnd type="none" w="sm" len="sm"/>
              </a14:hiddenLine>
            </a:ext>
          </a:extLst>
        </p:spPr>
        <p:txBody>
          <a:bodyPr wrap="none" lIns="82124" tIns="41061" rIns="82124" bIns="41061">
            <a:spAutoFit/>
          </a:bodyPr>
          <a:lstStyle>
            <a:lvl1pPr defTabSz="814388">
              <a:defRPr>
                <a:solidFill>
                  <a:schemeClr val="tx1"/>
                </a:solidFill>
                <a:latin typeface="Arial" panose="020B0604020202020204" pitchFamily="34" charset="0"/>
                <a:cs typeface="Arial" panose="020B0604020202020204" pitchFamily="34" charset="0"/>
              </a:defRPr>
            </a:lvl1pPr>
            <a:lvl2pPr marL="742950" indent="-28575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r>
              <a:rPr lang="en-US" altLang="en-US" sz="1400">
                <a:solidFill>
                  <a:prstClr val="black"/>
                </a:solidFill>
              </a:rPr>
              <a:t>State Table</a:t>
            </a:r>
          </a:p>
        </p:txBody>
      </p:sp>
      <p:sp>
        <p:nvSpPr>
          <p:cNvPr id="18464" name="Line 162"/>
          <p:cNvSpPr>
            <a:spLocks noChangeShapeType="1"/>
          </p:cNvSpPr>
          <p:nvPr/>
        </p:nvSpPr>
        <p:spPr bwMode="auto">
          <a:xfrm>
            <a:off x="7983539" y="3300413"/>
            <a:ext cx="1865312" cy="121920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lIns="82124" tIns="41061" rIns="82124" bIns="41061"/>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8465" name="Line 161"/>
          <p:cNvSpPr>
            <a:spLocks noChangeShapeType="1"/>
          </p:cNvSpPr>
          <p:nvPr/>
        </p:nvSpPr>
        <p:spPr bwMode="auto">
          <a:xfrm flipH="1">
            <a:off x="6921500" y="3324225"/>
            <a:ext cx="481013" cy="1919288"/>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lIns="82124" tIns="41061" rIns="82124" bIns="41061"/>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8466" name="Line 171"/>
          <p:cNvSpPr>
            <a:spLocks noChangeShapeType="1"/>
          </p:cNvSpPr>
          <p:nvPr/>
        </p:nvSpPr>
        <p:spPr bwMode="auto">
          <a:xfrm>
            <a:off x="2828926" y="3489325"/>
            <a:ext cx="6229351" cy="25400"/>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8467" name="Line 172"/>
          <p:cNvSpPr>
            <a:spLocks noChangeShapeType="1"/>
          </p:cNvSpPr>
          <p:nvPr/>
        </p:nvSpPr>
        <p:spPr bwMode="auto">
          <a:xfrm flipH="1">
            <a:off x="7621589" y="2355849"/>
            <a:ext cx="12700" cy="541339"/>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8468" name="Line 78"/>
          <p:cNvSpPr>
            <a:spLocks noChangeShapeType="1"/>
          </p:cNvSpPr>
          <p:nvPr/>
        </p:nvSpPr>
        <p:spPr bwMode="auto">
          <a:xfrm flipH="1" flipV="1">
            <a:off x="3035300" y="3263901"/>
            <a:ext cx="5724525" cy="12700"/>
          </a:xfrm>
          <a:prstGeom prst="line">
            <a:avLst/>
          </a:prstGeom>
          <a:noFill/>
          <a:ln w="28575">
            <a:solidFill>
              <a:schemeClr val="tx1"/>
            </a:solidFill>
            <a:round/>
            <a:headEnd type="triangle" w="med" len="med"/>
            <a:tailEnd/>
          </a:ln>
          <a:extLst>
            <a:ext uri="{909E8E84-426E-40DD-AFC4-6F175D3DCCD1}">
              <a14:hiddenFill xmlns:a14="http://schemas.microsoft.com/office/drawing/2010/main">
                <a:noFill/>
              </a14:hiddenFill>
            </a:ext>
          </a:extLst>
        </p:spPr>
        <p:txBody>
          <a:bodyPr lIns="73025" tIns="36512" rIns="73025" bIns="36512"/>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8469" name="Rectangle 10"/>
          <p:cNvSpPr>
            <a:spLocks noChangeArrowheads="1"/>
          </p:cNvSpPr>
          <p:nvPr/>
        </p:nvSpPr>
        <p:spPr bwMode="auto">
          <a:xfrm>
            <a:off x="5584825" y="2663826"/>
            <a:ext cx="541339" cy="307975"/>
          </a:xfrm>
          <a:prstGeom prst="rect">
            <a:avLst/>
          </a:prstGeom>
          <a:solidFill>
            <a:schemeClr val="accent2"/>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18470" name="Text Box 80"/>
          <p:cNvSpPr txBox="1">
            <a:spLocks noChangeArrowheads="1"/>
          </p:cNvSpPr>
          <p:nvPr/>
        </p:nvSpPr>
        <p:spPr bwMode="auto">
          <a:xfrm>
            <a:off x="7127608" y="1506539"/>
            <a:ext cx="964147" cy="575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type="none" w="sm" len="sm"/>
                <a:tailEnd type="none" w="sm" len="sm"/>
              </a14:hiddenLine>
            </a:ext>
          </a:extLst>
        </p:spPr>
        <p:txBody>
          <a:bodyPr wrap="none" lIns="82124" tIns="41061" rIns="82124" bIns="41061">
            <a:spAutoFit/>
          </a:bodyPr>
          <a:lstStyle>
            <a:lvl1pPr defTabSz="814388">
              <a:defRPr>
                <a:solidFill>
                  <a:schemeClr val="tx1"/>
                </a:solidFill>
                <a:latin typeface="Arial" panose="020B0604020202020204" pitchFamily="34" charset="0"/>
                <a:cs typeface="Arial" panose="020B0604020202020204" pitchFamily="34" charset="0"/>
              </a:defRPr>
            </a:lvl1pPr>
            <a:lvl2pPr marL="742950" indent="-28575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lnSpc>
                <a:spcPct val="90000"/>
              </a:lnSpc>
              <a:spcBef>
                <a:spcPct val="20000"/>
              </a:spcBef>
              <a:spcAft>
                <a:spcPct val="0"/>
              </a:spcAft>
              <a:buClr>
                <a:srgbClr val="FF9933"/>
              </a:buClr>
              <a:buFont typeface="Wingdings" panose="05000000000000000000" pitchFamily="2" charset="2"/>
              <a:buNone/>
            </a:pPr>
            <a:r>
              <a:rPr lang="en-US" altLang="en-US" sz="1600">
                <a:solidFill>
                  <a:prstClr val="black"/>
                </a:solidFill>
              </a:rPr>
              <a:t>DMZ:</a:t>
            </a:r>
          </a:p>
          <a:p>
            <a:pPr algn="ctr" fontAlgn="base">
              <a:lnSpc>
                <a:spcPct val="90000"/>
              </a:lnSpc>
              <a:spcBef>
                <a:spcPct val="20000"/>
              </a:spcBef>
              <a:spcAft>
                <a:spcPct val="0"/>
              </a:spcAft>
              <a:buClr>
                <a:srgbClr val="FF9933"/>
              </a:buClr>
              <a:buFont typeface="Wingdings" panose="05000000000000000000" pitchFamily="2" charset="2"/>
              <a:buNone/>
            </a:pPr>
            <a:r>
              <a:rPr lang="en-US" altLang="en-US" sz="1600">
                <a:solidFill>
                  <a:prstClr val="black"/>
                </a:solidFill>
              </a:rPr>
              <a:t>Server B</a:t>
            </a:r>
          </a:p>
        </p:txBody>
      </p:sp>
      <p:sp>
        <p:nvSpPr>
          <p:cNvPr id="18471" name="Text Box 95"/>
          <p:cNvSpPr txBox="1">
            <a:spLocks noChangeArrowheads="1"/>
          </p:cNvSpPr>
          <p:nvPr/>
        </p:nvSpPr>
        <p:spPr bwMode="auto">
          <a:xfrm>
            <a:off x="8459468" y="2573339"/>
            <a:ext cx="975368" cy="575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type="none" w="sm" len="sm"/>
                <a:tailEnd type="none" w="sm" len="sm"/>
              </a14:hiddenLine>
            </a:ext>
          </a:extLst>
        </p:spPr>
        <p:txBody>
          <a:bodyPr wrap="none" lIns="82124" tIns="41061" rIns="82124" bIns="41061">
            <a:spAutoFit/>
          </a:bodyPr>
          <a:lstStyle>
            <a:lvl1pPr defTabSz="814388">
              <a:defRPr>
                <a:solidFill>
                  <a:schemeClr val="tx1"/>
                </a:solidFill>
                <a:latin typeface="Arial" panose="020B0604020202020204" pitchFamily="34" charset="0"/>
                <a:cs typeface="Arial" panose="020B0604020202020204" pitchFamily="34" charset="0"/>
              </a:defRPr>
            </a:lvl1pPr>
            <a:lvl2pPr marL="742950" indent="-28575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lnSpc>
                <a:spcPct val="90000"/>
              </a:lnSpc>
              <a:spcBef>
                <a:spcPct val="20000"/>
              </a:spcBef>
              <a:spcAft>
                <a:spcPct val="0"/>
              </a:spcAft>
              <a:buClr>
                <a:srgbClr val="FF9933"/>
              </a:buClr>
              <a:buFont typeface="Wingdings" panose="05000000000000000000" pitchFamily="2" charset="2"/>
              <a:buNone/>
            </a:pPr>
            <a:r>
              <a:rPr lang="en-US" altLang="en-US" sz="1600">
                <a:solidFill>
                  <a:prstClr val="black"/>
                </a:solidFill>
              </a:rPr>
              <a:t>Inside:</a:t>
            </a:r>
          </a:p>
          <a:p>
            <a:pPr algn="ctr" fontAlgn="base">
              <a:lnSpc>
                <a:spcPct val="90000"/>
              </a:lnSpc>
              <a:spcBef>
                <a:spcPct val="20000"/>
              </a:spcBef>
              <a:spcAft>
                <a:spcPct val="0"/>
              </a:spcAft>
              <a:buClr>
                <a:srgbClr val="FF9933"/>
              </a:buClr>
              <a:buFont typeface="Wingdings" panose="05000000000000000000" pitchFamily="2" charset="2"/>
              <a:buNone/>
            </a:pPr>
            <a:r>
              <a:rPr lang="en-US" altLang="en-US" sz="1600">
                <a:solidFill>
                  <a:prstClr val="black"/>
                </a:solidFill>
              </a:rPr>
              <a:t>Server C</a:t>
            </a:r>
          </a:p>
        </p:txBody>
      </p:sp>
      <p:sp>
        <p:nvSpPr>
          <p:cNvPr id="18472" name="Rectangle 96"/>
          <p:cNvSpPr>
            <a:spLocks noChangeArrowheads="1"/>
          </p:cNvSpPr>
          <p:nvPr/>
        </p:nvSpPr>
        <p:spPr bwMode="auto">
          <a:xfrm>
            <a:off x="6946900" y="1409701"/>
            <a:ext cx="2895600" cy="2527300"/>
          </a:xfrm>
          <a:prstGeom prst="rect">
            <a:avLst/>
          </a:prstGeom>
          <a:noFill/>
          <a:ln w="19050" algn="ctr">
            <a:solidFill>
              <a:schemeClr val="tx1"/>
            </a:solidFill>
            <a:prstDash val="dash"/>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82124" tIns="41061" rIns="82124" bIns="41061"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18473" name="Text Box 97"/>
          <p:cNvSpPr txBox="1">
            <a:spLocks noChangeArrowheads="1"/>
          </p:cNvSpPr>
          <p:nvPr/>
        </p:nvSpPr>
        <p:spPr bwMode="auto">
          <a:xfrm>
            <a:off x="2374901" y="2700339"/>
            <a:ext cx="770056" cy="304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type="none" w="sm" len="sm"/>
                <a:tailEnd type="none" w="sm" len="sm"/>
              </a14:hiddenLine>
            </a:ext>
          </a:extLst>
        </p:spPr>
        <p:txBody>
          <a:bodyPr wrap="none" lIns="82124" tIns="41061" rIns="82124" bIns="41061">
            <a:spAutoFit/>
          </a:bodyPr>
          <a:lstStyle>
            <a:lvl1pPr defTabSz="814388">
              <a:defRPr>
                <a:solidFill>
                  <a:schemeClr val="tx1"/>
                </a:solidFill>
                <a:latin typeface="Arial" panose="020B0604020202020204" pitchFamily="34" charset="0"/>
                <a:cs typeface="Arial" panose="020B0604020202020204" pitchFamily="34" charset="0"/>
              </a:defRPr>
            </a:lvl1pPr>
            <a:lvl2pPr marL="742950" indent="-28575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r>
              <a:rPr lang="en-US" altLang="en-US" sz="1600">
                <a:solidFill>
                  <a:prstClr val="black"/>
                </a:solidFill>
              </a:rPr>
              <a:t>Host A</a:t>
            </a:r>
          </a:p>
        </p:txBody>
      </p:sp>
      <p:pic>
        <p:nvPicPr>
          <p:cNvPr id="18474" name="Picture 165" descr="Firewall_Vertical"/>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78700" y="2819401"/>
            <a:ext cx="609600" cy="1036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75" name="Picture 167" descr="File-Application_Serve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15213" y="2017713"/>
            <a:ext cx="458787" cy="661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76" name="Picture 168" descr="PC"/>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03476" y="2997200"/>
            <a:ext cx="639763" cy="67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77" name="Picture 169" descr="Network_Cloud_Standard"/>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632202" y="3070225"/>
            <a:ext cx="1527175"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78" name="Rectangle 40"/>
          <p:cNvSpPr>
            <a:spLocks noChangeArrowheads="1"/>
          </p:cNvSpPr>
          <p:nvPr/>
        </p:nvSpPr>
        <p:spPr bwMode="auto">
          <a:xfrm>
            <a:off x="3879851" y="3252788"/>
            <a:ext cx="883255"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Internet</a:t>
            </a:r>
          </a:p>
        </p:txBody>
      </p:sp>
      <p:pic>
        <p:nvPicPr>
          <p:cNvPr id="18479" name="Picture 170" descr="File-Application_Serve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812213" y="3097213"/>
            <a:ext cx="458787" cy="661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80" name="Oval 160"/>
          <p:cNvSpPr>
            <a:spLocks noChangeArrowheads="1"/>
          </p:cNvSpPr>
          <p:nvPr/>
        </p:nvSpPr>
        <p:spPr bwMode="auto">
          <a:xfrm>
            <a:off x="7405688" y="3175000"/>
            <a:ext cx="568325" cy="303213"/>
          </a:xfrm>
          <a:prstGeom prst="ellipse">
            <a:avLst/>
          </a:prstGeom>
          <a:noFill/>
          <a:ln w="38100" algn="ctr">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82124" tIns="41061" rIns="82124" bIns="41061"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18481" name="Rectangle 175"/>
          <p:cNvSpPr>
            <a:spLocks noChangeArrowheads="1"/>
          </p:cNvSpPr>
          <p:nvPr/>
        </p:nvSpPr>
        <p:spPr bwMode="auto">
          <a:xfrm>
            <a:off x="896950" y="4379415"/>
            <a:ext cx="6236751"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82124" rIns="82124">
            <a:spAutoFit/>
          </a:bodyPr>
          <a:lstStyle>
            <a:lvl1pPr defTabSz="814388">
              <a:defRPr>
                <a:solidFill>
                  <a:schemeClr val="tx1"/>
                </a:solidFill>
                <a:latin typeface="Arial" panose="020B0604020202020204" pitchFamily="34" charset="0"/>
                <a:cs typeface="Arial" panose="020B0604020202020204" pitchFamily="34" charset="0"/>
              </a:defRPr>
            </a:lvl1pPr>
            <a:lvl2pPr marL="742950" indent="-28575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5000"/>
              </a:lnSpc>
              <a:spcBef>
                <a:spcPct val="35000"/>
              </a:spcBef>
              <a:spcAft>
                <a:spcPct val="0"/>
              </a:spcAft>
              <a:buClr>
                <a:srgbClr val="5B9BD5"/>
              </a:buClr>
              <a:buFont typeface="Arial" panose="020B0604020202020204" pitchFamily="34" charset="0"/>
              <a:buNone/>
            </a:pPr>
            <a:r>
              <a:rPr lang="en-US" altLang="en-US" sz="2400" dirty="0">
                <a:solidFill>
                  <a:srgbClr val="000000"/>
                </a:solidFill>
              </a:rPr>
              <a:t>Limits information that is allowed </a:t>
            </a:r>
            <a:br>
              <a:rPr lang="en-US" altLang="en-US" sz="2400" dirty="0">
                <a:solidFill>
                  <a:srgbClr val="000000"/>
                </a:solidFill>
              </a:rPr>
            </a:br>
            <a:r>
              <a:rPr lang="en-US" altLang="en-US" sz="2400" dirty="0">
                <a:solidFill>
                  <a:srgbClr val="000000"/>
                </a:solidFill>
              </a:rPr>
              <a:t>into a network based not only on </a:t>
            </a:r>
            <a:br>
              <a:rPr lang="en-US" altLang="en-US" sz="2400" dirty="0">
                <a:solidFill>
                  <a:srgbClr val="000000"/>
                </a:solidFill>
              </a:rPr>
            </a:br>
            <a:r>
              <a:rPr lang="en-US" altLang="en-US" sz="2400" dirty="0">
                <a:solidFill>
                  <a:srgbClr val="000000"/>
                </a:solidFill>
              </a:rPr>
              <a:t>the destination and source addresses, </a:t>
            </a:r>
            <a:br>
              <a:rPr lang="en-US" altLang="en-US" sz="2400" dirty="0">
                <a:solidFill>
                  <a:srgbClr val="000000"/>
                </a:solidFill>
              </a:rPr>
            </a:br>
            <a:r>
              <a:rPr lang="en-US" altLang="en-US" sz="2400" dirty="0">
                <a:solidFill>
                  <a:srgbClr val="000000"/>
                </a:solidFill>
              </a:rPr>
              <a:t>but also on the packets state table </a:t>
            </a:r>
            <a:br>
              <a:rPr lang="en-US" altLang="en-US" sz="2400" dirty="0">
                <a:solidFill>
                  <a:srgbClr val="000000"/>
                </a:solidFill>
              </a:rPr>
            </a:br>
            <a:r>
              <a:rPr lang="en-US" altLang="en-US" sz="2400" dirty="0">
                <a:solidFill>
                  <a:srgbClr val="000000"/>
                </a:solidFill>
              </a:rPr>
              <a:t>content</a:t>
            </a:r>
          </a:p>
        </p:txBody>
      </p:sp>
      <p:pic>
        <p:nvPicPr>
          <p:cNvPr id="18482" name="Picture 202" descr="Route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534026" y="3175001"/>
            <a:ext cx="666751" cy="46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83" name="Text Box 11"/>
          <p:cNvSpPr txBox="1">
            <a:spLocks noChangeArrowheads="1"/>
          </p:cNvSpPr>
          <p:nvPr/>
        </p:nvSpPr>
        <p:spPr bwMode="auto">
          <a:xfrm>
            <a:off x="3719514" y="2652714"/>
            <a:ext cx="278236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white"/>
                </a:solidFill>
              </a:rPr>
              <a:t>Data</a:t>
            </a:r>
            <a:r>
              <a:rPr lang="en-US" altLang="en-US" sz="1600">
                <a:solidFill>
                  <a:prstClr val="black"/>
                </a:solidFill>
              </a:rPr>
              <a:t>           HTTP       </a:t>
            </a:r>
            <a:r>
              <a:rPr lang="en-US" altLang="en-US" sz="1600">
                <a:solidFill>
                  <a:prstClr val="white"/>
                </a:solidFill>
              </a:rPr>
              <a:t>A</a:t>
            </a:r>
            <a:r>
              <a:rPr lang="en-US" altLang="en-US" sz="1600">
                <a:solidFill>
                  <a:prstClr val="black"/>
                </a:solidFill>
              </a:rPr>
              <a:t>      B</a:t>
            </a:r>
          </a:p>
        </p:txBody>
      </p:sp>
    </p:spTree>
    <p:extLst>
      <p:ext uri="{BB962C8B-B14F-4D97-AF65-F5344CB8AC3E}">
        <p14:creationId xmlns:p14="http://schemas.microsoft.com/office/powerpoint/2010/main" val="10683850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0" y="0"/>
            <a:ext cx="10515600" cy="482600"/>
          </a:xfrm>
        </p:spPr>
        <p:txBody>
          <a:bodyPr/>
          <a:lstStyle/>
          <a:p>
            <a:pPr eaLnBrk="1" hangingPunct="1"/>
            <a:r>
              <a:rPr lang="en-US" altLang="en-US" sz="3733" dirty="0" err="1">
                <a:latin typeface="Arial" panose="020B0604020202020204" pitchFamily="34" charset="0"/>
                <a:cs typeface="Arial" panose="020B0604020202020204" pitchFamily="34" charset="0"/>
              </a:rPr>
              <a:t>Stateful</a:t>
            </a:r>
            <a:r>
              <a:rPr lang="en-US" altLang="en-US" sz="3733" dirty="0">
                <a:latin typeface="Arial" panose="020B0604020202020204" pitchFamily="34" charset="0"/>
                <a:cs typeface="Arial" panose="020B0604020202020204" pitchFamily="34" charset="0"/>
              </a:rPr>
              <a:t> Packet Inspection</a:t>
            </a:r>
          </a:p>
        </p:txBody>
      </p:sp>
      <p:sp>
        <p:nvSpPr>
          <p:cNvPr id="21507" name="Content Placeholder 2"/>
          <p:cNvSpPr>
            <a:spLocks noGrp="1"/>
          </p:cNvSpPr>
          <p:nvPr>
            <p:ph idx="1"/>
          </p:nvPr>
        </p:nvSpPr>
        <p:spPr>
          <a:xfrm>
            <a:off x="189470" y="787401"/>
            <a:ext cx="11804822" cy="3792838"/>
          </a:xfrm>
        </p:spPr>
        <p:txBody>
          <a:bodyPr/>
          <a:lstStyle/>
          <a:p>
            <a:pPr lvl="1" eaLnBrk="1" hangingPunct="1"/>
            <a:endParaRPr lang="en-US" altLang="en-US" sz="2400" dirty="0">
              <a:latin typeface="Arial" panose="020B0604020202020204" pitchFamily="34" charset="0"/>
              <a:cs typeface="Arial" panose="020B0604020202020204" pitchFamily="34" charset="0"/>
            </a:endParaRPr>
          </a:p>
          <a:p>
            <a:pPr lvl="1" eaLnBrk="1" hangingPunct="1"/>
            <a:r>
              <a:rPr lang="en-US" altLang="en-US" sz="2400" dirty="0">
                <a:latin typeface="Arial" panose="020B0604020202020204" pitchFamily="34" charset="0"/>
                <a:cs typeface="Arial" panose="020B0604020202020204" pitchFamily="34" charset="0"/>
              </a:rPr>
              <a:t>The </a:t>
            </a:r>
            <a:r>
              <a:rPr lang="en-US" altLang="en-US" sz="2400" dirty="0" err="1">
                <a:latin typeface="Arial" panose="020B0604020202020204" pitchFamily="34" charset="0"/>
                <a:cs typeface="Arial" panose="020B0604020202020204" pitchFamily="34" charset="0"/>
              </a:rPr>
              <a:t>stateful</a:t>
            </a:r>
            <a:r>
              <a:rPr lang="en-US" altLang="en-US" sz="2400" dirty="0">
                <a:latin typeface="Arial" panose="020B0604020202020204" pitchFamily="34" charset="0"/>
                <a:cs typeface="Arial" panose="020B0604020202020204" pitchFamily="34" charset="0"/>
              </a:rPr>
              <a:t> packet inspection algorithm provides </a:t>
            </a:r>
            <a:r>
              <a:rPr lang="en-US" altLang="en-US" sz="2400" dirty="0" err="1">
                <a:latin typeface="Arial" panose="020B0604020202020204" pitchFamily="34" charset="0"/>
                <a:cs typeface="Arial" panose="020B0604020202020204" pitchFamily="34" charset="0"/>
              </a:rPr>
              <a:t>stateful</a:t>
            </a:r>
            <a:r>
              <a:rPr lang="en-US" altLang="en-US" sz="2400" dirty="0">
                <a:latin typeface="Arial" panose="020B0604020202020204" pitchFamily="34" charset="0"/>
                <a:cs typeface="Arial" panose="020B0604020202020204" pitchFamily="34" charset="0"/>
              </a:rPr>
              <a:t> connection security.</a:t>
            </a:r>
          </a:p>
          <a:p>
            <a:pPr lvl="2" eaLnBrk="1" hangingPunct="1"/>
            <a:r>
              <a:rPr lang="en-US" altLang="en-US" sz="2400" dirty="0">
                <a:latin typeface="Arial" panose="020B0604020202020204" pitchFamily="34" charset="0"/>
                <a:cs typeface="Arial" panose="020B0604020202020204" pitchFamily="34" charset="0"/>
              </a:rPr>
              <a:t>It tracks source and destination ports and addresses, TCP sequence numbers, and additional TCP flags.</a:t>
            </a:r>
          </a:p>
          <a:p>
            <a:pPr lvl="2" eaLnBrk="1" hangingPunct="1"/>
            <a:r>
              <a:rPr lang="en-US" altLang="en-US" sz="2400" dirty="0">
                <a:latin typeface="Arial" panose="020B0604020202020204" pitchFamily="34" charset="0"/>
                <a:cs typeface="Arial" panose="020B0604020202020204" pitchFamily="34" charset="0"/>
              </a:rPr>
              <a:t>It randomizes the initial TCP sequence number of each new connection.</a:t>
            </a:r>
          </a:p>
          <a:p>
            <a:pPr lvl="1" eaLnBrk="1" hangingPunct="1"/>
            <a:r>
              <a:rPr lang="en-US" altLang="en-US" sz="2400" dirty="0">
                <a:latin typeface="Arial" panose="020B0604020202020204" pitchFamily="34" charset="0"/>
                <a:cs typeface="Arial" panose="020B0604020202020204" pitchFamily="34" charset="0"/>
              </a:rPr>
              <a:t>By default, the </a:t>
            </a:r>
            <a:r>
              <a:rPr lang="en-US" altLang="en-US" sz="2400" dirty="0" err="1">
                <a:latin typeface="Arial" panose="020B0604020202020204" pitchFamily="34" charset="0"/>
                <a:cs typeface="Arial" panose="020B0604020202020204" pitchFamily="34" charset="0"/>
              </a:rPr>
              <a:t>stateful</a:t>
            </a:r>
            <a:r>
              <a:rPr lang="en-US" altLang="en-US" sz="2400" dirty="0">
                <a:latin typeface="Arial" panose="020B0604020202020204" pitchFamily="34" charset="0"/>
                <a:cs typeface="Arial" panose="020B0604020202020204" pitchFamily="34" charset="0"/>
              </a:rPr>
              <a:t> packet inspection algorithm allows connections originating from hosts on inside (higher security level) interfaces. </a:t>
            </a:r>
          </a:p>
          <a:p>
            <a:pPr lvl="1" eaLnBrk="1" hangingPunct="1"/>
            <a:r>
              <a:rPr lang="en-US" altLang="en-US" sz="2400" dirty="0">
                <a:latin typeface="Arial" panose="020B0604020202020204" pitchFamily="34" charset="0"/>
                <a:cs typeface="Arial" panose="020B0604020202020204" pitchFamily="34" charset="0"/>
              </a:rPr>
              <a:t>By default, the </a:t>
            </a:r>
            <a:r>
              <a:rPr lang="en-US" altLang="en-US" sz="2400" dirty="0" err="1">
                <a:latin typeface="Arial" panose="020B0604020202020204" pitchFamily="34" charset="0"/>
                <a:cs typeface="Arial" panose="020B0604020202020204" pitchFamily="34" charset="0"/>
              </a:rPr>
              <a:t>stateful</a:t>
            </a:r>
            <a:r>
              <a:rPr lang="en-US" altLang="en-US" sz="2400" dirty="0">
                <a:latin typeface="Arial" panose="020B0604020202020204" pitchFamily="34" charset="0"/>
                <a:cs typeface="Arial" panose="020B0604020202020204" pitchFamily="34" charset="0"/>
              </a:rPr>
              <a:t> packet inspection algorithm drops connection attempts originating from hosts on outside (lower security level) interfaces.</a:t>
            </a:r>
          </a:p>
          <a:p>
            <a:pPr lvl="1" eaLnBrk="1" hangingPunct="1"/>
            <a:r>
              <a:rPr lang="en-US" altLang="en-US" sz="2400" dirty="0">
                <a:latin typeface="Arial" panose="020B0604020202020204" pitchFamily="34" charset="0"/>
                <a:cs typeface="Arial" panose="020B0604020202020204" pitchFamily="34" charset="0"/>
              </a:rPr>
              <a:t>The </a:t>
            </a:r>
            <a:r>
              <a:rPr lang="en-US" altLang="en-US" sz="2400" dirty="0" err="1">
                <a:latin typeface="Arial" panose="020B0604020202020204" pitchFamily="34" charset="0"/>
                <a:cs typeface="Arial" panose="020B0604020202020204" pitchFamily="34" charset="0"/>
              </a:rPr>
              <a:t>stateful</a:t>
            </a:r>
            <a:r>
              <a:rPr lang="en-US" altLang="en-US" sz="2400" dirty="0">
                <a:latin typeface="Arial" panose="020B0604020202020204" pitchFamily="34" charset="0"/>
                <a:cs typeface="Arial" panose="020B0604020202020204" pitchFamily="34" charset="0"/>
              </a:rPr>
              <a:t> packet inspection algorithm supports AAA.</a:t>
            </a:r>
          </a:p>
          <a:p>
            <a:pPr eaLnBrk="1" hangingPunct="1"/>
            <a:endParaRPr lang="en-US" altLang="en-US" sz="2400" dirty="0">
              <a:latin typeface="Arial" panose="020B0604020202020204" pitchFamily="34" charset="0"/>
              <a:cs typeface="Arial" panose="020B0604020202020204" pitchFamily="34" charset="0"/>
            </a:endParaRPr>
          </a:p>
        </p:txBody>
      </p:sp>
      <p:sp>
        <p:nvSpPr>
          <p:cNvPr id="21508" name="Footer Placeholder 3"/>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panose="020B0604020202020204" pitchFamily="34" charset="0"/>
                <a:cs typeface="Arial" panose="020B0604020202020204" pitchFamily="34" charset="0"/>
              </a:defRPr>
            </a:lvl1pPr>
            <a:lvl2pPr marL="742932" indent="-285744">
              <a:defRPr>
                <a:solidFill>
                  <a:schemeClr val="tx1"/>
                </a:solidFill>
                <a:latin typeface="Arial" panose="020B0604020202020204" pitchFamily="34" charset="0"/>
                <a:cs typeface="Arial" panose="020B0604020202020204" pitchFamily="34" charset="0"/>
              </a:defRPr>
            </a:lvl2pPr>
            <a:lvl3pPr marL="1142971" indent="-228594">
              <a:defRPr>
                <a:solidFill>
                  <a:schemeClr val="tx1"/>
                </a:solidFill>
                <a:latin typeface="Arial" panose="020B0604020202020204" pitchFamily="34" charset="0"/>
                <a:cs typeface="Arial" panose="020B0604020202020204" pitchFamily="34" charset="0"/>
              </a:defRPr>
            </a:lvl3pPr>
            <a:lvl4pPr marL="1600160" indent="-228594">
              <a:defRPr>
                <a:solidFill>
                  <a:schemeClr val="tx1"/>
                </a:solidFill>
                <a:latin typeface="Arial" panose="020B0604020202020204" pitchFamily="34" charset="0"/>
                <a:cs typeface="Arial" panose="020B0604020202020204" pitchFamily="34" charset="0"/>
              </a:defRPr>
            </a:lvl4pPr>
            <a:lvl5pPr marL="2057349" indent="-228594">
              <a:defRPr>
                <a:solidFill>
                  <a:schemeClr val="tx1"/>
                </a:solidFill>
                <a:latin typeface="Arial" panose="020B0604020202020204" pitchFamily="34" charset="0"/>
                <a:cs typeface="Arial" panose="020B0604020202020204" pitchFamily="34" charset="0"/>
              </a:defRPr>
            </a:lvl5pPr>
            <a:lvl6pPr marL="2514537" indent="-228594"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726" indent="-228594"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8914" indent="-228594"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103" indent="-228594"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400">
                <a:solidFill>
                  <a:prstClr val="black"/>
                </a:solidFill>
              </a:rPr>
              <a:t>    </a:t>
            </a:r>
          </a:p>
        </p:txBody>
      </p:sp>
    </p:spTree>
    <p:extLst>
      <p:ext uri="{BB962C8B-B14F-4D97-AF65-F5344CB8AC3E}">
        <p14:creationId xmlns:p14="http://schemas.microsoft.com/office/powerpoint/2010/main" val="18399350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a:xfrm>
            <a:off x="21928" y="-2748"/>
            <a:ext cx="10515600" cy="537139"/>
          </a:xfrm>
        </p:spPr>
        <p:txBody>
          <a:bodyPr/>
          <a:lstStyle/>
          <a:p>
            <a:pPr eaLnBrk="1" hangingPunct="1"/>
            <a:r>
              <a:rPr lang="en-US" altLang="en-US" sz="3733" dirty="0">
                <a:latin typeface="Arial" panose="020B0604020202020204" pitchFamily="34" charset="0"/>
                <a:cs typeface="Arial" panose="020B0604020202020204" pitchFamily="34" charset="0"/>
              </a:rPr>
              <a:t>Application-Aware Inspection</a:t>
            </a:r>
          </a:p>
        </p:txBody>
      </p:sp>
      <p:sp>
        <p:nvSpPr>
          <p:cNvPr id="22533" name="Line 107"/>
          <p:cNvSpPr>
            <a:spLocks noChangeShapeType="1"/>
          </p:cNvSpPr>
          <p:nvPr/>
        </p:nvSpPr>
        <p:spPr bwMode="auto">
          <a:xfrm flipV="1">
            <a:off x="4106864" y="2344739"/>
            <a:ext cx="3565525" cy="38100"/>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2534" name="Line 25"/>
          <p:cNvSpPr>
            <a:spLocks noChangeShapeType="1"/>
          </p:cNvSpPr>
          <p:nvPr/>
        </p:nvSpPr>
        <p:spPr bwMode="auto">
          <a:xfrm flipH="1">
            <a:off x="3832225" y="3289301"/>
            <a:ext cx="0" cy="1139825"/>
          </a:xfrm>
          <a:prstGeom prst="line">
            <a:avLst/>
          </a:prstGeom>
          <a:noFill/>
          <a:ln w="508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2535" name="Line 26"/>
          <p:cNvSpPr>
            <a:spLocks noChangeShapeType="1"/>
          </p:cNvSpPr>
          <p:nvPr/>
        </p:nvSpPr>
        <p:spPr bwMode="auto">
          <a:xfrm>
            <a:off x="4319588" y="3289300"/>
            <a:ext cx="0" cy="1136651"/>
          </a:xfrm>
          <a:prstGeom prst="line">
            <a:avLst/>
          </a:prstGeom>
          <a:noFill/>
          <a:ln w="508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2536" name="Line 41"/>
          <p:cNvSpPr>
            <a:spLocks noChangeShapeType="1"/>
          </p:cNvSpPr>
          <p:nvPr/>
        </p:nvSpPr>
        <p:spPr bwMode="auto">
          <a:xfrm>
            <a:off x="7466013" y="3289300"/>
            <a:ext cx="0" cy="1143000"/>
          </a:xfrm>
          <a:prstGeom prst="line">
            <a:avLst/>
          </a:prstGeom>
          <a:noFill/>
          <a:ln w="508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2537" name="Line 42"/>
          <p:cNvSpPr>
            <a:spLocks noChangeShapeType="1"/>
          </p:cNvSpPr>
          <p:nvPr/>
        </p:nvSpPr>
        <p:spPr bwMode="auto">
          <a:xfrm flipH="1">
            <a:off x="7935913" y="3289301"/>
            <a:ext cx="15875" cy="1130300"/>
          </a:xfrm>
          <a:prstGeom prst="line">
            <a:avLst/>
          </a:prstGeom>
          <a:noFill/>
          <a:ln w="50800">
            <a:solidFill>
              <a:schemeClr val="accent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2538" name="Rectangle 65"/>
          <p:cNvSpPr>
            <a:spLocks noChangeArrowheads="1"/>
          </p:cNvSpPr>
          <p:nvPr/>
        </p:nvSpPr>
        <p:spPr bwMode="auto">
          <a:xfrm>
            <a:off x="3667275" y="1498601"/>
            <a:ext cx="790280" cy="610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lnSpc>
                <a:spcPct val="95000"/>
              </a:lnSpc>
              <a:spcBef>
                <a:spcPct val="20000"/>
              </a:spcBef>
              <a:spcAft>
                <a:spcPct val="0"/>
              </a:spcAft>
              <a:buClr>
                <a:srgbClr val="FF9933"/>
              </a:buClr>
              <a:buFont typeface="Wingdings" panose="05000000000000000000" pitchFamily="2" charset="2"/>
              <a:buNone/>
            </a:pPr>
            <a:r>
              <a:rPr lang="en-US" altLang="en-US" sz="1600">
                <a:solidFill>
                  <a:prstClr val="black"/>
                </a:solidFill>
              </a:rPr>
              <a:t>FTP</a:t>
            </a:r>
          </a:p>
          <a:p>
            <a:pPr algn="ctr" fontAlgn="base">
              <a:lnSpc>
                <a:spcPct val="95000"/>
              </a:lnSpc>
              <a:spcBef>
                <a:spcPct val="20000"/>
              </a:spcBef>
              <a:spcAft>
                <a:spcPct val="0"/>
              </a:spcAft>
              <a:buClr>
                <a:srgbClr val="FF9933"/>
              </a:buClr>
              <a:buFont typeface="Wingdings" panose="05000000000000000000" pitchFamily="2" charset="2"/>
              <a:buNone/>
            </a:pPr>
            <a:r>
              <a:rPr lang="en-US" altLang="en-US" sz="1600">
                <a:solidFill>
                  <a:prstClr val="black"/>
                </a:solidFill>
              </a:rPr>
              <a:t>Server</a:t>
            </a:r>
          </a:p>
        </p:txBody>
      </p:sp>
      <p:sp>
        <p:nvSpPr>
          <p:cNvPr id="22539" name="Rectangle 66"/>
          <p:cNvSpPr>
            <a:spLocks noChangeArrowheads="1"/>
          </p:cNvSpPr>
          <p:nvPr/>
        </p:nvSpPr>
        <p:spPr bwMode="auto">
          <a:xfrm>
            <a:off x="7258051" y="1801814"/>
            <a:ext cx="708527" cy="32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5000"/>
              </a:lnSpc>
              <a:spcBef>
                <a:spcPct val="20000"/>
              </a:spcBef>
              <a:spcAft>
                <a:spcPct val="0"/>
              </a:spcAft>
              <a:buClr>
                <a:srgbClr val="FF9933"/>
              </a:buClr>
              <a:buFont typeface="Wingdings" panose="05000000000000000000" pitchFamily="2" charset="2"/>
              <a:buNone/>
            </a:pPr>
            <a:r>
              <a:rPr lang="en-US" altLang="en-US" sz="1600">
                <a:solidFill>
                  <a:prstClr val="black"/>
                </a:solidFill>
              </a:rPr>
              <a:t>Client</a:t>
            </a:r>
          </a:p>
        </p:txBody>
      </p:sp>
      <p:sp>
        <p:nvSpPr>
          <p:cNvPr id="22540" name="Line 67"/>
          <p:cNvSpPr>
            <a:spLocks noChangeShapeType="1"/>
          </p:cNvSpPr>
          <p:nvPr/>
        </p:nvSpPr>
        <p:spPr bwMode="auto">
          <a:xfrm>
            <a:off x="4357688" y="3503613"/>
            <a:ext cx="3092451" cy="1587"/>
          </a:xfrm>
          <a:prstGeom prst="line">
            <a:avLst/>
          </a:prstGeom>
          <a:noFill/>
          <a:ln w="38100">
            <a:solidFill>
              <a:srgbClr val="015F85"/>
            </a:solidFill>
            <a:round/>
            <a:headEnd type="triangle" w="med" len="me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2541" name="Rectangle 68"/>
          <p:cNvSpPr>
            <a:spLocks noChangeArrowheads="1"/>
          </p:cNvSpPr>
          <p:nvPr/>
        </p:nvSpPr>
        <p:spPr bwMode="auto">
          <a:xfrm>
            <a:off x="7130939" y="2649538"/>
            <a:ext cx="679673" cy="693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nchorCtr="1">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lnSpc>
                <a:spcPct val="95000"/>
              </a:lnSpc>
              <a:spcBef>
                <a:spcPct val="20000"/>
              </a:spcBef>
              <a:spcAft>
                <a:spcPct val="0"/>
              </a:spcAft>
              <a:buClr>
                <a:srgbClr val="FF9933"/>
              </a:buClr>
              <a:buFont typeface="Wingdings" panose="05000000000000000000" pitchFamily="2" charset="2"/>
              <a:buNone/>
            </a:pPr>
            <a:r>
              <a:rPr lang="en-US" altLang="en-US" sz="1200">
                <a:solidFill>
                  <a:prstClr val="black"/>
                </a:solidFill>
              </a:rPr>
              <a:t>Control</a:t>
            </a:r>
          </a:p>
          <a:p>
            <a:pPr algn="ctr" fontAlgn="base">
              <a:lnSpc>
                <a:spcPct val="95000"/>
              </a:lnSpc>
              <a:spcBef>
                <a:spcPct val="20000"/>
              </a:spcBef>
              <a:spcAft>
                <a:spcPct val="0"/>
              </a:spcAft>
              <a:buClr>
                <a:srgbClr val="FF9933"/>
              </a:buClr>
              <a:buFont typeface="Wingdings" panose="05000000000000000000" pitchFamily="2" charset="2"/>
              <a:buNone/>
            </a:pPr>
            <a:r>
              <a:rPr lang="en-US" altLang="en-US" sz="1200">
                <a:solidFill>
                  <a:prstClr val="black"/>
                </a:solidFill>
              </a:rPr>
              <a:t>Port</a:t>
            </a:r>
          </a:p>
          <a:p>
            <a:pPr algn="ctr" fontAlgn="base">
              <a:lnSpc>
                <a:spcPct val="95000"/>
              </a:lnSpc>
              <a:spcBef>
                <a:spcPct val="20000"/>
              </a:spcBef>
              <a:spcAft>
                <a:spcPct val="0"/>
              </a:spcAft>
              <a:buClr>
                <a:srgbClr val="FF9933"/>
              </a:buClr>
              <a:buFont typeface="Wingdings" panose="05000000000000000000" pitchFamily="2" charset="2"/>
              <a:buNone/>
            </a:pPr>
            <a:r>
              <a:rPr lang="en-US" altLang="en-US" sz="1200">
                <a:solidFill>
                  <a:prstClr val="black"/>
                </a:solidFill>
              </a:rPr>
              <a:t>2008</a:t>
            </a:r>
          </a:p>
        </p:txBody>
      </p:sp>
      <p:sp>
        <p:nvSpPr>
          <p:cNvPr id="22542" name="Rectangle 69"/>
          <p:cNvSpPr>
            <a:spLocks noChangeArrowheads="1"/>
          </p:cNvSpPr>
          <p:nvPr/>
        </p:nvSpPr>
        <p:spPr bwMode="auto">
          <a:xfrm>
            <a:off x="7719851" y="2649538"/>
            <a:ext cx="525785" cy="693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nchorCtr="1">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lnSpc>
                <a:spcPct val="95000"/>
              </a:lnSpc>
              <a:spcBef>
                <a:spcPct val="20000"/>
              </a:spcBef>
              <a:spcAft>
                <a:spcPct val="0"/>
              </a:spcAft>
              <a:buClr>
                <a:srgbClr val="FF9933"/>
              </a:buClr>
              <a:buFont typeface="Wingdings" panose="05000000000000000000" pitchFamily="2" charset="2"/>
              <a:buNone/>
            </a:pPr>
            <a:r>
              <a:rPr lang="en-US" altLang="en-US" sz="1200">
                <a:solidFill>
                  <a:prstClr val="black"/>
                </a:solidFill>
              </a:rPr>
              <a:t>Data</a:t>
            </a:r>
          </a:p>
          <a:p>
            <a:pPr algn="ctr" fontAlgn="base">
              <a:lnSpc>
                <a:spcPct val="95000"/>
              </a:lnSpc>
              <a:spcBef>
                <a:spcPct val="20000"/>
              </a:spcBef>
              <a:spcAft>
                <a:spcPct val="0"/>
              </a:spcAft>
              <a:buClr>
                <a:srgbClr val="FF9933"/>
              </a:buClr>
              <a:buFont typeface="Wingdings" panose="05000000000000000000" pitchFamily="2" charset="2"/>
              <a:buNone/>
            </a:pPr>
            <a:r>
              <a:rPr lang="en-US" altLang="en-US" sz="1200">
                <a:solidFill>
                  <a:prstClr val="black"/>
                </a:solidFill>
              </a:rPr>
              <a:t>Port</a:t>
            </a:r>
          </a:p>
          <a:p>
            <a:pPr algn="ctr" fontAlgn="base">
              <a:lnSpc>
                <a:spcPct val="95000"/>
              </a:lnSpc>
              <a:spcBef>
                <a:spcPct val="20000"/>
              </a:spcBef>
              <a:spcAft>
                <a:spcPct val="0"/>
              </a:spcAft>
              <a:buClr>
                <a:srgbClr val="FF9933"/>
              </a:buClr>
              <a:buFont typeface="Wingdings" panose="05000000000000000000" pitchFamily="2" charset="2"/>
              <a:buNone/>
            </a:pPr>
            <a:r>
              <a:rPr lang="en-US" altLang="en-US" sz="1200">
                <a:solidFill>
                  <a:prstClr val="black"/>
                </a:solidFill>
              </a:rPr>
              <a:t>2010</a:t>
            </a:r>
          </a:p>
        </p:txBody>
      </p:sp>
      <p:sp>
        <p:nvSpPr>
          <p:cNvPr id="22543" name="Rectangle 70"/>
          <p:cNvSpPr>
            <a:spLocks noChangeArrowheads="1"/>
          </p:cNvSpPr>
          <p:nvPr/>
        </p:nvSpPr>
        <p:spPr bwMode="auto">
          <a:xfrm>
            <a:off x="3584493" y="2649539"/>
            <a:ext cx="509755" cy="65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nchorCtr="1">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lnSpc>
                <a:spcPct val="95000"/>
              </a:lnSpc>
              <a:spcBef>
                <a:spcPct val="20000"/>
              </a:spcBef>
              <a:spcAft>
                <a:spcPct val="0"/>
              </a:spcAft>
              <a:buClr>
                <a:srgbClr val="FF9933"/>
              </a:buClr>
              <a:buFont typeface="Wingdings" panose="05000000000000000000" pitchFamily="2" charset="2"/>
              <a:buNone/>
            </a:pPr>
            <a:r>
              <a:rPr lang="en-US" altLang="en-US" sz="1200">
                <a:solidFill>
                  <a:prstClr val="black"/>
                </a:solidFill>
              </a:rPr>
              <a:t>Data</a:t>
            </a:r>
          </a:p>
          <a:p>
            <a:pPr algn="ctr" fontAlgn="base">
              <a:lnSpc>
                <a:spcPct val="95000"/>
              </a:lnSpc>
              <a:spcBef>
                <a:spcPct val="20000"/>
              </a:spcBef>
              <a:spcAft>
                <a:spcPct val="0"/>
              </a:spcAft>
              <a:buClr>
                <a:srgbClr val="FF9933"/>
              </a:buClr>
              <a:buFont typeface="Wingdings" panose="05000000000000000000" pitchFamily="2" charset="2"/>
              <a:buNone/>
            </a:pPr>
            <a:r>
              <a:rPr lang="en-US" altLang="en-US" sz="1200">
                <a:solidFill>
                  <a:prstClr val="black"/>
                </a:solidFill>
              </a:rPr>
              <a:t>Port</a:t>
            </a:r>
            <a:br>
              <a:rPr lang="en-US" altLang="en-US" sz="1200">
                <a:solidFill>
                  <a:prstClr val="black"/>
                </a:solidFill>
              </a:rPr>
            </a:br>
            <a:r>
              <a:rPr lang="en-US" altLang="en-US" sz="1200">
                <a:solidFill>
                  <a:prstClr val="black"/>
                </a:solidFill>
              </a:rPr>
              <a:t>20</a:t>
            </a:r>
          </a:p>
        </p:txBody>
      </p:sp>
      <p:sp>
        <p:nvSpPr>
          <p:cNvPr id="22544" name="Rectangle 71"/>
          <p:cNvSpPr>
            <a:spLocks noChangeArrowheads="1"/>
          </p:cNvSpPr>
          <p:nvPr/>
        </p:nvSpPr>
        <p:spPr bwMode="auto">
          <a:xfrm>
            <a:off x="4025790" y="2649538"/>
            <a:ext cx="679673" cy="693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nchorCtr="1">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lnSpc>
                <a:spcPct val="95000"/>
              </a:lnSpc>
              <a:spcBef>
                <a:spcPct val="20000"/>
              </a:spcBef>
              <a:spcAft>
                <a:spcPct val="0"/>
              </a:spcAft>
              <a:buClr>
                <a:srgbClr val="FF9933"/>
              </a:buClr>
              <a:buFont typeface="Wingdings" panose="05000000000000000000" pitchFamily="2" charset="2"/>
              <a:buNone/>
            </a:pPr>
            <a:r>
              <a:rPr lang="en-US" altLang="en-US" sz="1200">
                <a:solidFill>
                  <a:prstClr val="black"/>
                </a:solidFill>
              </a:rPr>
              <a:t>Control</a:t>
            </a:r>
          </a:p>
          <a:p>
            <a:pPr algn="ctr" fontAlgn="base">
              <a:lnSpc>
                <a:spcPct val="95000"/>
              </a:lnSpc>
              <a:spcBef>
                <a:spcPct val="20000"/>
              </a:spcBef>
              <a:spcAft>
                <a:spcPct val="0"/>
              </a:spcAft>
              <a:buClr>
                <a:srgbClr val="FF9933"/>
              </a:buClr>
              <a:buFont typeface="Wingdings" panose="05000000000000000000" pitchFamily="2" charset="2"/>
              <a:buNone/>
            </a:pPr>
            <a:r>
              <a:rPr lang="en-US" altLang="en-US" sz="1200">
                <a:solidFill>
                  <a:prstClr val="black"/>
                </a:solidFill>
              </a:rPr>
              <a:t>Port</a:t>
            </a:r>
          </a:p>
          <a:p>
            <a:pPr algn="ctr" fontAlgn="base">
              <a:lnSpc>
                <a:spcPct val="95000"/>
              </a:lnSpc>
              <a:spcBef>
                <a:spcPct val="20000"/>
              </a:spcBef>
              <a:spcAft>
                <a:spcPct val="0"/>
              </a:spcAft>
              <a:buClr>
                <a:srgbClr val="FF9933"/>
              </a:buClr>
              <a:buFont typeface="Wingdings" panose="05000000000000000000" pitchFamily="2" charset="2"/>
              <a:buNone/>
            </a:pPr>
            <a:r>
              <a:rPr lang="en-US" altLang="en-US" sz="1200">
                <a:solidFill>
                  <a:prstClr val="black"/>
                </a:solidFill>
              </a:rPr>
              <a:t>21</a:t>
            </a:r>
          </a:p>
        </p:txBody>
      </p:sp>
      <p:sp>
        <p:nvSpPr>
          <p:cNvPr id="22545" name="Rectangle 72"/>
          <p:cNvSpPr>
            <a:spLocks noChangeArrowheads="1"/>
          </p:cNvSpPr>
          <p:nvPr/>
        </p:nvSpPr>
        <p:spPr bwMode="auto">
          <a:xfrm>
            <a:off x="5243514" y="3227267"/>
            <a:ext cx="1356140" cy="268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nchor="b" anchorCtr="1">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5000"/>
              </a:lnSpc>
              <a:spcBef>
                <a:spcPct val="20000"/>
              </a:spcBef>
              <a:spcAft>
                <a:spcPct val="0"/>
              </a:spcAft>
              <a:buClr>
                <a:srgbClr val="FF9933"/>
              </a:buClr>
              <a:buFont typeface="Wingdings" panose="05000000000000000000" pitchFamily="2" charset="2"/>
              <a:buNone/>
            </a:pPr>
            <a:r>
              <a:rPr lang="en-US" altLang="en-US" sz="1200">
                <a:solidFill>
                  <a:prstClr val="black"/>
                </a:solidFill>
              </a:rPr>
              <a:t>Data - Port 2010 </a:t>
            </a:r>
          </a:p>
        </p:txBody>
      </p:sp>
      <p:sp>
        <p:nvSpPr>
          <p:cNvPr id="22546" name="Line 73"/>
          <p:cNvSpPr>
            <a:spLocks noChangeShapeType="1"/>
          </p:cNvSpPr>
          <p:nvPr/>
        </p:nvSpPr>
        <p:spPr bwMode="auto">
          <a:xfrm flipH="1">
            <a:off x="3841749" y="4243389"/>
            <a:ext cx="4097339" cy="12700"/>
          </a:xfrm>
          <a:prstGeom prst="line">
            <a:avLst/>
          </a:prstGeom>
          <a:noFill/>
          <a:ln w="38100">
            <a:solidFill>
              <a:srgbClr val="015F85"/>
            </a:solidFill>
            <a:round/>
            <a:headEnd type="triangle" w="med" len="me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2547" name="Rectangle 74"/>
          <p:cNvSpPr>
            <a:spLocks noChangeArrowheads="1"/>
          </p:cNvSpPr>
          <p:nvPr/>
        </p:nvSpPr>
        <p:spPr bwMode="auto">
          <a:xfrm>
            <a:off x="5348288" y="3617914"/>
            <a:ext cx="1117294" cy="268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nchorCtr="1">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5000"/>
              </a:lnSpc>
              <a:spcBef>
                <a:spcPct val="20000"/>
              </a:spcBef>
              <a:spcAft>
                <a:spcPct val="0"/>
              </a:spcAft>
              <a:buClr>
                <a:srgbClr val="FF9933"/>
              </a:buClr>
              <a:buFont typeface="Wingdings" panose="05000000000000000000" pitchFamily="2" charset="2"/>
              <a:buNone/>
            </a:pPr>
            <a:r>
              <a:rPr lang="en-US" altLang="en-US" sz="1200">
                <a:solidFill>
                  <a:prstClr val="black"/>
                </a:solidFill>
              </a:rPr>
              <a:t>Port 2010 OK</a:t>
            </a:r>
          </a:p>
        </p:txBody>
      </p:sp>
      <p:sp>
        <p:nvSpPr>
          <p:cNvPr id="22548" name="Rectangle 75"/>
          <p:cNvSpPr>
            <a:spLocks noChangeArrowheads="1"/>
          </p:cNvSpPr>
          <p:nvPr/>
        </p:nvSpPr>
        <p:spPr bwMode="auto">
          <a:xfrm>
            <a:off x="5649914" y="3956050"/>
            <a:ext cx="509755" cy="268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nchorCtr="1">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5000"/>
              </a:lnSpc>
              <a:spcBef>
                <a:spcPct val="20000"/>
              </a:spcBef>
              <a:spcAft>
                <a:spcPct val="0"/>
              </a:spcAft>
              <a:buClr>
                <a:srgbClr val="FF9933"/>
              </a:buClr>
              <a:buFont typeface="Wingdings" panose="05000000000000000000" pitchFamily="2" charset="2"/>
              <a:buNone/>
            </a:pPr>
            <a:r>
              <a:rPr lang="en-US" altLang="en-US" sz="1200">
                <a:solidFill>
                  <a:srgbClr val="ED7D31"/>
                </a:solidFill>
              </a:rPr>
              <a:t>Data</a:t>
            </a:r>
          </a:p>
        </p:txBody>
      </p:sp>
      <p:sp>
        <p:nvSpPr>
          <p:cNvPr id="22549" name="Line 76"/>
          <p:cNvSpPr>
            <a:spLocks noChangeShapeType="1"/>
          </p:cNvSpPr>
          <p:nvPr/>
        </p:nvSpPr>
        <p:spPr bwMode="auto">
          <a:xfrm flipH="1">
            <a:off x="4367214" y="3867151"/>
            <a:ext cx="3106737" cy="0"/>
          </a:xfrm>
          <a:prstGeom prst="line">
            <a:avLst/>
          </a:prstGeom>
          <a:noFill/>
          <a:ln w="38100">
            <a:solidFill>
              <a:srgbClr val="015F85"/>
            </a:solidFill>
            <a:round/>
            <a:headEnd type="triangle" w="med" len="me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2550" name="AutoShape 96"/>
          <p:cNvSpPr>
            <a:spLocks noChangeArrowheads="1"/>
          </p:cNvSpPr>
          <p:nvPr/>
        </p:nvSpPr>
        <p:spPr bwMode="auto">
          <a:xfrm flipH="1">
            <a:off x="6350001" y="1835151"/>
            <a:ext cx="698500" cy="292100"/>
          </a:xfrm>
          <a:prstGeom prst="rightArrow">
            <a:avLst>
              <a:gd name="adj1" fmla="val 50000"/>
              <a:gd name="adj2" fmla="val 59783"/>
            </a:avLst>
          </a:prstGeom>
          <a:solidFill>
            <a:schemeClr val="folHlink"/>
          </a:solidFill>
          <a:ln w="9525">
            <a:solidFill>
              <a:schemeClr val="tx1"/>
            </a:solidFill>
            <a:miter lim="800000"/>
            <a:headEnd type="none" w="sm" len="sm"/>
            <a:tailEnd type="none" w="sm" len="sm"/>
          </a:ln>
        </p:spPr>
        <p:txBody>
          <a:bodyPr wrap="none" lIns="73025" tIns="36512" rIns="73025" bIns="36512"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pic>
        <p:nvPicPr>
          <p:cNvPr id="22551" name="Picture 104" descr="File-Application_Serve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11589" y="2085977"/>
            <a:ext cx="447675"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52" name="Picture 105" descr="P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24739" y="2125664"/>
            <a:ext cx="508000"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53" name="Picture 106" descr="Network_Cloud_Standard"/>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92639" y="1946276"/>
            <a:ext cx="1527175"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54" name="Rectangle 112"/>
          <p:cNvSpPr>
            <a:spLocks noChangeArrowheads="1"/>
          </p:cNvSpPr>
          <p:nvPr/>
        </p:nvSpPr>
        <p:spPr bwMode="auto">
          <a:xfrm>
            <a:off x="226978" y="4532313"/>
            <a:ext cx="11757936" cy="2095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82124" tIns="41061" rIns="82124" bIns="41061">
            <a:spAutoFit/>
          </a:bodyPr>
          <a:lstStyle>
            <a:lvl1pPr marL="342900" indent="-342900" defTabSz="814388">
              <a:defRPr>
                <a:solidFill>
                  <a:schemeClr val="tx1"/>
                </a:solidFill>
                <a:latin typeface="Arial" panose="020B0604020202020204" pitchFamily="34" charset="0"/>
                <a:cs typeface="Arial" panose="020B0604020202020204" pitchFamily="34" charset="0"/>
              </a:defRPr>
            </a:lvl1pPr>
            <a:lvl2pPr marL="342900" indent="-22860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fontAlgn="base">
              <a:lnSpc>
                <a:spcPct val="95000"/>
              </a:lnSpc>
              <a:spcBef>
                <a:spcPct val="35000"/>
              </a:spcBef>
              <a:spcAft>
                <a:spcPct val="0"/>
              </a:spcAft>
              <a:buClr>
                <a:srgbClr val="0183B7"/>
              </a:buClr>
              <a:buFont typeface="Wingdings" panose="05000000000000000000" pitchFamily="2" charset="2"/>
              <a:buChar char="§"/>
            </a:pPr>
            <a:r>
              <a:rPr lang="en-US" altLang="en-US" sz="2400" dirty="0">
                <a:solidFill>
                  <a:srgbClr val="000000"/>
                </a:solidFill>
              </a:rPr>
              <a:t>Protocols such as FTP, HTTP, H.323, and SQL*Net need to negotiate connections </a:t>
            </a:r>
            <a:br>
              <a:rPr lang="en-US" altLang="en-US" sz="2400" dirty="0">
                <a:solidFill>
                  <a:srgbClr val="000000"/>
                </a:solidFill>
              </a:rPr>
            </a:br>
            <a:r>
              <a:rPr lang="en-US" altLang="en-US" sz="2400" dirty="0">
                <a:solidFill>
                  <a:srgbClr val="000000"/>
                </a:solidFill>
              </a:rPr>
              <a:t>to dynamically assigned source or destination ports through the firewall. </a:t>
            </a:r>
          </a:p>
          <a:p>
            <a:pPr lvl="1" fontAlgn="base">
              <a:lnSpc>
                <a:spcPct val="95000"/>
              </a:lnSpc>
              <a:spcBef>
                <a:spcPct val="35000"/>
              </a:spcBef>
              <a:spcAft>
                <a:spcPct val="0"/>
              </a:spcAft>
              <a:buClr>
                <a:srgbClr val="0183B7"/>
              </a:buClr>
              <a:buFont typeface="Wingdings" panose="05000000000000000000" pitchFamily="2" charset="2"/>
              <a:buChar char="§"/>
            </a:pPr>
            <a:r>
              <a:rPr lang="en-US" altLang="en-US" sz="2400" dirty="0">
                <a:solidFill>
                  <a:srgbClr val="000000"/>
                </a:solidFill>
              </a:rPr>
              <a:t>Inspects packets above the network layer.</a:t>
            </a:r>
          </a:p>
          <a:p>
            <a:pPr lvl="1" fontAlgn="base">
              <a:lnSpc>
                <a:spcPct val="95000"/>
              </a:lnSpc>
              <a:spcBef>
                <a:spcPct val="35000"/>
              </a:spcBef>
              <a:spcAft>
                <a:spcPct val="0"/>
              </a:spcAft>
              <a:buClr>
                <a:srgbClr val="0183B7"/>
              </a:buClr>
              <a:buFont typeface="Wingdings" panose="05000000000000000000" pitchFamily="2" charset="2"/>
              <a:buChar char="§"/>
            </a:pPr>
            <a:r>
              <a:rPr lang="en-US" altLang="en-US" sz="2400" dirty="0">
                <a:solidFill>
                  <a:srgbClr val="000000"/>
                </a:solidFill>
              </a:rPr>
              <a:t>Securely opens and closes negotiated ports for </a:t>
            </a:r>
            <a:br>
              <a:rPr lang="en-US" altLang="en-US" sz="2400" dirty="0">
                <a:solidFill>
                  <a:srgbClr val="000000"/>
                </a:solidFill>
              </a:rPr>
            </a:br>
            <a:r>
              <a:rPr lang="en-US" altLang="en-US" sz="2400" dirty="0">
                <a:solidFill>
                  <a:srgbClr val="000000"/>
                </a:solidFill>
              </a:rPr>
              <a:t>legitimate client-server connections through the firewall.</a:t>
            </a:r>
          </a:p>
        </p:txBody>
      </p:sp>
      <p:pic>
        <p:nvPicPr>
          <p:cNvPr id="22555" name="Picture 113" descr="Cisco_ASA5500"/>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07165" y="2190751"/>
            <a:ext cx="511175" cy="66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965075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3058" descr="Home_Offic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89539" y="1476377"/>
            <a:ext cx="457200"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5" name="Picture 3059" descr="Home_Offic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113339" y="1552577"/>
            <a:ext cx="457200"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6" name="Picture 3060" descr="Home_Offic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37139" y="1622426"/>
            <a:ext cx="457200"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7" name="Picture 3061" descr="Home_Offic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64113" y="1703389"/>
            <a:ext cx="457200"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8" name="Picture 3057" descr="Home_Offic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52988" y="2336801"/>
            <a:ext cx="457200"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9" name="Picture 3056" descr="Home_Offic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76788" y="2413001"/>
            <a:ext cx="457200"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0" name="Picture 3054" descr="Home_Offic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00588" y="2482852"/>
            <a:ext cx="457200"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61" name="Picture 3055" descr="Home_Offic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27563" y="2563814"/>
            <a:ext cx="457200" cy="40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62" name="Line 1535"/>
          <p:cNvSpPr>
            <a:spLocks noChangeShapeType="1"/>
          </p:cNvSpPr>
          <p:nvPr/>
        </p:nvSpPr>
        <p:spPr bwMode="auto">
          <a:xfrm>
            <a:off x="2714625" y="4051300"/>
            <a:ext cx="7213600" cy="0"/>
          </a:xfrm>
          <a:prstGeom prst="line">
            <a:avLst/>
          </a:prstGeom>
          <a:noFill/>
          <a:ln w="38100">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lIns="82124" tIns="41061" rIns="82124" bIns="41061"/>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grpSp>
        <p:nvGrpSpPr>
          <p:cNvPr id="23563" name="Group 1548"/>
          <p:cNvGrpSpPr>
            <a:grpSpLocks/>
          </p:cNvGrpSpPr>
          <p:nvPr/>
        </p:nvGrpSpPr>
        <p:grpSpPr bwMode="auto">
          <a:xfrm>
            <a:off x="5167314" y="3216275"/>
            <a:ext cx="209551" cy="527051"/>
            <a:chOff x="3007" y="3420"/>
            <a:chExt cx="123" cy="332"/>
          </a:xfrm>
        </p:grpSpPr>
        <p:sp>
          <p:nvSpPr>
            <p:cNvPr id="23749" name="Line 1549"/>
            <p:cNvSpPr>
              <a:spLocks noChangeShapeType="1"/>
            </p:cNvSpPr>
            <p:nvPr/>
          </p:nvSpPr>
          <p:spPr bwMode="auto">
            <a:xfrm flipH="1">
              <a:off x="3118" y="3420"/>
              <a:ext cx="2" cy="332"/>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750" name="Line 1550"/>
            <p:cNvSpPr>
              <a:spLocks noChangeShapeType="1"/>
            </p:cNvSpPr>
            <p:nvPr/>
          </p:nvSpPr>
          <p:spPr bwMode="auto">
            <a:xfrm>
              <a:off x="3007" y="3488"/>
              <a:ext cx="117" cy="4"/>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751" name="Line 1551"/>
            <p:cNvSpPr>
              <a:spLocks noChangeShapeType="1"/>
            </p:cNvSpPr>
            <p:nvPr/>
          </p:nvSpPr>
          <p:spPr bwMode="auto">
            <a:xfrm>
              <a:off x="3013" y="3682"/>
              <a:ext cx="117" cy="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grpSp>
      <p:sp>
        <p:nvSpPr>
          <p:cNvPr id="23564" name="Line 1552"/>
          <p:cNvSpPr>
            <a:spLocks noChangeShapeType="1"/>
          </p:cNvSpPr>
          <p:nvPr/>
        </p:nvSpPr>
        <p:spPr bwMode="auto">
          <a:xfrm flipV="1">
            <a:off x="5346700" y="3463925"/>
            <a:ext cx="344488" cy="7939"/>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565" name="Line 1553"/>
          <p:cNvSpPr>
            <a:spLocks noChangeShapeType="1"/>
          </p:cNvSpPr>
          <p:nvPr/>
        </p:nvSpPr>
        <p:spPr bwMode="auto">
          <a:xfrm flipH="1">
            <a:off x="5632451" y="2663826"/>
            <a:ext cx="585788" cy="774700"/>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grpSp>
        <p:nvGrpSpPr>
          <p:cNvPr id="23566" name="Group 1554"/>
          <p:cNvGrpSpPr>
            <a:grpSpLocks/>
          </p:cNvGrpSpPr>
          <p:nvPr/>
        </p:nvGrpSpPr>
        <p:grpSpPr bwMode="auto">
          <a:xfrm>
            <a:off x="6262689" y="3338513"/>
            <a:ext cx="195263" cy="527051"/>
            <a:chOff x="3007" y="3420"/>
            <a:chExt cx="123" cy="332"/>
          </a:xfrm>
        </p:grpSpPr>
        <p:sp>
          <p:nvSpPr>
            <p:cNvPr id="23746" name="Line 1555"/>
            <p:cNvSpPr>
              <a:spLocks noChangeShapeType="1"/>
            </p:cNvSpPr>
            <p:nvPr/>
          </p:nvSpPr>
          <p:spPr bwMode="auto">
            <a:xfrm flipH="1">
              <a:off x="3118" y="3420"/>
              <a:ext cx="2" cy="332"/>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747" name="Line 1556"/>
            <p:cNvSpPr>
              <a:spLocks noChangeShapeType="1"/>
            </p:cNvSpPr>
            <p:nvPr/>
          </p:nvSpPr>
          <p:spPr bwMode="auto">
            <a:xfrm>
              <a:off x="3007" y="3488"/>
              <a:ext cx="117" cy="4"/>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748" name="Line 1557"/>
            <p:cNvSpPr>
              <a:spLocks noChangeShapeType="1"/>
            </p:cNvSpPr>
            <p:nvPr/>
          </p:nvSpPr>
          <p:spPr bwMode="auto">
            <a:xfrm>
              <a:off x="3013" y="3682"/>
              <a:ext cx="117" cy="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grpSp>
      <p:sp>
        <p:nvSpPr>
          <p:cNvPr id="23567" name="Line 1558"/>
          <p:cNvSpPr>
            <a:spLocks noChangeShapeType="1"/>
          </p:cNvSpPr>
          <p:nvPr/>
        </p:nvSpPr>
        <p:spPr bwMode="auto">
          <a:xfrm>
            <a:off x="6413500" y="3582989"/>
            <a:ext cx="344488" cy="6351"/>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568" name="Line 1559"/>
          <p:cNvSpPr>
            <a:spLocks noChangeShapeType="1"/>
          </p:cNvSpPr>
          <p:nvPr/>
        </p:nvSpPr>
        <p:spPr bwMode="auto">
          <a:xfrm>
            <a:off x="6445250" y="2566989"/>
            <a:ext cx="300039" cy="1022351"/>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569" name="Line 1560"/>
          <p:cNvSpPr>
            <a:spLocks noChangeShapeType="1"/>
          </p:cNvSpPr>
          <p:nvPr/>
        </p:nvSpPr>
        <p:spPr bwMode="auto">
          <a:xfrm>
            <a:off x="6573838" y="2493963"/>
            <a:ext cx="1809751" cy="6351"/>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570" name="Rectangle 1562"/>
          <p:cNvSpPr>
            <a:spLocks noChangeAspect="1" noChangeArrowheads="1"/>
          </p:cNvSpPr>
          <p:nvPr/>
        </p:nvSpPr>
        <p:spPr bwMode="auto">
          <a:xfrm>
            <a:off x="4279900" y="2570165"/>
            <a:ext cx="9525" cy="3175"/>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23571" name="Arc 1567"/>
          <p:cNvSpPr>
            <a:spLocks noChangeAspect="1"/>
          </p:cNvSpPr>
          <p:nvPr/>
        </p:nvSpPr>
        <p:spPr bwMode="auto">
          <a:xfrm rot="2729939" flipH="1">
            <a:off x="5785644" y="1828007"/>
            <a:ext cx="700088" cy="41275"/>
          </a:xfrm>
          <a:custGeom>
            <a:avLst/>
            <a:gdLst>
              <a:gd name="T0" fmla="*/ 2147483646 w 21600"/>
              <a:gd name="T1" fmla="*/ 0 h 21600"/>
              <a:gd name="T2" fmla="*/ 0 w 21600"/>
              <a:gd name="T3" fmla="*/ 357236484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12700" cap="rnd">
            <a:solidFill>
              <a:srgbClr val="8E8E8E"/>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572" name="Arc 1568"/>
          <p:cNvSpPr>
            <a:spLocks noChangeAspect="1"/>
          </p:cNvSpPr>
          <p:nvPr/>
        </p:nvSpPr>
        <p:spPr bwMode="auto">
          <a:xfrm flipH="1">
            <a:off x="5705475" y="1589088"/>
            <a:ext cx="103188" cy="44451"/>
          </a:xfrm>
          <a:custGeom>
            <a:avLst/>
            <a:gdLst>
              <a:gd name="T0" fmla="*/ 2147483646 w 23710"/>
              <a:gd name="T1" fmla="*/ 775542828 h 22118"/>
              <a:gd name="T2" fmla="*/ 2147483646 w 23710"/>
              <a:gd name="T3" fmla="*/ 0 h 22118"/>
              <a:gd name="T4" fmla="*/ 2147483646 w 23710"/>
              <a:gd name="T5" fmla="*/ 18247071 h 22118"/>
              <a:gd name="T6" fmla="*/ 0 60000 65536"/>
              <a:gd name="T7" fmla="*/ 0 60000 65536"/>
              <a:gd name="T8" fmla="*/ 0 60000 65536"/>
              <a:gd name="T9" fmla="*/ 0 w 23710"/>
              <a:gd name="T10" fmla="*/ 0 h 22118"/>
              <a:gd name="T11" fmla="*/ 23710 w 23710"/>
              <a:gd name="T12" fmla="*/ 22118 h 22118"/>
            </a:gdLst>
            <a:ahLst/>
            <a:cxnLst>
              <a:cxn ang="T6">
                <a:pos x="T0" y="T1"/>
              </a:cxn>
              <a:cxn ang="T7">
                <a:pos x="T2" y="T3"/>
              </a:cxn>
              <a:cxn ang="T8">
                <a:pos x="T4" y="T5"/>
              </a:cxn>
            </a:cxnLst>
            <a:rect l="T9" t="T10" r="T11" b="T12"/>
            <a:pathLst>
              <a:path w="23710" h="22118" fill="none" extrusionOk="0">
                <a:moveTo>
                  <a:pt x="23709" y="22014"/>
                </a:moveTo>
                <a:cubicBezTo>
                  <a:pt x="23008" y="22083"/>
                  <a:pt x="22304" y="22117"/>
                  <a:pt x="21600" y="22118"/>
                </a:cubicBezTo>
                <a:cubicBezTo>
                  <a:pt x="9670" y="22118"/>
                  <a:pt x="0" y="12447"/>
                  <a:pt x="0" y="518"/>
                </a:cubicBezTo>
                <a:cubicBezTo>
                  <a:pt x="-1" y="345"/>
                  <a:pt x="2" y="172"/>
                  <a:pt x="6" y="0"/>
                </a:cubicBezTo>
              </a:path>
              <a:path w="23710" h="22118" stroke="0" extrusionOk="0">
                <a:moveTo>
                  <a:pt x="23709" y="22014"/>
                </a:moveTo>
                <a:cubicBezTo>
                  <a:pt x="23008" y="22083"/>
                  <a:pt x="22304" y="22117"/>
                  <a:pt x="21600" y="22118"/>
                </a:cubicBezTo>
                <a:cubicBezTo>
                  <a:pt x="9670" y="22118"/>
                  <a:pt x="0" y="12447"/>
                  <a:pt x="0" y="518"/>
                </a:cubicBezTo>
                <a:cubicBezTo>
                  <a:pt x="-1" y="345"/>
                  <a:pt x="2" y="172"/>
                  <a:pt x="6" y="0"/>
                </a:cubicBezTo>
                <a:lnTo>
                  <a:pt x="21600" y="518"/>
                </a:lnTo>
                <a:lnTo>
                  <a:pt x="23709" y="22014"/>
                </a:lnTo>
                <a:close/>
              </a:path>
            </a:pathLst>
          </a:custGeom>
          <a:noFill/>
          <a:ln w="12700" cap="rnd">
            <a:solidFill>
              <a:srgbClr val="8E8E95"/>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grpSp>
        <p:nvGrpSpPr>
          <p:cNvPr id="23573" name="Group 1569"/>
          <p:cNvGrpSpPr>
            <a:grpSpLocks noChangeAspect="1"/>
          </p:cNvGrpSpPr>
          <p:nvPr/>
        </p:nvGrpSpPr>
        <p:grpSpPr bwMode="auto">
          <a:xfrm flipH="1">
            <a:off x="5799139" y="1544639"/>
            <a:ext cx="115887" cy="419100"/>
            <a:chOff x="3648" y="2010"/>
            <a:chExt cx="328" cy="1169"/>
          </a:xfrm>
        </p:grpSpPr>
        <p:sp>
          <p:nvSpPr>
            <p:cNvPr id="23734" name="Oval 1570"/>
            <p:cNvSpPr>
              <a:spLocks noChangeAspect="1" noChangeArrowheads="1"/>
            </p:cNvSpPr>
            <p:nvPr/>
          </p:nvSpPr>
          <p:spPr bwMode="auto">
            <a:xfrm>
              <a:off x="3664" y="2110"/>
              <a:ext cx="32" cy="32"/>
            </a:xfrm>
            <a:prstGeom prst="ellipse">
              <a:avLst/>
            </a:prstGeom>
            <a:solidFill>
              <a:srgbClr val="B37121"/>
            </a:solidFill>
            <a:ln w="12700">
              <a:solidFill>
                <a:srgbClr val="472D0D"/>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23735" name="Oval 1571"/>
            <p:cNvSpPr>
              <a:spLocks noChangeAspect="1" noChangeArrowheads="1"/>
            </p:cNvSpPr>
            <p:nvPr/>
          </p:nvSpPr>
          <p:spPr bwMode="auto">
            <a:xfrm>
              <a:off x="3928" y="2110"/>
              <a:ext cx="32" cy="32"/>
            </a:xfrm>
            <a:prstGeom prst="ellipse">
              <a:avLst/>
            </a:prstGeom>
            <a:solidFill>
              <a:srgbClr val="B37121"/>
            </a:solidFill>
            <a:ln w="12700">
              <a:solidFill>
                <a:srgbClr val="472D0D"/>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23736" name="Freeform 1572"/>
            <p:cNvSpPr>
              <a:spLocks noChangeAspect="1"/>
            </p:cNvSpPr>
            <p:nvPr/>
          </p:nvSpPr>
          <p:spPr bwMode="auto">
            <a:xfrm>
              <a:off x="3732" y="2146"/>
              <a:ext cx="65" cy="73"/>
            </a:xfrm>
            <a:custGeom>
              <a:avLst/>
              <a:gdLst>
                <a:gd name="T0" fmla="*/ 8 w 65"/>
                <a:gd name="T1" fmla="*/ 0 h 73"/>
                <a:gd name="T2" fmla="*/ 64 w 65"/>
                <a:gd name="T3" fmla="*/ 48 h 73"/>
                <a:gd name="T4" fmla="*/ 64 w 65"/>
                <a:gd name="T5" fmla="*/ 72 h 73"/>
                <a:gd name="T6" fmla="*/ 0 w 65"/>
                <a:gd name="T7" fmla="*/ 0 h 73"/>
                <a:gd name="T8" fmla="*/ 8 w 65"/>
                <a:gd name="T9" fmla="*/ 0 h 73"/>
                <a:gd name="T10" fmla="*/ 0 60000 65536"/>
                <a:gd name="T11" fmla="*/ 0 60000 65536"/>
                <a:gd name="T12" fmla="*/ 0 60000 65536"/>
                <a:gd name="T13" fmla="*/ 0 60000 65536"/>
                <a:gd name="T14" fmla="*/ 0 60000 65536"/>
                <a:gd name="T15" fmla="*/ 0 w 65"/>
                <a:gd name="T16" fmla="*/ 0 h 73"/>
                <a:gd name="T17" fmla="*/ 65 w 65"/>
                <a:gd name="T18" fmla="*/ 73 h 73"/>
              </a:gdLst>
              <a:ahLst/>
              <a:cxnLst>
                <a:cxn ang="T10">
                  <a:pos x="T0" y="T1"/>
                </a:cxn>
                <a:cxn ang="T11">
                  <a:pos x="T2" y="T3"/>
                </a:cxn>
                <a:cxn ang="T12">
                  <a:pos x="T4" y="T5"/>
                </a:cxn>
                <a:cxn ang="T13">
                  <a:pos x="T6" y="T7"/>
                </a:cxn>
                <a:cxn ang="T14">
                  <a:pos x="T8" y="T9"/>
                </a:cxn>
              </a:cxnLst>
              <a:rect l="T15" t="T16" r="T17" b="T18"/>
              <a:pathLst>
                <a:path w="65" h="73">
                  <a:moveTo>
                    <a:pt x="8" y="0"/>
                  </a:moveTo>
                  <a:lnTo>
                    <a:pt x="64" y="48"/>
                  </a:lnTo>
                  <a:lnTo>
                    <a:pt x="64" y="72"/>
                  </a:lnTo>
                  <a:lnTo>
                    <a:pt x="0" y="0"/>
                  </a:lnTo>
                  <a:lnTo>
                    <a:pt x="8" y="0"/>
                  </a:lnTo>
                </a:path>
              </a:pathLst>
            </a:custGeom>
            <a:solidFill>
              <a:srgbClr val="472D0D"/>
            </a:solidFill>
            <a:ln w="12700" cap="rnd">
              <a:solidFill>
                <a:srgbClr val="472D0D"/>
              </a:solidFill>
              <a:round/>
              <a:headEnd/>
              <a:tailEnd/>
            </a:ln>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737" name="Freeform 1573"/>
            <p:cNvSpPr>
              <a:spLocks noChangeAspect="1"/>
            </p:cNvSpPr>
            <p:nvPr/>
          </p:nvSpPr>
          <p:spPr bwMode="auto">
            <a:xfrm>
              <a:off x="3812" y="2146"/>
              <a:ext cx="65" cy="73"/>
            </a:xfrm>
            <a:custGeom>
              <a:avLst/>
              <a:gdLst>
                <a:gd name="T0" fmla="*/ 56 w 65"/>
                <a:gd name="T1" fmla="*/ 0 h 73"/>
                <a:gd name="T2" fmla="*/ 0 w 65"/>
                <a:gd name="T3" fmla="*/ 48 h 73"/>
                <a:gd name="T4" fmla="*/ 0 w 65"/>
                <a:gd name="T5" fmla="*/ 72 h 73"/>
                <a:gd name="T6" fmla="*/ 64 w 65"/>
                <a:gd name="T7" fmla="*/ 0 h 73"/>
                <a:gd name="T8" fmla="*/ 56 w 65"/>
                <a:gd name="T9" fmla="*/ 0 h 73"/>
                <a:gd name="T10" fmla="*/ 0 60000 65536"/>
                <a:gd name="T11" fmla="*/ 0 60000 65536"/>
                <a:gd name="T12" fmla="*/ 0 60000 65536"/>
                <a:gd name="T13" fmla="*/ 0 60000 65536"/>
                <a:gd name="T14" fmla="*/ 0 60000 65536"/>
                <a:gd name="T15" fmla="*/ 0 w 65"/>
                <a:gd name="T16" fmla="*/ 0 h 73"/>
                <a:gd name="T17" fmla="*/ 65 w 65"/>
                <a:gd name="T18" fmla="*/ 73 h 73"/>
              </a:gdLst>
              <a:ahLst/>
              <a:cxnLst>
                <a:cxn ang="T10">
                  <a:pos x="T0" y="T1"/>
                </a:cxn>
                <a:cxn ang="T11">
                  <a:pos x="T2" y="T3"/>
                </a:cxn>
                <a:cxn ang="T12">
                  <a:pos x="T4" y="T5"/>
                </a:cxn>
                <a:cxn ang="T13">
                  <a:pos x="T6" y="T7"/>
                </a:cxn>
                <a:cxn ang="T14">
                  <a:pos x="T8" y="T9"/>
                </a:cxn>
              </a:cxnLst>
              <a:rect l="T15" t="T16" r="T17" b="T18"/>
              <a:pathLst>
                <a:path w="65" h="73">
                  <a:moveTo>
                    <a:pt x="56" y="0"/>
                  </a:moveTo>
                  <a:lnTo>
                    <a:pt x="0" y="48"/>
                  </a:lnTo>
                  <a:lnTo>
                    <a:pt x="0" y="72"/>
                  </a:lnTo>
                  <a:lnTo>
                    <a:pt x="64" y="0"/>
                  </a:lnTo>
                  <a:lnTo>
                    <a:pt x="56" y="0"/>
                  </a:lnTo>
                </a:path>
              </a:pathLst>
            </a:custGeom>
            <a:solidFill>
              <a:srgbClr val="472D0D"/>
            </a:solidFill>
            <a:ln w="12700" cap="rnd">
              <a:solidFill>
                <a:srgbClr val="472D0D"/>
              </a:solidFill>
              <a:round/>
              <a:headEnd/>
              <a:tailEnd/>
            </a:ln>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738" name="Freeform 1574"/>
            <p:cNvSpPr>
              <a:spLocks noChangeAspect="1"/>
            </p:cNvSpPr>
            <p:nvPr/>
          </p:nvSpPr>
          <p:spPr bwMode="auto">
            <a:xfrm>
              <a:off x="3732" y="2314"/>
              <a:ext cx="65" cy="65"/>
            </a:xfrm>
            <a:custGeom>
              <a:avLst/>
              <a:gdLst>
                <a:gd name="T0" fmla="*/ 8 w 65"/>
                <a:gd name="T1" fmla="*/ 0 h 65"/>
                <a:gd name="T2" fmla="*/ 64 w 65"/>
                <a:gd name="T3" fmla="*/ 56 h 65"/>
                <a:gd name="T4" fmla="*/ 64 w 65"/>
                <a:gd name="T5" fmla="*/ 64 h 65"/>
                <a:gd name="T6" fmla="*/ 0 w 65"/>
                <a:gd name="T7" fmla="*/ 0 h 65"/>
                <a:gd name="T8" fmla="*/ 8 w 65"/>
                <a:gd name="T9" fmla="*/ 0 h 65"/>
                <a:gd name="T10" fmla="*/ 0 60000 65536"/>
                <a:gd name="T11" fmla="*/ 0 60000 65536"/>
                <a:gd name="T12" fmla="*/ 0 60000 65536"/>
                <a:gd name="T13" fmla="*/ 0 60000 65536"/>
                <a:gd name="T14" fmla="*/ 0 60000 65536"/>
                <a:gd name="T15" fmla="*/ 0 w 65"/>
                <a:gd name="T16" fmla="*/ 0 h 65"/>
                <a:gd name="T17" fmla="*/ 65 w 65"/>
                <a:gd name="T18" fmla="*/ 65 h 65"/>
              </a:gdLst>
              <a:ahLst/>
              <a:cxnLst>
                <a:cxn ang="T10">
                  <a:pos x="T0" y="T1"/>
                </a:cxn>
                <a:cxn ang="T11">
                  <a:pos x="T2" y="T3"/>
                </a:cxn>
                <a:cxn ang="T12">
                  <a:pos x="T4" y="T5"/>
                </a:cxn>
                <a:cxn ang="T13">
                  <a:pos x="T6" y="T7"/>
                </a:cxn>
                <a:cxn ang="T14">
                  <a:pos x="T8" y="T9"/>
                </a:cxn>
              </a:cxnLst>
              <a:rect l="T15" t="T16" r="T17" b="T18"/>
              <a:pathLst>
                <a:path w="65" h="65">
                  <a:moveTo>
                    <a:pt x="8" y="0"/>
                  </a:moveTo>
                  <a:lnTo>
                    <a:pt x="64" y="56"/>
                  </a:lnTo>
                  <a:lnTo>
                    <a:pt x="64" y="64"/>
                  </a:lnTo>
                  <a:lnTo>
                    <a:pt x="0" y="0"/>
                  </a:lnTo>
                  <a:lnTo>
                    <a:pt x="8" y="0"/>
                  </a:lnTo>
                </a:path>
              </a:pathLst>
            </a:custGeom>
            <a:solidFill>
              <a:srgbClr val="472D0D"/>
            </a:solidFill>
            <a:ln w="12700" cap="rnd">
              <a:solidFill>
                <a:srgbClr val="472D0D"/>
              </a:solidFill>
              <a:round/>
              <a:headEnd/>
              <a:tailEnd/>
            </a:ln>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739" name="Freeform 1575"/>
            <p:cNvSpPr>
              <a:spLocks noChangeAspect="1"/>
            </p:cNvSpPr>
            <p:nvPr/>
          </p:nvSpPr>
          <p:spPr bwMode="auto">
            <a:xfrm>
              <a:off x="3812" y="2314"/>
              <a:ext cx="65" cy="65"/>
            </a:xfrm>
            <a:custGeom>
              <a:avLst/>
              <a:gdLst>
                <a:gd name="T0" fmla="*/ 56 w 65"/>
                <a:gd name="T1" fmla="*/ 0 h 65"/>
                <a:gd name="T2" fmla="*/ 0 w 65"/>
                <a:gd name="T3" fmla="*/ 56 h 65"/>
                <a:gd name="T4" fmla="*/ 0 w 65"/>
                <a:gd name="T5" fmla="*/ 64 h 65"/>
                <a:gd name="T6" fmla="*/ 64 w 65"/>
                <a:gd name="T7" fmla="*/ 0 h 65"/>
                <a:gd name="T8" fmla="*/ 56 w 65"/>
                <a:gd name="T9" fmla="*/ 0 h 65"/>
                <a:gd name="T10" fmla="*/ 0 60000 65536"/>
                <a:gd name="T11" fmla="*/ 0 60000 65536"/>
                <a:gd name="T12" fmla="*/ 0 60000 65536"/>
                <a:gd name="T13" fmla="*/ 0 60000 65536"/>
                <a:gd name="T14" fmla="*/ 0 60000 65536"/>
                <a:gd name="T15" fmla="*/ 0 w 65"/>
                <a:gd name="T16" fmla="*/ 0 h 65"/>
                <a:gd name="T17" fmla="*/ 65 w 65"/>
                <a:gd name="T18" fmla="*/ 65 h 65"/>
              </a:gdLst>
              <a:ahLst/>
              <a:cxnLst>
                <a:cxn ang="T10">
                  <a:pos x="T0" y="T1"/>
                </a:cxn>
                <a:cxn ang="T11">
                  <a:pos x="T2" y="T3"/>
                </a:cxn>
                <a:cxn ang="T12">
                  <a:pos x="T4" y="T5"/>
                </a:cxn>
                <a:cxn ang="T13">
                  <a:pos x="T6" y="T7"/>
                </a:cxn>
                <a:cxn ang="T14">
                  <a:pos x="T8" y="T9"/>
                </a:cxn>
              </a:cxnLst>
              <a:rect l="T15" t="T16" r="T17" b="T18"/>
              <a:pathLst>
                <a:path w="65" h="65">
                  <a:moveTo>
                    <a:pt x="56" y="0"/>
                  </a:moveTo>
                  <a:lnTo>
                    <a:pt x="0" y="56"/>
                  </a:lnTo>
                  <a:lnTo>
                    <a:pt x="0" y="64"/>
                  </a:lnTo>
                  <a:lnTo>
                    <a:pt x="64" y="0"/>
                  </a:lnTo>
                  <a:lnTo>
                    <a:pt x="56" y="0"/>
                  </a:lnTo>
                </a:path>
              </a:pathLst>
            </a:custGeom>
            <a:solidFill>
              <a:srgbClr val="472D0D"/>
            </a:solidFill>
            <a:ln w="12700" cap="rnd">
              <a:solidFill>
                <a:srgbClr val="472D0D"/>
              </a:solidFill>
              <a:round/>
              <a:headEnd/>
              <a:tailEnd/>
            </a:ln>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740" name="Freeform 1576"/>
            <p:cNvSpPr>
              <a:spLocks noChangeAspect="1"/>
            </p:cNvSpPr>
            <p:nvPr/>
          </p:nvSpPr>
          <p:spPr bwMode="auto">
            <a:xfrm>
              <a:off x="3796" y="2010"/>
              <a:ext cx="33" cy="1169"/>
            </a:xfrm>
            <a:custGeom>
              <a:avLst/>
              <a:gdLst>
                <a:gd name="T0" fmla="*/ 32 w 33"/>
                <a:gd name="T1" fmla="*/ 1168 h 1169"/>
                <a:gd name="T2" fmla="*/ 32 w 33"/>
                <a:gd name="T3" fmla="*/ 8 h 1169"/>
                <a:gd name="T4" fmla="*/ 24 w 33"/>
                <a:gd name="T5" fmla="*/ 0 h 1169"/>
                <a:gd name="T6" fmla="*/ 8 w 33"/>
                <a:gd name="T7" fmla="*/ 0 h 1169"/>
                <a:gd name="T8" fmla="*/ 0 w 33"/>
                <a:gd name="T9" fmla="*/ 8 h 1169"/>
                <a:gd name="T10" fmla="*/ 0 w 33"/>
                <a:gd name="T11" fmla="*/ 1168 h 1169"/>
                <a:gd name="T12" fmla="*/ 0 60000 65536"/>
                <a:gd name="T13" fmla="*/ 0 60000 65536"/>
                <a:gd name="T14" fmla="*/ 0 60000 65536"/>
                <a:gd name="T15" fmla="*/ 0 60000 65536"/>
                <a:gd name="T16" fmla="*/ 0 60000 65536"/>
                <a:gd name="T17" fmla="*/ 0 60000 65536"/>
                <a:gd name="T18" fmla="*/ 0 w 33"/>
                <a:gd name="T19" fmla="*/ 0 h 1169"/>
                <a:gd name="T20" fmla="*/ 33 w 33"/>
                <a:gd name="T21" fmla="*/ 1169 h 1169"/>
              </a:gdLst>
              <a:ahLst/>
              <a:cxnLst>
                <a:cxn ang="T12">
                  <a:pos x="T0" y="T1"/>
                </a:cxn>
                <a:cxn ang="T13">
                  <a:pos x="T2" y="T3"/>
                </a:cxn>
                <a:cxn ang="T14">
                  <a:pos x="T4" y="T5"/>
                </a:cxn>
                <a:cxn ang="T15">
                  <a:pos x="T6" y="T7"/>
                </a:cxn>
                <a:cxn ang="T16">
                  <a:pos x="T8" y="T9"/>
                </a:cxn>
                <a:cxn ang="T17">
                  <a:pos x="T10" y="T11"/>
                </a:cxn>
              </a:cxnLst>
              <a:rect l="T18" t="T19" r="T20" b="T21"/>
              <a:pathLst>
                <a:path w="33" h="1169">
                  <a:moveTo>
                    <a:pt x="32" y="1168"/>
                  </a:moveTo>
                  <a:lnTo>
                    <a:pt x="32" y="8"/>
                  </a:lnTo>
                  <a:lnTo>
                    <a:pt x="24" y="0"/>
                  </a:lnTo>
                  <a:lnTo>
                    <a:pt x="8" y="0"/>
                  </a:lnTo>
                  <a:lnTo>
                    <a:pt x="0" y="8"/>
                  </a:lnTo>
                  <a:lnTo>
                    <a:pt x="0" y="1168"/>
                  </a:lnTo>
                </a:path>
              </a:pathLst>
            </a:custGeom>
            <a:solidFill>
              <a:srgbClr val="B37121"/>
            </a:solidFill>
            <a:ln w="12700" cap="rnd">
              <a:solidFill>
                <a:srgbClr val="472D0D"/>
              </a:solidFill>
              <a:round/>
              <a:headEnd/>
              <a:tailEnd/>
            </a:ln>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741" name="Line 1577"/>
            <p:cNvSpPr>
              <a:spLocks noChangeAspect="1" noChangeShapeType="1"/>
            </p:cNvSpPr>
            <p:nvPr/>
          </p:nvSpPr>
          <p:spPr bwMode="auto">
            <a:xfrm>
              <a:off x="3820" y="2065"/>
              <a:ext cx="0" cy="1073"/>
            </a:xfrm>
            <a:prstGeom prst="line">
              <a:avLst/>
            </a:prstGeom>
            <a:noFill/>
            <a:ln w="12700">
              <a:solidFill>
                <a:srgbClr val="8F5B1A"/>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742" name="Rectangle 1578"/>
            <p:cNvSpPr>
              <a:spLocks noChangeAspect="1" noChangeArrowheads="1"/>
            </p:cNvSpPr>
            <p:nvPr/>
          </p:nvSpPr>
          <p:spPr bwMode="auto">
            <a:xfrm>
              <a:off x="3696" y="2294"/>
              <a:ext cx="224" cy="24"/>
            </a:xfrm>
            <a:prstGeom prst="rect">
              <a:avLst/>
            </a:prstGeom>
            <a:solidFill>
              <a:srgbClr val="B37121"/>
            </a:solidFill>
            <a:ln w="12700">
              <a:solidFill>
                <a:srgbClr val="472D0D"/>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23743" name="Rectangle 1579"/>
            <p:cNvSpPr>
              <a:spLocks noChangeAspect="1" noChangeArrowheads="1"/>
            </p:cNvSpPr>
            <p:nvPr/>
          </p:nvSpPr>
          <p:spPr bwMode="auto">
            <a:xfrm>
              <a:off x="3648" y="2134"/>
              <a:ext cx="328" cy="24"/>
            </a:xfrm>
            <a:prstGeom prst="rect">
              <a:avLst/>
            </a:prstGeom>
            <a:solidFill>
              <a:srgbClr val="B37121"/>
            </a:solidFill>
            <a:ln w="12700">
              <a:solidFill>
                <a:srgbClr val="472D0D"/>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23744" name="Line 1580"/>
            <p:cNvSpPr>
              <a:spLocks noChangeAspect="1" noChangeShapeType="1"/>
            </p:cNvSpPr>
            <p:nvPr/>
          </p:nvSpPr>
          <p:spPr bwMode="auto">
            <a:xfrm>
              <a:off x="3691" y="2146"/>
              <a:ext cx="241" cy="0"/>
            </a:xfrm>
            <a:prstGeom prst="line">
              <a:avLst/>
            </a:prstGeom>
            <a:noFill/>
            <a:ln w="12700">
              <a:solidFill>
                <a:srgbClr val="8F5B1A"/>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745" name="Line 1581"/>
            <p:cNvSpPr>
              <a:spLocks noChangeAspect="1" noChangeShapeType="1"/>
            </p:cNvSpPr>
            <p:nvPr/>
          </p:nvSpPr>
          <p:spPr bwMode="auto">
            <a:xfrm>
              <a:off x="3739" y="2306"/>
              <a:ext cx="137" cy="0"/>
            </a:xfrm>
            <a:prstGeom prst="line">
              <a:avLst/>
            </a:prstGeom>
            <a:noFill/>
            <a:ln w="12700">
              <a:solidFill>
                <a:srgbClr val="8F5B1A"/>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grpSp>
      <p:sp>
        <p:nvSpPr>
          <p:cNvPr id="23574" name="Arc 1582"/>
          <p:cNvSpPr>
            <a:spLocks noChangeAspect="1"/>
          </p:cNvSpPr>
          <p:nvPr/>
        </p:nvSpPr>
        <p:spPr bwMode="auto">
          <a:xfrm flipH="1">
            <a:off x="5648325" y="1587500"/>
            <a:ext cx="242888" cy="50800"/>
          </a:xfrm>
          <a:custGeom>
            <a:avLst/>
            <a:gdLst>
              <a:gd name="T0" fmla="*/ 2147483646 w 37419"/>
              <a:gd name="T1" fmla="*/ 2147483646 h 22216"/>
              <a:gd name="T2" fmla="*/ 2147483646 w 37419"/>
              <a:gd name="T3" fmla="*/ 0 h 22216"/>
              <a:gd name="T4" fmla="*/ 2147483646 w 37419"/>
              <a:gd name="T5" fmla="*/ 150564157 h 22216"/>
              <a:gd name="T6" fmla="*/ 0 60000 65536"/>
              <a:gd name="T7" fmla="*/ 0 60000 65536"/>
              <a:gd name="T8" fmla="*/ 0 60000 65536"/>
              <a:gd name="T9" fmla="*/ 0 w 37419"/>
              <a:gd name="T10" fmla="*/ 0 h 22216"/>
              <a:gd name="T11" fmla="*/ 37419 w 37419"/>
              <a:gd name="T12" fmla="*/ 22216 h 22216"/>
            </a:gdLst>
            <a:ahLst/>
            <a:cxnLst>
              <a:cxn ang="T6">
                <a:pos x="T0" y="T1"/>
              </a:cxn>
              <a:cxn ang="T7">
                <a:pos x="T2" y="T3"/>
              </a:cxn>
              <a:cxn ang="T8">
                <a:pos x="T4" y="T5"/>
              </a:cxn>
            </a:cxnLst>
            <a:rect l="T9" t="T10" r="T11" b="T12"/>
            <a:pathLst>
              <a:path w="37419" h="22216" fill="none" extrusionOk="0">
                <a:moveTo>
                  <a:pt x="37418" y="15323"/>
                </a:moveTo>
                <a:cubicBezTo>
                  <a:pt x="33332" y="19719"/>
                  <a:pt x="27601" y="22215"/>
                  <a:pt x="21600" y="22216"/>
                </a:cubicBezTo>
                <a:cubicBezTo>
                  <a:pt x="9670" y="22216"/>
                  <a:pt x="0" y="12545"/>
                  <a:pt x="0" y="616"/>
                </a:cubicBezTo>
                <a:cubicBezTo>
                  <a:pt x="-1" y="410"/>
                  <a:pt x="2" y="205"/>
                  <a:pt x="8" y="-1"/>
                </a:cubicBezTo>
              </a:path>
              <a:path w="37419" h="22216" stroke="0" extrusionOk="0">
                <a:moveTo>
                  <a:pt x="37418" y="15323"/>
                </a:moveTo>
                <a:cubicBezTo>
                  <a:pt x="33332" y="19719"/>
                  <a:pt x="27601" y="22215"/>
                  <a:pt x="21600" y="22216"/>
                </a:cubicBezTo>
                <a:cubicBezTo>
                  <a:pt x="9670" y="22216"/>
                  <a:pt x="0" y="12545"/>
                  <a:pt x="0" y="616"/>
                </a:cubicBezTo>
                <a:cubicBezTo>
                  <a:pt x="-1" y="410"/>
                  <a:pt x="2" y="205"/>
                  <a:pt x="8" y="-1"/>
                </a:cubicBezTo>
                <a:lnTo>
                  <a:pt x="21600" y="616"/>
                </a:lnTo>
                <a:lnTo>
                  <a:pt x="37418" y="15323"/>
                </a:lnTo>
                <a:close/>
              </a:path>
            </a:pathLst>
          </a:custGeom>
          <a:noFill/>
          <a:ln w="12700" cap="rnd">
            <a:solidFill>
              <a:srgbClr val="8E8E95"/>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575" name="Arc 1744"/>
          <p:cNvSpPr>
            <a:spLocks noChangeAspect="1"/>
          </p:cNvSpPr>
          <p:nvPr/>
        </p:nvSpPr>
        <p:spPr bwMode="auto">
          <a:xfrm rot="2729939" flipH="1">
            <a:off x="5711827" y="1903413"/>
            <a:ext cx="698500" cy="41275"/>
          </a:xfrm>
          <a:custGeom>
            <a:avLst/>
            <a:gdLst>
              <a:gd name="T0" fmla="*/ 2147483646 w 21600"/>
              <a:gd name="T1" fmla="*/ 0 h 21600"/>
              <a:gd name="T2" fmla="*/ 0 w 21600"/>
              <a:gd name="T3" fmla="*/ 357236484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12700" cap="rnd">
            <a:solidFill>
              <a:srgbClr val="8E8E8E"/>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576" name="Arc 1745"/>
          <p:cNvSpPr>
            <a:spLocks noChangeAspect="1"/>
          </p:cNvSpPr>
          <p:nvPr/>
        </p:nvSpPr>
        <p:spPr bwMode="auto">
          <a:xfrm flipH="1">
            <a:off x="5629277" y="1665288"/>
            <a:ext cx="104775" cy="44451"/>
          </a:xfrm>
          <a:custGeom>
            <a:avLst/>
            <a:gdLst>
              <a:gd name="T0" fmla="*/ 2147483646 w 23710"/>
              <a:gd name="T1" fmla="*/ 775542828 h 22118"/>
              <a:gd name="T2" fmla="*/ 2147483646 w 23710"/>
              <a:gd name="T3" fmla="*/ 0 h 22118"/>
              <a:gd name="T4" fmla="*/ 2147483646 w 23710"/>
              <a:gd name="T5" fmla="*/ 18247071 h 22118"/>
              <a:gd name="T6" fmla="*/ 0 60000 65536"/>
              <a:gd name="T7" fmla="*/ 0 60000 65536"/>
              <a:gd name="T8" fmla="*/ 0 60000 65536"/>
              <a:gd name="T9" fmla="*/ 0 w 23710"/>
              <a:gd name="T10" fmla="*/ 0 h 22118"/>
              <a:gd name="T11" fmla="*/ 23710 w 23710"/>
              <a:gd name="T12" fmla="*/ 22118 h 22118"/>
            </a:gdLst>
            <a:ahLst/>
            <a:cxnLst>
              <a:cxn ang="T6">
                <a:pos x="T0" y="T1"/>
              </a:cxn>
              <a:cxn ang="T7">
                <a:pos x="T2" y="T3"/>
              </a:cxn>
              <a:cxn ang="T8">
                <a:pos x="T4" y="T5"/>
              </a:cxn>
            </a:cxnLst>
            <a:rect l="T9" t="T10" r="T11" b="T12"/>
            <a:pathLst>
              <a:path w="23710" h="22118" fill="none" extrusionOk="0">
                <a:moveTo>
                  <a:pt x="23709" y="22014"/>
                </a:moveTo>
                <a:cubicBezTo>
                  <a:pt x="23008" y="22083"/>
                  <a:pt x="22304" y="22117"/>
                  <a:pt x="21600" y="22118"/>
                </a:cubicBezTo>
                <a:cubicBezTo>
                  <a:pt x="9670" y="22118"/>
                  <a:pt x="0" y="12447"/>
                  <a:pt x="0" y="518"/>
                </a:cubicBezTo>
                <a:cubicBezTo>
                  <a:pt x="-1" y="345"/>
                  <a:pt x="2" y="172"/>
                  <a:pt x="6" y="0"/>
                </a:cubicBezTo>
              </a:path>
              <a:path w="23710" h="22118" stroke="0" extrusionOk="0">
                <a:moveTo>
                  <a:pt x="23709" y="22014"/>
                </a:moveTo>
                <a:cubicBezTo>
                  <a:pt x="23008" y="22083"/>
                  <a:pt x="22304" y="22117"/>
                  <a:pt x="21600" y="22118"/>
                </a:cubicBezTo>
                <a:cubicBezTo>
                  <a:pt x="9670" y="22118"/>
                  <a:pt x="0" y="12447"/>
                  <a:pt x="0" y="518"/>
                </a:cubicBezTo>
                <a:cubicBezTo>
                  <a:pt x="-1" y="345"/>
                  <a:pt x="2" y="172"/>
                  <a:pt x="6" y="0"/>
                </a:cubicBezTo>
                <a:lnTo>
                  <a:pt x="21600" y="518"/>
                </a:lnTo>
                <a:lnTo>
                  <a:pt x="23709" y="22014"/>
                </a:lnTo>
                <a:close/>
              </a:path>
            </a:pathLst>
          </a:custGeom>
          <a:noFill/>
          <a:ln w="12700" cap="rnd">
            <a:solidFill>
              <a:srgbClr val="8E8E95"/>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grpSp>
        <p:nvGrpSpPr>
          <p:cNvPr id="23577" name="Group 1746"/>
          <p:cNvGrpSpPr>
            <a:grpSpLocks noChangeAspect="1"/>
          </p:cNvGrpSpPr>
          <p:nvPr/>
        </p:nvGrpSpPr>
        <p:grpSpPr bwMode="auto">
          <a:xfrm flipH="1">
            <a:off x="5722939" y="1620839"/>
            <a:ext cx="117475" cy="417512"/>
            <a:chOff x="3648" y="2010"/>
            <a:chExt cx="328" cy="1169"/>
          </a:xfrm>
        </p:grpSpPr>
        <p:sp>
          <p:nvSpPr>
            <p:cNvPr id="23722" name="Oval 1747"/>
            <p:cNvSpPr>
              <a:spLocks noChangeAspect="1" noChangeArrowheads="1"/>
            </p:cNvSpPr>
            <p:nvPr/>
          </p:nvSpPr>
          <p:spPr bwMode="auto">
            <a:xfrm>
              <a:off x="3664" y="2110"/>
              <a:ext cx="32" cy="32"/>
            </a:xfrm>
            <a:prstGeom prst="ellipse">
              <a:avLst/>
            </a:prstGeom>
            <a:solidFill>
              <a:srgbClr val="B37121"/>
            </a:solidFill>
            <a:ln w="12700">
              <a:solidFill>
                <a:srgbClr val="472D0D"/>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23723" name="Oval 1748"/>
            <p:cNvSpPr>
              <a:spLocks noChangeAspect="1" noChangeArrowheads="1"/>
            </p:cNvSpPr>
            <p:nvPr/>
          </p:nvSpPr>
          <p:spPr bwMode="auto">
            <a:xfrm>
              <a:off x="3928" y="2110"/>
              <a:ext cx="32" cy="32"/>
            </a:xfrm>
            <a:prstGeom prst="ellipse">
              <a:avLst/>
            </a:prstGeom>
            <a:solidFill>
              <a:srgbClr val="B37121"/>
            </a:solidFill>
            <a:ln w="12700">
              <a:solidFill>
                <a:srgbClr val="472D0D"/>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23724" name="Freeform 1749"/>
            <p:cNvSpPr>
              <a:spLocks noChangeAspect="1"/>
            </p:cNvSpPr>
            <p:nvPr/>
          </p:nvSpPr>
          <p:spPr bwMode="auto">
            <a:xfrm>
              <a:off x="3732" y="2146"/>
              <a:ext cx="65" cy="73"/>
            </a:xfrm>
            <a:custGeom>
              <a:avLst/>
              <a:gdLst>
                <a:gd name="T0" fmla="*/ 8 w 65"/>
                <a:gd name="T1" fmla="*/ 0 h 73"/>
                <a:gd name="T2" fmla="*/ 64 w 65"/>
                <a:gd name="T3" fmla="*/ 48 h 73"/>
                <a:gd name="T4" fmla="*/ 64 w 65"/>
                <a:gd name="T5" fmla="*/ 72 h 73"/>
                <a:gd name="T6" fmla="*/ 0 w 65"/>
                <a:gd name="T7" fmla="*/ 0 h 73"/>
                <a:gd name="T8" fmla="*/ 8 w 65"/>
                <a:gd name="T9" fmla="*/ 0 h 73"/>
                <a:gd name="T10" fmla="*/ 0 60000 65536"/>
                <a:gd name="T11" fmla="*/ 0 60000 65536"/>
                <a:gd name="T12" fmla="*/ 0 60000 65536"/>
                <a:gd name="T13" fmla="*/ 0 60000 65536"/>
                <a:gd name="T14" fmla="*/ 0 60000 65536"/>
                <a:gd name="T15" fmla="*/ 0 w 65"/>
                <a:gd name="T16" fmla="*/ 0 h 73"/>
                <a:gd name="T17" fmla="*/ 65 w 65"/>
                <a:gd name="T18" fmla="*/ 73 h 73"/>
              </a:gdLst>
              <a:ahLst/>
              <a:cxnLst>
                <a:cxn ang="T10">
                  <a:pos x="T0" y="T1"/>
                </a:cxn>
                <a:cxn ang="T11">
                  <a:pos x="T2" y="T3"/>
                </a:cxn>
                <a:cxn ang="T12">
                  <a:pos x="T4" y="T5"/>
                </a:cxn>
                <a:cxn ang="T13">
                  <a:pos x="T6" y="T7"/>
                </a:cxn>
                <a:cxn ang="T14">
                  <a:pos x="T8" y="T9"/>
                </a:cxn>
              </a:cxnLst>
              <a:rect l="T15" t="T16" r="T17" b="T18"/>
              <a:pathLst>
                <a:path w="65" h="73">
                  <a:moveTo>
                    <a:pt x="8" y="0"/>
                  </a:moveTo>
                  <a:lnTo>
                    <a:pt x="64" y="48"/>
                  </a:lnTo>
                  <a:lnTo>
                    <a:pt x="64" y="72"/>
                  </a:lnTo>
                  <a:lnTo>
                    <a:pt x="0" y="0"/>
                  </a:lnTo>
                  <a:lnTo>
                    <a:pt x="8" y="0"/>
                  </a:lnTo>
                </a:path>
              </a:pathLst>
            </a:custGeom>
            <a:solidFill>
              <a:srgbClr val="472D0D"/>
            </a:solidFill>
            <a:ln w="12700" cap="rnd">
              <a:solidFill>
                <a:srgbClr val="472D0D"/>
              </a:solidFill>
              <a:round/>
              <a:headEnd/>
              <a:tailEnd/>
            </a:ln>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725" name="Freeform 1750"/>
            <p:cNvSpPr>
              <a:spLocks noChangeAspect="1"/>
            </p:cNvSpPr>
            <p:nvPr/>
          </p:nvSpPr>
          <p:spPr bwMode="auto">
            <a:xfrm>
              <a:off x="3812" y="2146"/>
              <a:ext cx="65" cy="73"/>
            </a:xfrm>
            <a:custGeom>
              <a:avLst/>
              <a:gdLst>
                <a:gd name="T0" fmla="*/ 56 w 65"/>
                <a:gd name="T1" fmla="*/ 0 h 73"/>
                <a:gd name="T2" fmla="*/ 0 w 65"/>
                <a:gd name="T3" fmla="*/ 48 h 73"/>
                <a:gd name="T4" fmla="*/ 0 w 65"/>
                <a:gd name="T5" fmla="*/ 72 h 73"/>
                <a:gd name="T6" fmla="*/ 64 w 65"/>
                <a:gd name="T7" fmla="*/ 0 h 73"/>
                <a:gd name="T8" fmla="*/ 56 w 65"/>
                <a:gd name="T9" fmla="*/ 0 h 73"/>
                <a:gd name="T10" fmla="*/ 0 60000 65536"/>
                <a:gd name="T11" fmla="*/ 0 60000 65536"/>
                <a:gd name="T12" fmla="*/ 0 60000 65536"/>
                <a:gd name="T13" fmla="*/ 0 60000 65536"/>
                <a:gd name="T14" fmla="*/ 0 60000 65536"/>
                <a:gd name="T15" fmla="*/ 0 w 65"/>
                <a:gd name="T16" fmla="*/ 0 h 73"/>
                <a:gd name="T17" fmla="*/ 65 w 65"/>
                <a:gd name="T18" fmla="*/ 73 h 73"/>
              </a:gdLst>
              <a:ahLst/>
              <a:cxnLst>
                <a:cxn ang="T10">
                  <a:pos x="T0" y="T1"/>
                </a:cxn>
                <a:cxn ang="T11">
                  <a:pos x="T2" y="T3"/>
                </a:cxn>
                <a:cxn ang="T12">
                  <a:pos x="T4" y="T5"/>
                </a:cxn>
                <a:cxn ang="T13">
                  <a:pos x="T6" y="T7"/>
                </a:cxn>
                <a:cxn ang="T14">
                  <a:pos x="T8" y="T9"/>
                </a:cxn>
              </a:cxnLst>
              <a:rect l="T15" t="T16" r="T17" b="T18"/>
              <a:pathLst>
                <a:path w="65" h="73">
                  <a:moveTo>
                    <a:pt x="56" y="0"/>
                  </a:moveTo>
                  <a:lnTo>
                    <a:pt x="0" y="48"/>
                  </a:lnTo>
                  <a:lnTo>
                    <a:pt x="0" y="72"/>
                  </a:lnTo>
                  <a:lnTo>
                    <a:pt x="64" y="0"/>
                  </a:lnTo>
                  <a:lnTo>
                    <a:pt x="56" y="0"/>
                  </a:lnTo>
                </a:path>
              </a:pathLst>
            </a:custGeom>
            <a:solidFill>
              <a:srgbClr val="472D0D"/>
            </a:solidFill>
            <a:ln w="12700" cap="rnd">
              <a:solidFill>
                <a:srgbClr val="472D0D"/>
              </a:solidFill>
              <a:round/>
              <a:headEnd/>
              <a:tailEnd/>
            </a:ln>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726" name="Freeform 1751"/>
            <p:cNvSpPr>
              <a:spLocks noChangeAspect="1"/>
            </p:cNvSpPr>
            <p:nvPr/>
          </p:nvSpPr>
          <p:spPr bwMode="auto">
            <a:xfrm>
              <a:off x="3732" y="2314"/>
              <a:ext cx="65" cy="65"/>
            </a:xfrm>
            <a:custGeom>
              <a:avLst/>
              <a:gdLst>
                <a:gd name="T0" fmla="*/ 8 w 65"/>
                <a:gd name="T1" fmla="*/ 0 h 65"/>
                <a:gd name="T2" fmla="*/ 64 w 65"/>
                <a:gd name="T3" fmla="*/ 56 h 65"/>
                <a:gd name="T4" fmla="*/ 64 w 65"/>
                <a:gd name="T5" fmla="*/ 64 h 65"/>
                <a:gd name="T6" fmla="*/ 0 w 65"/>
                <a:gd name="T7" fmla="*/ 0 h 65"/>
                <a:gd name="T8" fmla="*/ 8 w 65"/>
                <a:gd name="T9" fmla="*/ 0 h 65"/>
                <a:gd name="T10" fmla="*/ 0 60000 65536"/>
                <a:gd name="T11" fmla="*/ 0 60000 65536"/>
                <a:gd name="T12" fmla="*/ 0 60000 65536"/>
                <a:gd name="T13" fmla="*/ 0 60000 65536"/>
                <a:gd name="T14" fmla="*/ 0 60000 65536"/>
                <a:gd name="T15" fmla="*/ 0 w 65"/>
                <a:gd name="T16" fmla="*/ 0 h 65"/>
                <a:gd name="T17" fmla="*/ 65 w 65"/>
                <a:gd name="T18" fmla="*/ 65 h 65"/>
              </a:gdLst>
              <a:ahLst/>
              <a:cxnLst>
                <a:cxn ang="T10">
                  <a:pos x="T0" y="T1"/>
                </a:cxn>
                <a:cxn ang="T11">
                  <a:pos x="T2" y="T3"/>
                </a:cxn>
                <a:cxn ang="T12">
                  <a:pos x="T4" y="T5"/>
                </a:cxn>
                <a:cxn ang="T13">
                  <a:pos x="T6" y="T7"/>
                </a:cxn>
                <a:cxn ang="T14">
                  <a:pos x="T8" y="T9"/>
                </a:cxn>
              </a:cxnLst>
              <a:rect l="T15" t="T16" r="T17" b="T18"/>
              <a:pathLst>
                <a:path w="65" h="65">
                  <a:moveTo>
                    <a:pt x="8" y="0"/>
                  </a:moveTo>
                  <a:lnTo>
                    <a:pt x="64" y="56"/>
                  </a:lnTo>
                  <a:lnTo>
                    <a:pt x="64" y="64"/>
                  </a:lnTo>
                  <a:lnTo>
                    <a:pt x="0" y="0"/>
                  </a:lnTo>
                  <a:lnTo>
                    <a:pt x="8" y="0"/>
                  </a:lnTo>
                </a:path>
              </a:pathLst>
            </a:custGeom>
            <a:solidFill>
              <a:srgbClr val="472D0D"/>
            </a:solidFill>
            <a:ln w="12700" cap="rnd">
              <a:solidFill>
                <a:srgbClr val="472D0D"/>
              </a:solidFill>
              <a:round/>
              <a:headEnd/>
              <a:tailEnd/>
            </a:ln>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727" name="Freeform 1752"/>
            <p:cNvSpPr>
              <a:spLocks noChangeAspect="1"/>
            </p:cNvSpPr>
            <p:nvPr/>
          </p:nvSpPr>
          <p:spPr bwMode="auto">
            <a:xfrm>
              <a:off x="3812" y="2314"/>
              <a:ext cx="65" cy="65"/>
            </a:xfrm>
            <a:custGeom>
              <a:avLst/>
              <a:gdLst>
                <a:gd name="T0" fmla="*/ 56 w 65"/>
                <a:gd name="T1" fmla="*/ 0 h 65"/>
                <a:gd name="T2" fmla="*/ 0 w 65"/>
                <a:gd name="T3" fmla="*/ 56 h 65"/>
                <a:gd name="T4" fmla="*/ 0 w 65"/>
                <a:gd name="T5" fmla="*/ 64 h 65"/>
                <a:gd name="T6" fmla="*/ 64 w 65"/>
                <a:gd name="T7" fmla="*/ 0 h 65"/>
                <a:gd name="T8" fmla="*/ 56 w 65"/>
                <a:gd name="T9" fmla="*/ 0 h 65"/>
                <a:gd name="T10" fmla="*/ 0 60000 65536"/>
                <a:gd name="T11" fmla="*/ 0 60000 65536"/>
                <a:gd name="T12" fmla="*/ 0 60000 65536"/>
                <a:gd name="T13" fmla="*/ 0 60000 65536"/>
                <a:gd name="T14" fmla="*/ 0 60000 65536"/>
                <a:gd name="T15" fmla="*/ 0 w 65"/>
                <a:gd name="T16" fmla="*/ 0 h 65"/>
                <a:gd name="T17" fmla="*/ 65 w 65"/>
                <a:gd name="T18" fmla="*/ 65 h 65"/>
              </a:gdLst>
              <a:ahLst/>
              <a:cxnLst>
                <a:cxn ang="T10">
                  <a:pos x="T0" y="T1"/>
                </a:cxn>
                <a:cxn ang="T11">
                  <a:pos x="T2" y="T3"/>
                </a:cxn>
                <a:cxn ang="T12">
                  <a:pos x="T4" y="T5"/>
                </a:cxn>
                <a:cxn ang="T13">
                  <a:pos x="T6" y="T7"/>
                </a:cxn>
                <a:cxn ang="T14">
                  <a:pos x="T8" y="T9"/>
                </a:cxn>
              </a:cxnLst>
              <a:rect l="T15" t="T16" r="T17" b="T18"/>
              <a:pathLst>
                <a:path w="65" h="65">
                  <a:moveTo>
                    <a:pt x="56" y="0"/>
                  </a:moveTo>
                  <a:lnTo>
                    <a:pt x="0" y="56"/>
                  </a:lnTo>
                  <a:lnTo>
                    <a:pt x="0" y="64"/>
                  </a:lnTo>
                  <a:lnTo>
                    <a:pt x="64" y="0"/>
                  </a:lnTo>
                  <a:lnTo>
                    <a:pt x="56" y="0"/>
                  </a:lnTo>
                </a:path>
              </a:pathLst>
            </a:custGeom>
            <a:solidFill>
              <a:srgbClr val="472D0D"/>
            </a:solidFill>
            <a:ln w="12700" cap="rnd">
              <a:solidFill>
                <a:srgbClr val="472D0D"/>
              </a:solidFill>
              <a:round/>
              <a:headEnd/>
              <a:tailEnd/>
            </a:ln>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728" name="Freeform 1753"/>
            <p:cNvSpPr>
              <a:spLocks noChangeAspect="1"/>
            </p:cNvSpPr>
            <p:nvPr/>
          </p:nvSpPr>
          <p:spPr bwMode="auto">
            <a:xfrm>
              <a:off x="3796" y="2010"/>
              <a:ext cx="33" cy="1169"/>
            </a:xfrm>
            <a:custGeom>
              <a:avLst/>
              <a:gdLst>
                <a:gd name="T0" fmla="*/ 32 w 33"/>
                <a:gd name="T1" fmla="*/ 1168 h 1169"/>
                <a:gd name="T2" fmla="*/ 32 w 33"/>
                <a:gd name="T3" fmla="*/ 8 h 1169"/>
                <a:gd name="T4" fmla="*/ 24 w 33"/>
                <a:gd name="T5" fmla="*/ 0 h 1169"/>
                <a:gd name="T6" fmla="*/ 8 w 33"/>
                <a:gd name="T7" fmla="*/ 0 h 1169"/>
                <a:gd name="T8" fmla="*/ 0 w 33"/>
                <a:gd name="T9" fmla="*/ 8 h 1169"/>
                <a:gd name="T10" fmla="*/ 0 w 33"/>
                <a:gd name="T11" fmla="*/ 1168 h 1169"/>
                <a:gd name="T12" fmla="*/ 0 60000 65536"/>
                <a:gd name="T13" fmla="*/ 0 60000 65536"/>
                <a:gd name="T14" fmla="*/ 0 60000 65536"/>
                <a:gd name="T15" fmla="*/ 0 60000 65536"/>
                <a:gd name="T16" fmla="*/ 0 60000 65536"/>
                <a:gd name="T17" fmla="*/ 0 60000 65536"/>
                <a:gd name="T18" fmla="*/ 0 w 33"/>
                <a:gd name="T19" fmla="*/ 0 h 1169"/>
                <a:gd name="T20" fmla="*/ 33 w 33"/>
                <a:gd name="T21" fmla="*/ 1169 h 1169"/>
              </a:gdLst>
              <a:ahLst/>
              <a:cxnLst>
                <a:cxn ang="T12">
                  <a:pos x="T0" y="T1"/>
                </a:cxn>
                <a:cxn ang="T13">
                  <a:pos x="T2" y="T3"/>
                </a:cxn>
                <a:cxn ang="T14">
                  <a:pos x="T4" y="T5"/>
                </a:cxn>
                <a:cxn ang="T15">
                  <a:pos x="T6" y="T7"/>
                </a:cxn>
                <a:cxn ang="T16">
                  <a:pos x="T8" y="T9"/>
                </a:cxn>
                <a:cxn ang="T17">
                  <a:pos x="T10" y="T11"/>
                </a:cxn>
              </a:cxnLst>
              <a:rect l="T18" t="T19" r="T20" b="T21"/>
              <a:pathLst>
                <a:path w="33" h="1169">
                  <a:moveTo>
                    <a:pt x="32" y="1168"/>
                  </a:moveTo>
                  <a:lnTo>
                    <a:pt x="32" y="8"/>
                  </a:lnTo>
                  <a:lnTo>
                    <a:pt x="24" y="0"/>
                  </a:lnTo>
                  <a:lnTo>
                    <a:pt x="8" y="0"/>
                  </a:lnTo>
                  <a:lnTo>
                    <a:pt x="0" y="8"/>
                  </a:lnTo>
                  <a:lnTo>
                    <a:pt x="0" y="1168"/>
                  </a:lnTo>
                </a:path>
              </a:pathLst>
            </a:custGeom>
            <a:solidFill>
              <a:srgbClr val="B37121"/>
            </a:solidFill>
            <a:ln w="12700" cap="rnd">
              <a:solidFill>
                <a:srgbClr val="472D0D"/>
              </a:solidFill>
              <a:round/>
              <a:headEnd/>
              <a:tailEnd/>
            </a:ln>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729" name="Line 1754"/>
            <p:cNvSpPr>
              <a:spLocks noChangeAspect="1" noChangeShapeType="1"/>
            </p:cNvSpPr>
            <p:nvPr/>
          </p:nvSpPr>
          <p:spPr bwMode="auto">
            <a:xfrm>
              <a:off x="3820" y="2065"/>
              <a:ext cx="0" cy="1073"/>
            </a:xfrm>
            <a:prstGeom prst="line">
              <a:avLst/>
            </a:prstGeom>
            <a:noFill/>
            <a:ln w="12700">
              <a:solidFill>
                <a:srgbClr val="8F5B1A"/>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730" name="Rectangle 1755"/>
            <p:cNvSpPr>
              <a:spLocks noChangeAspect="1" noChangeArrowheads="1"/>
            </p:cNvSpPr>
            <p:nvPr/>
          </p:nvSpPr>
          <p:spPr bwMode="auto">
            <a:xfrm>
              <a:off x="3696" y="2294"/>
              <a:ext cx="224" cy="24"/>
            </a:xfrm>
            <a:prstGeom prst="rect">
              <a:avLst/>
            </a:prstGeom>
            <a:solidFill>
              <a:srgbClr val="B37121"/>
            </a:solidFill>
            <a:ln w="12700">
              <a:solidFill>
                <a:srgbClr val="472D0D"/>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23731" name="Rectangle 1756"/>
            <p:cNvSpPr>
              <a:spLocks noChangeAspect="1" noChangeArrowheads="1"/>
            </p:cNvSpPr>
            <p:nvPr/>
          </p:nvSpPr>
          <p:spPr bwMode="auto">
            <a:xfrm>
              <a:off x="3648" y="2134"/>
              <a:ext cx="328" cy="24"/>
            </a:xfrm>
            <a:prstGeom prst="rect">
              <a:avLst/>
            </a:prstGeom>
            <a:solidFill>
              <a:srgbClr val="B37121"/>
            </a:solidFill>
            <a:ln w="12700">
              <a:solidFill>
                <a:srgbClr val="472D0D"/>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23732" name="Line 1757"/>
            <p:cNvSpPr>
              <a:spLocks noChangeAspect="1" noChangeShapeType="1"/>
            </p:cNvSpPr>
            <p:nvPr/>
          </p:nvSpPr>
          <p:spPr bwMode="auto">
            <a:xfrm>
              <a:off x="3691" y="2146"/>
              <a:ext cx="241" cy="0"/>
            </a:xfrm>
            <a:prstGeom prst="line">
              <a:avLst/>
            </a:prstGeom>
            <a:noFill/>
            <a:ln w="12700">
              <a:solidFill>
                <a:srgbClr val="8F5B1A"/>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733" name="Line 1758"/>
            <p:cNvSpPr>
              <a:spLocks noChangeAspect="1" noChangeShapeType="1"/>
            </p:cNvSpPr>
            <p:nvPr/>
          </p:nvSpPr>
          <p:spPr bwMode="auto">
            <a:xfrm>
              <a:off x="3739" y="2306"/>
              <a:ext cx="137" cy="0"/>
            </a:xfrm>
            <a:prstGeom prst="line">
              <a:avLst/>
            </a:prstGeom>
            <a:noFill/>
            <a:ln w="12700">
              <a:solidFill>
                <a:srgbClr val="8F5B1A"/>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grpSp>
      <p:sp>
        <p:nvSpPr>
          <p:cNvPr id="23578" name="Arc 1759"/>
          <p:cNvSpPr>
            <a:spLocks noChangeAspect="1"/>
          </p:cNvSpPr>
          <p:nvPr/>
        </p:nvSpPr>
        <p:spPr bwMode="auto">
          <a:xfrm flipH="1">
            <a:off x="5573714" y="1663700"/>
            <a:ext cx="241300" cy="50800"/>
          </a:xfrm>
          <a:custGeom>
            <a:avLst/>
            <a:gdLst>
              <a:gd name="T0" fmla="*/ 2147483646 w 37419"/>
              <a:gd name="T1" fmla="*/ 2147483646 h 22216"/>
              <a:gd name="T2" fmla="*/ 2147483646 w 37419"/>
              <a:gd name="T3" fmla="*/ 0 h 22216"/>
              <a:gd name="T4" fmla="*/ 2147483646 w 37419"/>
              <a:gd name="T5" fmla="*/ 150564157 h 22216"/>
              <a:gd name="T6" fmla="*/ 0 60000 65536"/>
              <a:gd name="T7" fmla="*/ 0 60000 65536"/>
              <a:gd name="T8" fmla="*/ 0 60000 65536"/>
              <a:gd name="T9" fmla="*/ 0 w 37419"/>
              <a:gd name="T10" fmla="*/ 0 h 22216"/>
              <a:gd name="T11" fmla="*/ 37419 w 37419"/>
              <a:gd name="T12" fmla="*/ 22216 h 22216"/>
            </a:gdLst>
            <a:ahLst/>
            <a:cxnLst>
              <a:cxn ang="T6">
                <a:pos x="T0" y="T1"/>
              </a:cxn>
              <a:cxn ang="T7">
                <a:pos x="T2" y="T3"/>
              </a:cxn>
              <a:cxn ang="T8">
                <a:pos x="T4" y="T5"/>
              </a:cxn>
            </a:cxnLst>
            <a:rect l="T9" t="T10" r="T11" b="T12"/>
            <a:pathLst>
              <a:path w="37419" h="22216" fill="none" extrusionOk="0">
                <a:moveTo>
                  <a:pt x="37418" y="15323"/>
                </a:moveTo>
                <a:cubicBezTo>
                  <a:pt x="33332" y="19719"/>
                  <a:pt x="27601" y="22215"/>
                  <a:pt x="21600" y="22216"/>
                </a:cubicBezTo>
                <a:cubicBezTo>
                  <a:pt x="9670" y="22216"/>
                  <a:pt x="0" y="12545"/>
                  <a:pt x="0" y="616"/>
                </a:cubicBezTo>
                <a:cubicBezTo>
                  <a:pt x="-1" y="410"/>
                  <a:pt x="2" y="205"/>
                  <a:pt x="8" y="-1"/>
                </a:cubicBezTo>
              </a:path>
              <a:path w="37419" h="22216" stroke="0" extrusionOk="0">
                <a:moveTo>
                  <a:pt x="37418" y="15323"/>
                </a:moveTo>
                <a:cubicBezTo>
                  <a:pt x="33332" y="19719"/>
                  <a:pt x="27601" y="22215"/>
                  <a:pt x="21600" y="22216"/>
                </a:cubicBezTo>
                <a:cubicBezTo>
                  <a:pt x="9670" y="22216"/>
                  <a:pt x="0" y="12545"/>
                  <a:pt x="0" y="616"/>
                </a:cubicBezTo>
                <a:cubicBezTo>
                  <a:pt x="-1" y="410"/>
                  <a:pt x="2" y="205"/>
                  <a:pt x="8" y="-1"/>
                </a:cubicBezTo>
                <a:lnTo>
                  <a:pt x="21600" y="616"/>
                </a:lnTo>
                <a:lnTo>
                  <a:pt x="37418" y="15323"/>
                </a:lnTo>
                <a:close/>
              </a:path>
            </a:pathLst>
          </a:custGeom>
          <a:noFill/>
          <a:ln w="12700" cap="rnd">
            <a:solidFill>
              <a:srgbClr val="8E8E95"/>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579" name="Arc 1921"/>
          <p:cNvSpPr>
            <a:spLocks noChangeAspect="1"/>
          </p:cNvSpPr>
          <p:nvPr/>
        </p:nvSpPr>
        <p:spPr bwMode="auto">
          <a:xfrm rot="2729939" flipH="1">
            <a:off x="5636419" y="1977232"/>
            <a:ext cx="700088" cy="41275"/>
          </a:xfrm>
          <a:custGeom>
            <a:avLst/>
            <a:gdLst>
              <a:gd name="T0" fmla="*/ 2147483646 w 21600"/>
              <a:gd name="T1" fmla="*/ 0 h 21600"/>
              <a:gd name="T2" fmla="*/ 0 w 21600"/>
              <a:gd name="T3" fmla="*/ 357236484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12700" cap="rnd">
            <a:solidFill>
              <a:srgbClr val="8E8E8E"/>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580" name="Arc 1922"/>
          <p:cNvSpPr>
            <a:spLocks noChangeAspect="1"/>
          </p:cNvSpPr>
          <p:nvPr/>
        </p:nvSpPr>
        <p:spPr bwMode="auto">
          <a:xfrm flipH="1">
            <a:off x="5554665" y="1738313"/>
            <a:ext cx="104775" cy="44451"/>
          </a:xfrm>
          <a:custGeom>
            <a:avLst/>
            <a:gdLst>
              <a:gd name="T0" fmla="*/ 2147483646 w 23710"/>
              <a:gd name="T1" fmla="*/ 775542828 h 22118"/>
              <a:gd name="T2" fmla="*/ 2147483646 w 23710"/>
              <a:gd name="T3" fmla="*/ 0 h 22118"/>
              <a:gd name="T4" fmla="*/ 2147483646 w 23710"/>
              <a:gd name="T5" fmla="*/ 18247071 h 22118"/>
              <a:gd name="T6" fmla="*/ 0 60000 65536"/>
              <a:gd name="T7" fmla="*/ 0 60000 65536"/>
              <a:gd name="T8" fmla="*/ 0 60000 65536"/>
              <a:gd name="T9" fmla="*/ 0 w 23710"/>
              <a:gd name="T10" fmla="*/ 0 h 22118"/>
              <a:gd name="T11" fmla="*/ 23710 w 23710"/>
              <a:gd name="T12" fmla="*/ 22118 h 22118"/>
            </a:gdLst>
            <a:ahLst/>
            <a:cxnLst>
              <a:cxn ang="T6">
                <a:pos x="T0" y="T1"/>
              </a:cxn>
              <a:cxn ang="T7">
                <a:pos x="T2" y="T3"/>
              </a:cxn>
              <a:cxn ang="T8">
                <a:pos x="T4" y="T5"/>
              </a:cxn>
            </a:cxnLst>
            <a:rect l="T9" t="T10" r="T11" b="T12"/>
            <a:pathLst>
              <a:path w="23710" h="22118" fill="none" extrusionOk="0">
                <a:moveTo>
                  <a:pt x="23709" y="22014"/>
                </a:moveTo>
                <a:cubicBezTo>
                  <a:pt x="23008" y="22083"/>
                  <a:pt x="22304" y="22117"/>
                  <a:pt x="21600" y="22118"/>
                </a:cubicBezTo>
                <a:cubicBezTo>
                  <a:pt x="9670" y="22118"/>
                  <a:pt x="0" y="12447"/>
                  <a:pt x="0" y="518"/>
                </a:cubicBezTo>
                <a:cubicBezTo>
                  <a:pt x="-1" y="345"/>
                  <a:pt x="2" y="172"/>
                  <a:pt x="6" y="0"/>
                </a:cubicBezTo>
              </a:path>
              <a:path w="23710" h="22118" stroke="0" extrusionOk="0">
                <a:moveTo>
                  <a:pt x="23709" y="22014"/>
                </a:moveTo>
                <a:cubicBezTo>
                  <a:pt x="23008" y="22083"/>
                  <a:pt x="22304" y="22117"/>
                  <a:pt x="21600" y="22118"/>
                </a:cubicBezTo>
                <a:cubicBezTo>
                  <a:pt x="9670" y="22118"/>
                  <a:pt x="0" y="12447"/>
                  <a:pt x="0" y="518"/>
                </a:cubicBezTo>
                <a:cubicBezTo>
                  <a:pt x="-1" y="345"/>
                  <a:pt x="2" y="172"/>
                  <a:pt x="6" y="0"/>
                </a:cubicBezTo>
                <a:lnTo>
                  <a:pt x="21600" y="518"/>
                </a:lnTo>
                <a:lnTo>
                  <a:pt x="23709" y="22014"/>
                </a:lnTo>
                <a:close/>
              </a:path>
            </a:pathLst>
          </a:custGeom>
          <a:noFill/>
          <a:ln w="12700" cap="rnd">
            <a:solidFill>
              <a:srgbClr val="8E8E95"/>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grpSp>
        <p:nvGrpSpPr>
          <p:cNvPr id="23581" name="Group 1923"/>
          <p:cNvGrpSpPr>
            <a:grpSpLocks noChangeAspect="1"/>
          </p:cNvGrpSpPr>
          <p:nvPr/>
        </p:nvGrpSpPr>
        <p:grpSpPr bwMode="auto">
          <a:xfrm flipH="1">
            <a:off x="5648325" y="1693863"/>
            <a:ext cx="117475" cy="419100"/>
            <a:chOff x="3648" y="2010"/>
            <a:chExt cx="328" cy="1169"/>
          </a:xfrm>
        </p:grpSpPr>
        <p:sp>
          <p:nvSpPr>
            <p:cNvPr id="23710" name="Oval 1924"/>
            <p:cNvSpPr>
              <a:spLocks noChangeAspect="1" noChangeArrowheads="1"/>
            </p:cNvSpPr>
            <p:nvPr/>
          </p:nvSpPr>
          <p:spPr bwMode="auto">
            <a:xfrm>
              <a:off x="3664" y="2110"/>
              <a:ext cx="32" cy="32"/>
            </a:xfrm>
            <a:prstGeom prst="ellipse">
              <a:avLst/>
            </a:prstGeom>
            <a:solidFill>
              <a:srgbClr val="B37121"/>
            </a:solidFill>
            <a:ln w="12700">
              <a:solidFill>
                <a:srgbClr val="472D0D"/>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23711" name="Oval 1925"/>
            <p:cNvSpPr>
              <a:spLocks noChangeAspect="1" noChangeArrowheads="1"/>
            </p:cNvSpPr>
            <p:nvPr/>
          </p:nvSpPr>
          <p:spPr bwMode="auto">
            <a:xfrm>
              <a:off x="3928" y="2110"/>
              <a:ext cx="32" cy="32"/>
            </a:xfrm>
            <a:prstGeom prst="ellipse">
              <a:avLst/>
            </a:prstGeom>
            <a:solidFill>
              <a:srgbClr val="B37121"/>
            </a:solidFill>
            <a:ln w="12700">
              <a:solidFill>
                <a:srgbClr val="472D0D"/>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23712" name="Freeform 1926"/>
            <p:cNvSpPr>
              <a:spLocks noChangeAspect="1"/>
            </p:cNvSpPr>
            <p:nvPr/>
          </p:nvSpPr>
          <p:spPr bwMode="auto">
            <a:xfrm>
              <a:off x="3732" y="2146"/>
              <a:ext cx="65" cy="73"/>
            </a:xfrm>
            <a:custGeom>
              <a:avLst/>
              <a:gdLst>
                <a:gd name="T0" fmla="*/ 8 w 65"/>
                <a:gd name="T1" fmla="*/ 0 h 73"/>
                <a:gd name="T2" fmla="*/ 64 w 65"/>
                <a:gd name="T3" fmla="*/ 48 h 73"/>
                <a:gd name="T4" fmla="*/ 64 w 65"/>
                <a:gd name="T5" fmla="*/ 72 h 73"/>
                <a:gd name="T6" fmla="*/ 0 w 65"/>
                <a:gd name="T7" fmla="*/ 0 h 73"/>
                <a:gd name="T8" fmla="*/ 8 w 65"/>
                <a:gd name="T9" fmla="*/ 0 h 73"/>
                <a:gd name="T10" fmla="*/ 0 60000 65536"/>
                <a:gd name="T11" fmla="*/ 0 60000 65536"/>
                <a:gd name="T12" fmla="*/ 0 60000 65536"/>
                <a:gd name="T13" fmla="*/ 0 60000 65536"/>
                <a:gd name="T14" fmla="*/ 0 60000 65536"/>
                <a:gd name="T15" fmla="*/ 0 w 65"/>
                <a:gd name="T16" fmla="*/ 0 h 73"/>
                <a:gd name="T17" fmla="*/ 65 w 65"/>
                <a:gd name="T18" fmla="*/ 73 h 73"/>
              </a:gdLst>
              <a:ahLst/>
              <a:cxnLst>
                <a:cxn ang="T10">
                  <a:pos x="T0" y="T1"/>
                </a:cxn>
                <a:cxn ang="T11">
                  <a:pos x="T2" y="T3"/>
                </a:cxn>
                <a:cxn ang="T12">
                  <a:pos x="T4" y="T5"/>
                </a:cxn>
                <a:cxn ang="T13">
                  <a:pos x="T6" y="T7"/>
                </a:cxn>
                <a:cxn ang="T14">
                  <a:pos x="T8" y="T9"/>
                </a:cxn>
              </a:cxnLst>
              <a:rect l="T15" t="T16" r="T17" b="T18"/>
              <a:pathLst>
                <a:path w="65" h="73">
                  <a:moveTo>
                    <a:pt x="8" y="0"/>
                  </a:moveTo>
                  <a:lnTo>
                    <a:pt x="64" y="48"/>
                  </a:lnTo>
                  <a:lnTo>
                    <a:pt x="64" y="72"/>
                  </a:lnTo>
                  <a:lnTo>
                    <a:pt x="0" y="0"/>
                  </a:lnTo>
                  <a:lnTo>
                    <a:pt x="8" y="0"/>
                  </a:lnTo>
                </a:path>
              </a:pathLst>
            </a:custGeom>
            <a:solidFill>
              <a:srgbClr val="472D0D"/>
            </a:solidFill>
            <a:ln w="12700" cap="rnd">
              <a:solidFill>
                <a:srgbClr val="472D0D"/>
              </a:solidFill>
              <a:round/>
              <a:headEnd/>
              <a:tailEnd/>
            </a:ln>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713" name="Freeform 1927"/>
            <p:cNvSpPr>
              <a:spLocks noChangeAspect="1"/>
            </p:cNvSpPr>
            <p:nvPr/>
          </p:nvSpPr>
          <p:spPr bwMode="auto">
            <a:xfrm>
              <a:off x="3812" y="2146"/>
              <a:ext cx="65" cy="73"/>
            </a:xfrm>
            <a:custGeom>
              <a:avLst/>
              <a:gdLst>
                <a:gd name="T0" fmla="*/ 56 w 65"/>
                <a:gd name="T1" fmla="*/ 0 h 73"/>
                <a:gd name="T2" fmla="*/ 0 w 65"/>
                <a:gd name="T3" fmla="*/ 48 h 73"/>
                <a:gd name="T4" fmla="*/ 0 w 65"/>
                <a:gd name="T5" fmla="*/ 72 h 73"/>
                <a:gd name="T6" fmla="*/ 64 w 65"/>
                <a:gd name="T7" fmla="*/ 0 h 73"/>
                <a:gd name="T8" fmla="*/ 56 w 65"/>
                <a:gd name="T9" fmla="*/ 0 h 73"/>
                <a:gd name="T10" fmla="*/ 0 60000 65536"/>
                <a:gd name="T11" fmla="*/ 0 60000 65536"/>
                <a:gd name="T12" fmla="*/ 0 60000 65536"/>
                <a:gd name="T13" fmla="*/ 0 60000 65536"/>
                <a:gd name="T14" fmla="*/ 0 60000 65536"/>
                <a:gd name="T15" fmla="*/ 0 w 65"/>
                <a:gd name="T16" fmla="*/ 0 h 73"/>
                <a:gd name="T17" fmla="*/ 65 w 65"/>
                <a:gd name="T18" fmla="*/ 73 h 73"/>
              </a:gdLst>
              <a:ahLst/>
              <a:cxnLst>
                <a:cxn ang="T10">
                  <a:pos x="T0" y="T1"/>
                </a:cxn>
                <a:cxn ang="T11">
                  <a:pos x="T2" y="T3"/>
                </a:cxn>
                <a:cxn ang="T12">
                  <a:pos x="T4" y="T5"/>
                </a:cxn>
                <a:cxn ang="T13">
                  <a:pos x="T6" y="T7"/>
                </a:cxn>
                <a:cxn ang="T14">
                  <a:pos x="T8" y="T9"/>
                </a:cxn>
              </a:cxnLst>
              <a:rect l="T15" t="T16" r="T17" b="T18"/>
              <a:pathLst>
                <a:path w="65" h="73">
                  <a:moveTo>
                    <a:pt x="56" y="0"/>
                  </a:moveTo>
                  <a:lnTo>
                    <a:pt x="0" y="48"/>
                  </a:lnTo>
                  <a:lnTo>
                    <a:pt x="0" y="72"/>
                  </a:lnTo>
                  <a:lnTo>
                    <a:pt x="64" y="0"/>
                  </a:lnTo>
                  <a:lnTo>
                    <a:pt x="56" y="0"/>
                  </a:lnTo>
                </a:path>
              </a:pathLst>
            </a:custGeom>
            <a:solidFill>
              <a:srgbClr val="472D0D"/>
            </a:solidFill>
            <a:ln w="12700" cap="rnd">
              <a:solidFill>
                <a:srgbClr val="472D0D"/>
              </a:solidFill>
              <a:round/>
              <a:headEnd/>
              <a:tailEnd/>
            </a:ln>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714" name="Freeform 1928"/>
            <p:cNvSpPr>
              <a:spLocks noChangeAspect="1"/>
            </p:cNvSpPr>
            <p:nvPr/>
          </p:nvSpPr>
          <p:spPr bwMode="auto">
            <a:xfrm>
              <a:off x="3732" y="2314"/>
              <a:ext cx="65" cy="65"/>
            </a:xfrm>
            <a:custGeom>
              <a:avLst/>
              <a:gdLst>
                <a:gd name="T0" fmla="*/ 8 w 65"/>
                <a:gd name="T1" fmla="*/ 0 h 65"/>
                <a:gd name="T2" fmla="*/ 64 w 65"/>
                <a:gd name="T3" fmla="*/ 56 h 65"/>
                <a:gd name="T4" fmla="*/ 64 w 65"/>
                <a:gd name="T5" fmla="*/ 64 h 65"/>
                <a:gd name="T6" fmla="*/ 0 w 65"/>
                <a:gd name="T7" fmla="*/ 0 h 65"/>
                <a:gd name="T8" fmla="*/ 8 w 65"/>
                <a:gd name="T9" fmla="*/ 0 h 65"/>
                <a:gd name="T10" fmla="*/ 0 60000 65536"/>
                <a:gd name="T11" fmla="*/ 0 60000 65536"/>
                <a:gd name="T12" fmla="*/ 0 60000 65536"/>
                <a:gd name="T13" fmla="*/ 0 60000 65536"/>
                <a:gd name="T14" fmla="*/ 0 60000 65536"/>
                <a:gd name="T15" fmla="*/ 0 w 65"/>
                <a:gd name="T16" fmla="*/ 0 h 65"/>
                <a:gd name="T17" fmla="*/ 65 w 65"/>
                <a:gd name="T18" fmla="*/ 65 h 65"/>
              </a:gdLst>
              <a:ahLst/>
              <a:cxnLst>
                <a:cxn ang="T10">
                  <a:pos x="T0" y="T1"/>
                </a:cxn>
                <a:cxn ang="T11">
                  <a:pos x="T2" y="T3"/>
                </a:cxn>
                <a:cxn ang="T12">
                  <a:pos x="T4" y="T5"/>
                </a:cxn>
                <a:cxn ang="T13">
                  <a:pos x="T6" y="T7"/>
                </a:cxn>
                <a:cxn ang="T14">
                  <a:pos x="T8" y="T9"/>
                </a:cxn>
              </a:cxnLst>
              <a:rect l="T15" t="T16" r="T17" b="T18"/>
              <a:pathLst>
                <a:path w="65" h="65">
                  <a:moveTo>
                    <a:pt x="8" y="0"/>
                  </a:moveTo>
                  <a:lnTo>
                    <a:pt x="64" y="56"/>
                  </a:lnTo>
                  <a:lnTo>
                    <a:pt x="64" y="64"/>
                  </a:lnTo>
                  <a:lnTo>
                    <a:pt x="0" y="0"/>
                  </a:lnTo>
                  <a:lnTo>
                    <a:pt x="8" y="0"/>
                  </a:lnTo>
                </a:path>
              </a:pathLst>
            </a:custGeom>
            <a:solidFill>
              <a:srgbClr val="472D0D"/>
            </a:solidFill>
            <a:ln w="12700" cap="rnd">
              <a:solidFill>
                <a:srgbClr val="472D0D"/>
              </a:solidFill>
              <a:round/>
              <a:headEnd/>
              <a:tailEnd/>
            </a:ln>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715" name="Freeform 1929"/>
            <p:cNvSpPr>
              <a:spLocks noChangeAspect="1"/>
            </p:cNvSpPr>
            <p:nvPr/>
          </p:nvSpPr>
          <p:spPr bwMode="auto">
            <a:xfrm>
              <a:off x="3812" y="2314"/>
              <a:ext cx="65" cy="65"/>
            </a:xfrm>
            <a:custGeom>
              <a:avLst/>
              <a:gdLst>
                <a:gd name="T0" fmla="*/ 56 w 65"/>
                <a:gd name="T1" fmla="*/ 0 h 65"/>
                <a:gd name="T2" fmla="*/ 0 w 65"/>
                <a:gd name="T3" fmla="*/ 56 h 65"/>
                <a:gd name="T4" fmla="*/ 0 w 65"/>
                <a:gd name="T5" fmla="*/ 64 h 65"/>
                <a:gd name="T6" fmla="*/ 64 w 65"/>
                <a:gd name="T7" fmla="*/ 0 h 65"/>
                <a:gd name="T8" fmla="*/ 56 w 65"/>
                <a:gd name="T9" fmla="*/ 0 h 65"/>
                <a:gd name="T10" fmla="*/ 0 60000 65536"/>
                <a:gd name="T11" fmla="*/ 0 60000 65536"/>
                <a:gd name="T12" fmla="*/ 0 60000 65536"/>
                <a:gd name="T13" fmla="*/ 0 60000 65536"/>
                <a:gd name="T14" fmla="*/ 0 60000 65536"/>
                <a:gd name="T15" fmla="*/ 0 w 65"/>
                <a:gd name="T16" fmla="*/ 0 h 65"/>
                <a:gd name="T17" fmla="*/ 65 w 65"/>
                <a:gd name="T18" fmla="*/ 65 h 65"/>
              </a:gdLst>
              <a:ahLst/>
              <a:cxnLst>
                <a:cxn ang="T10">
                  <a:pos x="T0" y="T1"/>
                </a:cxn>
                <a:cxn ang="T11">
                  <a:pos x="T2" y="T3"/>
                </a:cxn>
                <a:cxn ang="T12">
                  <a:pos x="T4" y="T5"/>
                </a:cxn>
                <a:cxn ang="T13">
                  <a:pos x="T6" y="T7"/>
                </a:cxn>
                <a:cxn ang="T14">
                  <a:pos x="T8" y="T9"/>
                </a:cxn>
              </a:cxnLst>
              <a:rect l="T15" t="T16" r="T17" b="T18"/>
              <a:pathLst>
                <a:path w="65" h="65">
                  <a:moveTo>
                    <a:pt x="56" y="0"/>
                  </a:moveTo>
                  <a:lnTo>
                    <a:pt x="0" y="56"/>
                  </a:lnTo>
                  <a:lnTo>
                    <a:pt x="0" y="64"/>
                  </a:lnTo>
                  <a:lnTo>
                    <a:pt x="64" y="0"/>
                  </a:lnTo>
                  <a:lnTo>
                    <a:pt x="56" y="0"/>
                  </a:lnTo>
                </a:path>
              </a:pathLst>
            </a:custGeom>
            <a:solidFill>
              <a:srgbClr val="472D0D"/>
            </a:solidFill>
            <a:ln w="12700" cap="rnd">
              <a:solidFill>
                <a:srgbClr val="472D0D"/>
              </a:solidFill>
              <a:round/>
              <a:headEnd/>
              <a:tailEnd/>
            </a:ln>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716" name="Freeform 1930"/>
            <p:cNvSpPr>
              <a:spLocks noChangeAspect="1"/>
            </p:cNvSpPr>
            <p:nvPr/>
          </p:nvSpPr>
          <p:spPr bwMode="auto">
            <a:xfrm>
              <a:off x="3796" y="2010"/>
              <a:ext cx="33" cy="1169"/>
            </a:xfrm>
            <a:custGeom>
              <a:avLst/>
              <a:gdLst>
                <a:gd name="T0" fmla="*/ 32 w 33"/>
                <a:gd name="T1" fmla="*/ 1168 h 1169"/>
                <a:gd name="T2" fmla="*/ 32 w 33"/>
                <a:gd name="T3" fmla="*/ 8 h 1169"/>
                <a:gd name="T4" fmla="*/ 24 w 33"/>
                <a:gd name="T5" fmla="*/ 0 h 1169"/>
                <a:gd name="T6" fmla="*/ 8 w 33"/>
                <a:gd name="T7" fmla="*/ 0 h 1169"/>
                <a:gd name="T8" fmla="*/ 0 w 33"/>
                <a:gd name="T9" fmla="*/ 8 h 1169"/>
                <a:gd name="T10" fmla="*/ 0 w 33"/>
                <a:gd name="T11" fmla="*/ 1168 h 1169"/>
                <a:gd name="T12" fmla="*/ 0 60000 65536"/>
                <a:gd name="T13" fmla="*/ 0 60000 65536"/>
                <a:gd name="T14" fmla="*/ 0 60000 65536"/>
                <a:gd name="T15" fmla="*/ 0 60000 65536"/>
                <a:gd name="T16" fmla="*/ 0 60000 65536"/>
                <a:gd name="T17" fmla="*/ 0 60000 65536"/>
                <a:gd name="T18" fmla="*/ 0 w 33"/>
                <a:gd name="T19" fmla="*/ 0 h 1169"/>
                <a:gd name="T20" fmla="*/ 33 w 33"/>
                <a:gd name="T21" fmla="*/ 1169 h 1169"/>
              </a:gdLst>
              <a:ahLst/>
              <a:cxnLst>
                <a:cxn ang="T12">
                  <a:pos x="T0" y="T1"/>
                </a:cxn>
                <a:cxn ang="T13">
                  <a:pos x="T2" y="T3"/>
                </a:cxn>
                <a:cxn ang="T14">
                  <a:pos x="T4" y="T5"/>
                </a:cxn>
                <a:cxn ang="T15">
                  <a:pos x="T6" y="T7"/>
                </a:cxn>
                <a:cxn ang="T16">
                  <a:pos x="T8" y="T9"/>
                </a:cxn>
                <a:cxn ang="T17">
                  <a:pos x="T10" y="T11"/>
                </a:cxn>
              </a:cxnLst>
              <a:rect l="T18" t="T19" r="T20" b="T21"/>
              <a:pathLst>
                <a:path w="33" h="1169">
                  <a:moveTo>
                    <a:pt x="32" y="1168"/>
                  </a:moveTo>
                  <a:lnTo>
                    <a:pt x="32" y="8"/>
                  </a:lnTo>
                  <a:lnTo>
                    <a:pt x="24" y="0"/>
                  </a:lnTo>
                  <a:lnTo>
                    <a:pt x="8" y="0"/>
                  </a:lnTo>
                  <a:lnTo>
                    <a:pt x="0" y="8"/>
                  </a:lnTo>
                  <a:lnTo>
                    <a:pt x="0" y="1168"/>
                  </a:lnTo>
                </a:path>
              </a:pathLst>
            </a:custGeom>
            <a:solidFill>
              <a:srgbClr val="B37121"/>
            </a:solidFill>
            <a:ln w="12700" cap="rnd">
              <a:solidFill>
                <a:srgbClr val="472D0D"/>
              </a:solidFill>
              <a:round/>
              <a:headEnd/>
              <a:tailEnd/>
            </a:ln>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717" name="Line 1931"/>
            <p:cNvSpPr>
              <a:spLocks noChangeAspect="1" noChangeShapeType="1"/>
            </p:cNvSpPr>
            <p:nvPr/>
          </p:nvSpPr>
          <p:spPr bwMode="auto">
            <a:xfrm>
              <a:off x="3820" y="2065"/>
              <a:ext cx="0" cy="1073"/>
            </a:xfrm>
            <a:prstGeom prst="line">
              <a:avLst/>
            </a:prstGeom>
            <a:noFill/>
            <a:ln w="12700">
              <a:solidFill>
                <a:srgbClr val="8F5B1A"/>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718" name="Rectangle 1932"/>
            <p:cNvSpPr>
              <a:spLocks noChangeAspect="1" noChangeArrowheads="1"/>
            </p:cNvSpPr>
            <p:nvPr/>
          </p:nvSpPr>
          <p:spPr bwMode="auto">
            <a:xfrm>
              <a:off x="3696" y="2294"/>
              <a:ext cx="224" cy="24"/>
            </a:xfrm>
            <a:prstGeom prst="rect">
              <a:avLst/>
            </a:prstGeom>
            <a:solidFill>
              <a:srgbClr val="B37121"/>
            </a:solidFill>
            <a:ln w="12700">
              <a:solidFill>
                <a:srgbClr val="472D0D"/>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23719" name="Rectangle 1933"/>
            <p:cNvSpPr>
              <a:spLocks noChangeAspect="1" noChangeArrowheads="1"/>
            </p:cNvSpPr>
            <p:nvPr/>
          </p:nvSpPr>
          <p:spPr bwMode="auto">
            <a:xfrm>
              <a:off x="3648" y="2134"/>
              <a:ext cx="328" cy="24"/>
            </a:xfrm>
            <a:prstGeom prst="rect">
              <a:avLst/>
            </a:prstGeom>
            <a:solidFill>
              <a:srgbClr val="B37121"/>
            </a:solidFill>
            <a:ln w="12700">
              <a:solidFill>
                <a:srgbClr val="472D0D"/>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23720" name="Line 1934"/>
            <p:cNvSpPr>
              <a:spLocks noChangeAspect="1" noChangeShapeType="1"/>
            </p:cNvSpPr>
            <p:nvPr/>
          </p:nvSpPr>
          <p:spPr bwMode="auto">
            <a:xfrm>
              <a:off x="3691" y="2146"/>
              <a:ext cx="241" cy="0"/>
            </a:xfrm>
            <a:prstGeom prst="line">
              <a:avLst/>
            </a:prstGeom>
            <a:noFill/>
            <a:ln w="12700">
              <a:solidFill>
                <a:srgbClr val="8F5B1A"/>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721" name="Line 1935"/>
            <p:cNvSpPr>
              <a:spLocks noChangeAspect="1" noChangeShapeType="1"/>
            </p:cNvSpPr>
            <p:nvPr/>
          </p:nvSpPr>
          <p:spPr bwMode="auto">
            <a:xfrm>
              <a:off x="3739" y="2306"/>
              <a:ext cx="137" cy="0"/>
            </a:xfrm>
            <a:prstGeom prst="line">
              <a:avLst/>
            </a:prstGeom>
            <a:noFill/>
            <a:ln w="12700">
              <a:solidFill>
                <a:srgbClr val="8F5B1A"/>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grpSp>
      <p:sp>
        <p:nvSpPr>
          <p:cNvPr id="23582" name="Arc 1936"/>
          <p:cNvSpPr>
            <a:spLocks noChangeAspect="1"/>
          </p:cNvSpPr>
          <p:nvPr/>
        </p:nvSpPr>
        <p:spPr bwMode="auto">
          <a:xfrm flipH="1">
            <a:off x="5499101" y="1736725"/>
            <a:ext cx="241300" cy="50800"/>
          </a:xfrm>
          <a:custGeom>
            <a:avLst/>
            <a:gdLst>
              <a:gd name="T0" fmla="*/ 2147483646 w 37419"/>
              <a:gd name="T1" fmla="*/ 2147483646 h 22216"/>
              <a:gd name="T2" fmla="*/ 2147483646 w 37419"/>
              <a:gd name="T3" fmla="*/ 0 h 22216"/>
              <a:gd name="T4" fmla="*/ 2147483646 w 37419"/>
              <a:gd name="T5" fmla="*/ 150564157 h 22216"/>
              <a:gd name="T6" fmla="*/ 0 60000 65536"/>
              <a:gd name="T7" fmla="*/ 0 60000 65536"/>
              <a:gd name="T8" fmla="*/ 0 60000 65536"/>
              <a:gd name="T9" fmla="*/ 0 w 37419"/>
              <a:gd name="T10" fmla="*/ 0 h 22216"/>
              <a:gd name="T11" fmla="*/ 37419 w 37419"/>
              <a:gd name="T12" fmla="*/ 22216 h 22216"/>
            </a:gdLst>
            <a:ahLst/>
            <a:cxnLst>
              <a:cxn ang="T6">
                <a:pos x="T0" y="T1"/>
              </a:cxn>
              <a:cxn ang="T7">
                <a:pos x="T2" y="T3"/>
              </a:cxn>
              <a:cxn ang="T8">
                <a:pos x="T4" y="T5"/>
              </a:cxn>
            </a:cxnLst>
            <a:rect l="T9" t="T10" r="T11" b="T12"/>
            <a:pathLst>
              <a:path w="37419" h="22216" fill="none" extrusionOk="0">
                <a:moveTo>
                  <a:pt x="37418" y="15323"/>
                </a:moveTo>
                <a:cubicBezTo>
                  <a:pt x="33332" y="19719"/>
                  <a:pt x="27601" y="22215"/>
                  <a:pt x="21600" y="22216"/>
                </a:cubicBezTo>
                <a:cubicBezTo>
                  <a:pt x="9670" y="22216"/>
                  <a:pt x="0" y="12545"/>
                  <a:pt x="0" y="616"/>
                </a:cubicBezTo>
                <a:cubicBezTo>
                  <a:pt x="-1" y="410"/>
                  <a:pt x="2" y="205"/>
                  <a:pt x="8" y="-1"/>
                </a:cubicBezTo>
              </a:path>
              <a:path w="37419" h="22216" stroke="0" extrusionOk="0">
                <a:moveTo>
                  <a:pt x="37418" y="15323"/>
                </a:moveTo>
                <a:cubicBezTo>
                  <a:pt x="33332" y="19719"/>
                  <a:pt x="27601" y="22215"/>
                  <a:pt x="21600" y="22216"/>
                </a:cubicBezTo>
                <a:cubicBezTo>
                  <a:pt x="9670" y="22216"/>
                  <a:pt x="0" y="12545"/>
                  <a:pt x="0" y="616"/>
                </a:cubicBezTo>
                <a:cubicBezTo>
                  <a:pt x="-1" y="410"/>
                  <a:pt x="2" y="205"/>
                  <a:pt x="8" y="-1"/>
                </a:cubicBezTo>
                <a:lnTo>
                  <a:pt x="21600" y="616"/>
                </a:lnTo>
                <a:lnTo>
                  <a:pt x="37418" y="15323"/>
                </a:lnTo>
                <a:close/>
              </a:path>
            </a:pathLst>
          </a:custGeom>
          <a:noFill/>
          <a:ln w="12700" cap="rnd">
            <a:solidFill>
              <a:srgbClr val="8E8E95"/>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583" name="Arc 2097"/>
          <p:cNvSpPr>
            <a:spLocks noChangeAspect="1"/>
          </p:cNvSpPr>
          <p:nvPr/>
        </p:nvSpPr>
        <p:spPr bwMode="auto">
          <a:xfrm rot="2729939" flipH="1">
            <a:off x="5560219" y="2053432"/>
            <a:ext cx="700088" cy="41275"/>
          </a:xfrm>
          <a:custGeom>
            <a:avLst/>
            <a:gdLst>
              <a:gd name="T0" fmla="*/ 2147483646 w 21600"/>
              <a:gd name="T1" fmla="*/ 0 h 21600"/>
              <a:gd name="T2" fmla="*/ 0 w 21600"/>
              <a:gd name="T3" fmla="*/ 357236484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12700" cap="rnd">
            <a:solidFill>
              <a:srgbClr val="8E8E8E"/>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584" name="Arc 2098"/>
          <p:cNvSpPr>
            <a:spLocks noChangeAspect="1"/>
          </p:cNvSpPr>
          <p:nvPr/>
        </p:nvSpPr>
        <p:spPr bwMode="auto">
          <a:xfrm flipH="1">
            <a:off x="5480051" y="1814514"/>
            <a:ext cx="103188" cy="46037"/>
          </a:xfrm>
          <a:custGeom>
            <a:avLst/>
            <a:gdLst>
              <a:gd name="T0" fmla="*/ 2147483646 w 23710"/>
              <a:gd name="T1" fmla="*/ 1312616708 h 22118"/>
              <a:gd name="T2" fmla="*/ 2147483646 w 23710"/>
              <a:gd name="T3" fmla="*/ 0 h 22118"/>
              <a:gd name="T4" fmla="*/ 2147483646 w 23710"/>
              <a:gd name="T5" fmla="*/ 30884539 h 22118"/>
              <a:gd name="T6" fmla="*/ 0 60000 65536"/>
              <a:gd name="T7" fmla="*/ 0 60000 65536"/>
              <a:gd name="T8" fmla="*/ 0 60000 65536"/>
              <a:gd name="T9" fmla="*/ 0 w 23710"/>
              <a:gd name="T10" fmla="*/ 0 h 22118"/>
              <a:gd name="T11" fmla="*/ 23710 w 23710"/>
              <a:gd name="T12" fmla="*/ 22118 h 22118"/>
            </a:gdLst>
            <a:ahLst/>
            <a:cxnLst>
              <a:cxn ang="T6">
                <a:pos x="T0" y="T1"/>
              </a:cxn>
              <a:cxn ang="T7">
                <a:pos x="T2" y="T3"/>
              </a:cxn>
              <a:cxn ang="T8">
                <a:pos x="T4" y="T5"/>
              </a:cxn>
            </a:cxnLst>
            <a:rect l="T9" t="T10" r="T11" b="T12"/>
            <a:pathLst>
              <a:path w="23710" h="22118" fill="none" extrusionOk="0">
                <a:moveTo>
                  <a:pt x="23709" y="22014"/>
                </a:moveTo>
                <a:cubicBezTo>
                  <a:pt x="23008" y="22083"/>
                  <a:pt x="22304" y="22117"/>
                  <a:pt x="21600" y="22118"/>
                </a:cubicBezTo>
                <a:cubicBezTo>
                  <a:pt x="9670" y="22118"/>
                  <a:pt x="0" y="12447"/>
                  <a:pt x="0" y="518"/>
                </a:cubicBezTo>
                <a:cubicBezTo>
                  <a:pt x="-1" y="345"/>
                  <a:pt x="2" y="172"/>
                  <a:pt x="6" y="0"/>
                </a:cubicBezTo>
              </a:path>
              <a:path w="23710" h="22118" stroke="0" extrusionOk="0">
                <a:moveTo>
                  <a:pt x="23709" y="22014"/>
                </a:moveTo>
                <a:cubicBezTo>
                  <a:pt x="23008" y="22083"/>
                  <a:pt x="22304" y="22117"/>
                  <a:pt x="21600" y="22118"/>
                </a:cubicBezTo>
                <a:cubicBezTo>
                  <a:pt x="9670" y="22118"/>
                  <a:pt x="0" y="12447"/>
                  <a:pt x="0" y="518"/>
                </a:cubicBezTo>
                <a:cubicBezTo>
                  <a:pt x="-1" y="345"/>
                  <a:pt x="2" y="172"/>
                  <a:pt x="6" y="0"/>
                </a:cubicBezTo>
                <a:lnTo>
                  <a:pt x="21600" y="518"/>
                </a:lnTo>
                <a:lnTo>
                  <a:pt x="23709" y="22014"/>
                </a:lnTo>
                <a:close/>
              </a:path>
            </a:pathLst>
          </a:custGeom>
          <a:noFill/>
          <a:ln w="12700" cap="rnd">
            <a:solidFill>
              <a:srgbClr val="8E8E95"/>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grpSp>
        <p:nvGrpSpPr>
          <p:cNvPr id="23585" name="Group 2099"/>
          <p:cNvGrpSpPr>
            <a:grpSpLocks noChangeAspect="1"/>
          </p:cNvGrpSpPr>
          <p:nvPr/>
        </p:nvGrpSpPr>
        <p:grpSpPr bwMode="auto">
          <a:xfrm flipH="1">
            <a:off x="5572126" y="1771652"/>
            <a:ext cx="119063" cy="417513"/>
            <a:chOff x="3648" y="2010"/>
            <a:chExt cx="328" cy="1169"/>
          </a:xfrm>
        </p:grpSpPr>
        <p:sp>
          <p:nvSpPr>
            <p:cNvPr id="23698" name="Oval 2100"/>
            <p:cNvSpPr>
              <a:spLocks noChangeAspect="1" noChangeArrowheads="1"/>
            </p:cNvSpPr>
            <p:nvPr/>
          </p:nvSpPr>
          <p:spPr bwMode="auto">
            <a:xfrm>
              <a:off x="3664" y="2110"/>
              <a:ext cx="32" cy="32"/>
            </a:xfrm>
            <a:prstGeom prst="ellipse">
              <a:avLst/>
            </a:prstGeom>
            <a:solidFill>
              <a:srgbClr val="B37121"/>
            </a:solidFill>
            <a:ln w="12700">
              <a:solidFill>
                <a:srgbClr val="472D0D"/>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23699" name="Oval 2101"/>
            <p:cNvSpPr>
              <a:spLocks noChangeAspect="1" noChangeArrowheads="1"/>
            </p:cNvSpPr>
            <p:nvPr/>
          </p:nvSpPr>
          <p:spPr bwMode="auto">
            <a:xfrm>
              <a:off x="3928" y="2110"/>
              <a:ext cx="32" cy="32"/>
            </a:xfrm>
            <a:prstGeom prst="ellipse">
              <a:avLst/>
            </a:prstGeom>
            <a:solidFill>
              <a:srgbClr val="B37121"/>
            </a:solidFill>
            <a:ln w="12700">
              <a:solidFill>
                <a:srgbClr val="472D0D"/>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23700" name="Freeform 2102"/>
            <p:cNvSpPr>
              <a:spLocks noChangeAspect="1"/>
            </p:cNvSpPr>
            <p:nvPr/>
          </p:nvSpPr>
          <p:spPr bwMode="auto">
            <a:xfrm>
              <a:off x="3732" y="2146"/>
              <a:ext cx="65" cy="73"/>
            </a:xfrm>
            <a:custGeom>
              <a:avLst/>
              <a:gdLst>
                <a:gd name="T0" fmla="*/ 8 w 65"/>
                <a:gd name="T1" fmla="*/ 0 h 73"/>
                <a:gd name="T2" fmla="*/ 64 w 65"/>
                <a:gd name="T3" fmla="*/ 48 h 73"/>
                <a:gd name="T4" fmla="*/ 64 w 65"/>
                <a:gd name="T5" fmla="*/ 72 h 73"/>
                <a:gd name="T6" fmla="*/ 0 w 65"/>
                <a:gd name="T7" fmla="*/ 0 h 73"/>
                <a:gd name="T8" fmla="*/ 8 w 65"/>
                <a:gd name="T9" fmla="*/ 0 h 73"/>
                <a:gd name="T10" fmla="*/ 0 60000 65536"/>
                <a:gd name="T11" fmla="*/ 0 60000 65536"/>
                <a:gd name="T12" fmla="*/ 0 60000 65536"/>
                <a:gd name="T13" fmla="*/ 0 60000 65536"/>
                <a:gd name="T14" fmla="*/ 0 60000 65536"/>
                <a:gd name="T15" fmla="*/ 0 w 65"/>
                <a:gd name="T16" fmla="*/ 0 h 73"/>
                <a:gd name="T17" fmla="*/ 65 w 65"/>
                <a:gd name="T18" fmla="*/ 73 h 73"/>
              </a:gdLst>
              <a:ahLst/>
              <a:cxnLst>
                <a:cxn ang="T10">
                  <a:pos x="T0" y="T1"/>
                </a:cxn>
                <a:cxn ang="T11">
                  <a:pos x="T2" y="T3"/>
                </a:cxn>
                <a:cxn ang="T12">
                  <a:pos x="T4" y="T5"/>
                </a:cxn>
                <a:cxn ang="T13">
                  <a:pos x="T6" y="T7"/>
                </a:cxn>
                <a:cxn ang="T14">
                  <a:pos x="T8" y="T9"/>
                </a:cxn>
              </a:cxnLst>
              <a:rect l="T15" t="T16" r="T17" b="T18"/>
              <a:pathLst>
                <a:path w="65" h="73">
                  <a:moveTo>
                    <a:pt x="8" y="0"/>
                  </a:moveTo>
                  <a:lnTo>
                    <a:pt x="64" y="48"/>
                  </a:lnTo>
                  <a:lnTo>
                    <a:pt x="64" y="72"/>
                  </a:lnTo>
                  <a:lnTo>
                    <a:pt x="0" y="0"/>
                  </a:lnTo>
                  <a:lnTo>
                    <a:pt x="8" y="0"/>
                  </a:lnTo>
                </a:path>
              </a:pathLst>
            </a:custGeom>
            <a:solidFill>
              <a:srgbClr val="472D0D"/>
            </a:solidFill>
            <a:ln w="12700" cap="rnd">
              <a:solidFill>
                <a:srgbClr val="472D0D"/>
              </a:solidFill>
              <a:round/>
              <a:headEnd/>
              <a:tailEnd/>
            </a:ln>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701" name="Freeform 2103"/>
            <p:cNvSpPr>
              <a:spLocks noChangeAspect="1"/>
            </p:cNvSpPr>
            <p:nvPr/>
          </p:nvSpPr>
          <p:spPr bwMode="auto">
            <a:xfrm>
              <a:off x="3812" y="2146"/>
              <a:ext cx="65" cy="73"/>
            </a:xfrm>
            <a:custGeom>
              <a:avLst/>
              <a:gdLst>
                <a:gd name="T0" fmla="*/ 56 w 65"/>
                <a:gd name="T1" fmla="*/ 0 h 73"/>
                <a:gd name="T2" fmla="*/ 0 w 65"/>
                <a:gd name="T3" fmla="*/ 48 h 73"/>
                <a:gd name="T4" fmla="*/ 0 w 65"/>
                <a:gd name="T5" fmla="*/ 72 h 73"/>
                <a:gd name="T6" fmla="*/ 64 w 65"/>
                <a:gd name="T7" fmla="*/ 0 h 73"/>
                <a:gd name="T8" fmla="*/ 56 w 65"/>
                <a:gd name="T9" fmla="*/ 0 h 73"/>
                <a:gd name="T10" fmla="*/ 0 60000 65536"/>
                <a:gd name="T11" fmla="*/ 0 60000 65536"/>
                <a:gd name="T12" fmla="*/ 0 60000 65536"/>
                <a:gd name="T13" fmla="*/ 0 60000 65536"/>
                <a:gd name="T14" fmla="*/ 0 60000 65536"/>
                <a:gd name="T15" fmla="*/ 0 w 65"/>
                <a:gd name="T16" fmla="*/ 0 h 73"/>
                <a:gd name="T17" fmla="*/ 65 w 65"/>
                <a:gd name="T18" fmla="*/ 73 h 73"/>
              </a:gdLst>
              <a:ahLst/>
              <a:cxnLst>
                <a:cxn ang="T10">
                  <a:pos x="T0" y="T1"/>
                </a:cxn>
                <a:cxn ang="T11">
                  <a:pos x="T2" y="T3"/>
                </a:cxn>
                <a:cxn ang="T12">
                  <a:pos x="T4" y="T5"/>
                </a:cxn>
                <a:cxn ang="T13">
                  <a:pos x="T6" y="T7"/>
                </a:cxn>
                <a:cxn ang="T14">
                  <a:pos x="T8" y="T9"/>
                </a:cxn>
              </a:cxnLst>
              <a:rect l="T15" t="T16" r="T17" b="T18"/>
              <a:pathLst>
                <a:path w="65" h="73">
                  <a:moveTo>
                    <a:pt x="56" y="0"/>
                  </a:moveTo>
                  <a:lnTo>
                    <a:pt x="0" y="48"/>
                  </a:lnTo>
                  <a:lnTo>
                    <a:pt x="0" y="72"/>
                  </a:lnTo>
                  <a:lnTo>
                    <a:pt x="64" y="0"/>
                  </a:lnTo>
                  <a:lnTo>
                    <a:pt x="56" y="0"/>
                  </a:lnTo>
                </a:path>
              </a:pathLst>
            </a:custGeom>
            <a:solidFill>
              <a:srgbClr val="472D0D"/>
            </a:solidFill>
            <a:ln w="12700" cap="rnd">
              <a:solidFill>
                <a:srgbClr val="472D0D"/>
              </a:solidFill>
              <a:round/>
              <a:headEnd/>
              <a:tailEnd/>
            </a:ln>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702" name="Freeform 2104"/>
            <p:cNvSpPr>
              <a:spLocks noChangeAspect="1"/>
            </p:cNvSpPr>
            <p:nvPr/>
          </p:nvSpPr>
          <p:spPr bwMode="auto">
            <a:xfrm>
              <a:off x="3732" y="2314"/>
              <a:ext cx="65" cy="65"/>
            </a:xfrm>
            <a:custGeom>
              <a:avLst/>
              <a:gdLst>
                <a:gd name="T0" fmla="*/ 8 w 65"/>
                <a:gd name="T1" fmla="*/ 0 h 65"/>
                <a:gd name="T2" fmla="*/ 64 w 65"/>
                <a:gd name="T3" fmla="*/ 56 h 65"/>
                <a:gd name="T4" fmla="*/ 64 w 65"/>
                <a:gd name="T5" fmla="*/ 64 h 65"/>
                <a:gd name="T6" fmla="*/ 0 w 65"/>
                <a:gd name="T7" fmla="*/ 0 h 65"/>
                <a:gd name="T8" fmla="*/ 8 w 65"/>
                <a:gd name="T9" fmla="*/ 0 h 65"/>
                <a:gd name="T10" fmla="*/ 0 60000 65536"/>
                <a:gd name="T11" fmla="*/ 0 60000 65536"/>
                <a:gd name="T12" fmla="*/ 0 60000 65536"/>
                <a:gd name="T13" fmla="*/ 0 60000 65536"/>
                <a:gd name="T14" fmla="*/ 0 60000 65536"/>
                <a:gd name="T15" fmla="*/ 0 w 65"/>
                <a:gd name="T16" fmla="*/ 0 h 65"/>
                <a:gd name="T17" fmla="*/ 65 w 65"/>
                <a:gd name="T18" fmla="*/ 65 h 65"/>
              </a:gdLst>
              <a:ahLst/>
              <a:cxnLst>
                <a:cxn ang="T10">
                  <a:pos x="T0" y="T1"/>
                </a:cxn>
                <a:cxn ang="T11">
                  <a:pos x="T2" y="T3"/>
                </a:cxn>
                <a:cxn ang="T12">
                  <a:pos x="T4" y="T5"/>
                </a:cxn>
                <a:cxn ang="T13">
                  <a:pos x="T6" y="T7"/>
                </a:cxn>
                <a:cxn ang="T14">
                  <a:pos x="T8" y="T9"/>
                </a:cxn>
              </a:cxnLst>
              <a:rect l="T15" t="T16" r="T17" b="T18"/>
              <a:pathLst>
                <a:path w="65" h="65">
                  <a:moveTo>
                    <a:pt x="8" y="0"/>
                  </a:moveTo>
                  <a:lnTo>
                    <a:pt x="64" y="56"/>
                  </a:lnTo>
                  <a:lnTo>
                    <a:pt x="64" y="64"/>
                  </a:lnTo>
                  <a:lnTo>
                    <a:pt x="0" y="0"/>
                  </a:lnTo>
                  <a:lnTo>
                    <a:pt x="8" y="0"/>
                  </a:lnTo>
                </a:path>
              </a:pathLst>
            </a:custGeom>
            <a:solidFill>
              <a:srgbClr val="472D0D"/>
            </a:solidFill>
            <a:ln w="12700" cap="rnd">
              <a:solidFill>
                <a:srgbClr val="472D0D"/>
              </a:solidFill>
              <a:round/>
              <a:headEnd/>
              <a:tailEnd/>
            </a:ln>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703" name="Freeform 2105"/>
            <p:cNvSpPr>
              <a:spLocks noChangeAspect="1"/>
            </p:cNvSpPr>
            <p:nvPr/>
          </p:nvSpPr>
          <p:spPr bwMode="auto">
            <a:xfrm>
              <a:off x="3812" y="2314"/>
              <a:ext cx="65" cy="65"/>
            </a:xfrm>
            <a:custGeom>
              <a:avLst/>
              <a:gdLst>
                <a:gd name="T0" fmla="*/ 56 w 65"/>
                <a:gd name="T1" fmla="*/ 0 h 65"/>
                <a:gd name="T2" fmla="*/ 0 w 65"/>
                <a:gd name="T3" fmla="*/ 56 h 65"/>
                <a:gd name="T4" fmla="*/ 0 w 65"/>
                <a:gd name="T5" fmla="*/ 64 h 65"/>
                <a:gd name="T6" fmla="*/ 64 w 65"/>
                <a:gd name="T7" fmla="*/ 0 h 65"/>
                <a:gd name="T8" fmla="*/ 56 w 65"/>
                <a:gd name="T9" fmla="*/ 0 h 65"/>
                <a:gd name="T10" fmla="*/ 0 60000 65536"/>
                <a:gd name="T11" fmla="*/ 0 60000 65536"/>
                <a:gd name="T12" fmla="*/ 0 60000 65536"/>
                <a:gd name="T13" fmla="*/ 0 60000 65536"/>
                <a:gd name="T14" fmla="*/ 0 60000 65536"/>
                <a:gd name="T15" fmla="*/ 0 w 65"/>
                <a:gd name="T16" fmla="*/ 0 h 65"/>
                <a:gd name="T17" fmla="*/ 65 w 65"/>
                <a:gd name="T18" fmla="*/ 65 h 65"/>
              </a:gdLst>
              <a:ahLst/>
              <a:cxnLst>
                <a:cxn ang="T10">
                  <a:pos x="T0" y="T1"/>
                </a:cxn>
                <a:cxn ang="T11">
                  <a:pos x="T2" y="T3"/>
                </a:cxn>
                <a:cxn ang="T12">
                  <a:pos x="T4" y="T5"/>
                </a:cxn>
                <a:cxn ang="T13">
                  <a:pos x="T6" y="T7"/>
                </a:cxn>
                <a:cxn ang="T14">
                  <a:pos x="T8" y="T9"/>
                </a:cxn>
              </a:cxnLst>
              <a:rect l="T15" t="T16" r="T17" b="T18"/>
              <a:pathLst>
                <a:path w="65" h="65">
                  <a:moveTo>
                    <a:pt x="56" y="0"/>
                  </a:moveTo>
                  <a:lnTo>
                    <a:pt x="0" y="56"/>
                  </a:lnTo>
                  <a:lnTo>
                    <a:pt x="0" y="64"/>
                  </a:lnTo>
                  <a:lnTo>
                    <a:pt x="64" y="0"/>
                  </a:lnTo>
                  <a:lnTo>
                    <a:pt x="56" y="0"/>
                  </a:lnTo>
                </a:path>
              </a:pathLst>
            </a:custGeom>
            <a:solidFill>
              <a:srgbClr val="472D0D"/>
            </a:solidFill>
            <a:ln w="12700" cap="rnd">
              <a:solidFill>
                <a:srgbClr val="472D0D"/>
              </a:solidFill>
              <a:round/>
              <a:headEnd/>
              <a:tailEnd/>
            </a:ln>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704" name="Freeform 2106"/>
            <p:cNvSpPr>
              <a:spLocks noChangeAspect="1"/>
            </p:cNvSpPr>
            <p:nvPr/>
          </p:nvSpPr>
          <p:spPr bwMode="auto">
            <a:xfrm>
              <a:off x="3796" y="2010"/>
              <a:ext cx="33" cy="1169"/>
            </a:xfrm>
            <a:custGeom>
              <a:avLst/>
              <a:gdLst>
                <a:gd name="T0" fmla="*/ 32 w 33"/>
                <a:gd name="T1" fmla="*/ 1168 h 1169"/>
                <a:gd name="T2" fmla="*/ 32 w 33"/>
                <a:gd name="T3" fmla="*/ 8 h 1169"/>
                <a:gd name="T4" fmla="*/ 24 w 33"/>
                <a:gd name="T5" fmla="*/ 0 h 1169"/>
                <a:gd name="T6" fmla="*/ 8 w 33"/>
                <a:gd name="T7" fmla="*/ 0 h 1169"/>
                <a:gd name="T8" fmla="*/ 0 w 33"/>
                <a:gd name="T9" fmla="*/ 8 h 1169"/>
                <a:gd name="T10" fmla="*/ 0 w 33"/>
                <a:gd name="T11" fmla="*/ 1168 h 1169"/>
                <a:gd name="T12" fmla="*/ 0 60000 65536"/>
                <a:gd name="T13" fmla="*/ 0 60000 65536"/>
                <a:gd name="T14" fmla="*/ 0 60000 65536"/>
                <a:gd name="T15" fmla="*/ 0 60000 65536"/>
                <a:gd name="T16" fmla="*/ 0 60000 65536"/>
                <a:gd name="T17" fmla="*/ 0 60000 65536"/>
                <a:gd name="T18" fmla="*/ 0 w 33"/>
                <a:gd name="T19" fmla="*/ 0 h 1169"/>
                <a:gd name="T20" fmla="*/ 33 w 33"/>
                <a:gd name="T21" fmla="*/ 1169 h 1169"/>
              </a:gdLst>
              <a:ahLst/>
              <a:cxnLst>
                <a:cxn ang="T12">
                  <a:pos x="T0" y="T1"/>
                </a:cxn>
                <a:cxn ang="T13">
                  <a:pos x="T2" y="T3"/>
                </a:cxn>
                <a:cxn ang="T14">
                  <a:pos x="T4" y="T5"/>
                </a:cxn>
                <a:cxn ang="T15">
                  <a:pos x="T6" y="T7"/>
                </a:cxn>
                <a:cxn ang="T16">
                  <a:pos x="T8" y="T9"/>
                </a:cxn>
                <a:cxn ang="T17">
                  <a:pos x="T10" y="T11"/>
                </a:cxn>
              </a:cxnLst>
              <a:rect l="T18" t="T19" r="T20" b="T21"/>
              <a:pathLst>
                <a:path w="33" h="1169">
                  <a:moveTo>
                    <a:pt x="32" y="1168"/>
                  </a:moveTo>
                  <a:lnTo>
                    <a:pt x="32" y="8"/>
                  </a:lnTo>
                  <a:lnTo>
                    <a:pt x="24" y="0"/>
                  </a:lnTo>
                  <a:lnTo>
                    <a:pt x="8" y="0"/>
                  </a:lnTo>
                  <a:lnTo>
                    <a:pt x="0" y="8"/>
                  </a:lnTo>
                  <a:lnTo>
                    <a:pt x="0" y="1168"/>
                  </a:lnTo>
                </a:path>
              </a:pathLst>
            </a:custGeom>
            <a:solidFill>
              <a:srgbClr val="B37121"/>
            </a:solidFill>
            <a:ln w="12700" cap="rnd">
              <a:solidFill>
                <a:srgbClr val="472D0D"/>
              </a:solidFill>
              <a:round/>
              <a:headEnd/>
              <a:tailEnd/>
            </a:ln>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705" name="Line 2107"/>
            <p:cNvSpPr>
              <a:spLocks noChangeAspect="1" noChangeShapeType="1"/>
            </p:cNvSpPr>
            <p:nvPr/>
          </p:nvSpPr>
          <p:spPr bwMode="auto">
            <a:xfrm>
              <a:off x="3820" y="2065"/>
              <a:ext cx="0" cy="1073"/>
            </a:xfrm>
            <a:prstGeom prst="line">
              <a:avLst/>
            </a:prstGeom>
            <a:noFill/>
            <a:ln w="12700">
              <a:solidFill>
                <a:srgbClr val="8F5B1A"/>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706" name="Rectangle 2108"/>
            <p:cNvSpPr>
              <a:spLocks noChangeAspect="1" noChangeArrowheads="1"/>
            </p:cNvSpPr>
            <p:nvPr/>
          </p:nvSpPr>
          <p:spPr bwMode="auto">
            <a:xfrm>
              <a:off x="3696" y="2294"/>
              <a:ext cx="224" cy="24"/>
            </a:xfrm>
            <a:prstGeom prst="rect">
              <a:avLst/>
            </a:prstGeom>
            <a:solidFill>
              <a:srgbClr val="B37121"/>
            </a:solidFill>
            <a:ln w="12700">
              <a:solidFill>
                <a:srgbClr val="472D0D"/>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23707" name="Rectangle 2109"/>
            <p:cNvSpPr>
              <a:spLocks noChangeAspect="1" noChangeArrowheads="1"/>
            </p:cNvSpPr>
            <p:nvPr/>
          </p:nvSpPr>
          <p:spPr bwMode="auto">
            <a:xfrm>
              <a:off x="3648" y="2134"/>
              <a:ext cx="328" cy="24"/>
            </a:xfrm>
            <a:prstGeom prst="rect">
              <a:avLst/>
            </a:prstGeom>
            <a:solidFill>
              <a:srgbClr val="B37121"/>
            </a:solidFill>
            <a:ln w="12700">
              <a:solidFill>
                <a:srgbClr val="472D0D"/>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23708" name="Line 2110"/>
            <p:cNvSpPr>
              <a:spLocks noChangeAspect="1" noChangeShapeType="1"/>
            </p:cNvSpPr>
            <p:nvPr/>
          </p:nvSpPr>
          <p:spPr bwMode="auto">
            <a:xfrm>
              <a:off x="3691" y="2146"/>
              <a:ext cx="241" cy="0"/>
            </a:xfrm>
            <a:prstGeom prst="line">
              <a:avLst/>
            </a:prstGeom>
            <a:noFill/>
            <a:ln w="12700">
              <a:solidFill>
                <a:srgbClr val="8F5B1A"/>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709" name="Line 2111"/>
            <p:cNvSpPr>
              <a:spLocks noChangeAspect="1" noChangeShapeType="1"/>
            </p:cNvSpPr>
            <p:nvPr/>
          </p:nvSpPr>
          <p:spPr bwMode="auto">
            <a:xfrm>
              <a:off x="3739" y="2306"/>
              <a:ext cx="137" cy="0"/>
            </a:xfrm>
            <a:prstGeom prst="line">
              <a:avLst/>
            </a:prstGeom>
            <a:noFill/>
            <a:ln w="12700">
              <a:solidFill>
                <a:srgbClr val="8F5B1A"/>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grpSp>
      <p:sp>
        <p:nvSpPr>
          <p:cNvPr id="23586" name="Arc 2112"/>
          <p:cNvSpPr>
            <a:spLocks noChangeAspect="1"/>
          </p:cNvSpPr>
          <p:nvPr/>
        </p:nvSpPr>
        <p:spPr bwMode="auto">
          <a:xfrm flipH="1">
            <a:off x="5422900" y="1812925"/>
            <a:ext cx="242888" cy="50800"/>
          </a:xfrm>
          <a:custGeom>
            <a:avLst/>
            <a:gdLst>
              <a:gd name="T0" fmla="*/ 2147483646 w 37419"/>
              <a:gd name="T1" fmla="*/ 2147483646 h 22216"/>
              <a:gd name="T2" fmla="*/ 2147483646 w 37419"/>
              <a:gd name="T3" fmla="*/ 0 h 22216"/>
              <a:gd name="T4" fmla="*/ 2147483646 w 37419"/>
              <a:gd name="T5" fmla="*/ 150564157 h 22216"/>
              <a:gd name="T6" fmla="*/ 0 60000 65536"/>
              <a:gd name="T7" fmla="*/ 0 60000 65536"/>
              <a:gd name="T8" fmla="*/ 0 60000 65536"/>
              <a:gd name="T9" fmla="*/ 0 w 37419"/>
              <a:gd name="T10" fmla="*/ 0 h 22216"/>
              <a:gd name="T11" fmla="*/ 37419 w 37419"/>
              <a:gd name="T12" fmla="*/ 22216 h 22216"/>
            </a:gdLst>
            <a:ahLst/>
            <a:cxnLst>
              <a:cxn ang="T6">
                <a:pos x="T0" y="T1"/>
              </a:cxn>
              <a:cxn ang="T7">
                <a:pos x="T2" y="T3"/>
              </a:cxn>
              <a:cxn ang="T8">
                <a:pos x="T4" y="T5"/>
              </a:cxn>
            </a:cxnLst>
            <a:rect l="T9" t="T10" r="T11" b="T12"/>
            <a:pathLst>
              <a:path w="37419" h="22216" fill="none" extrusionOk="0">
                <a:moveTo>
                  <a:pt x="37418" y="15323"/>
                </a:moveTo>
                <a:cubicBezTo>
                  <a:pt x="33332" y="19719"/>
                  <a:pt x="27601" y="22215"/>
                  <a:pt x="21600" y="22216"/>
                </a:cubicBezTo>
                <a:cubicBezTo>
                  <a:pt x="9670" y="22216"/>
                  <a:pt x="0" y="12545"/>
                  <a:pt x="0" y="616"/>
                </a:cubicBezTo>
                <a:cubicBezTo>
                  <a:pt x="-1" y="410"/>
                  <a:pt x="2" y="205"/>
                  <a:pt x="8" y="-1"/>
                </a:cubicBezTo>
              </a:path>
              <a:path w="37419" h="22216" stroke="0" extrusionOk="0">
                <a:moveTo>
                  <a:pt x="37418" y="15323"/>
                </a:moveTo>
                <a:cubicBezTo>
                  <a:pt x="33332" y="19719"/>
                  <a:pt x="27601" y="22215"/>
                  <a:pt x="21600" y="22216"/>
                </a:cubicBezTo>
                <a:cubicBezTo>
                  <a:pt x="9670" y="22216"/>
                  <a:pt x="0" y="12545"/>
                  <a:pt x="0" y="616"/>
                </a:cubicBezTo>
                <a:cubicBezTo>
                  <a:pt x="-1" y="410"/>
                  <a:pt x="2" y="205"/>
                  <a:pt x="8" y="-1"/>
                </a:cubicBezTo>
                <a:lnTo>
                  <a:pt x="21600" y="616"/>
                </a:lnTo>
                <a:lnTo>
                  <a:pt x="37418" y="15323"/>
                </a:lnTo>
                <a:close/>
              </a:path>
            </a:pathLst>
          </a:custGeom>
          <a:noFill/>
          <a:ln w="12700" cap="rnd">
            <a:solidFill>
              <a:srgbClr val="8E8E95"/>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587" name="Arc 2274"/>
          <p:cNvSpPr>
            <a:spLocks noChangeAspect="1"/>
          </p:cNvSpPr>
          <p:nvPr/>
        </p:nvSpPr>
        <p:spPr bwMode="auto">
          <a:xfrm rot="20336030" flipH="1">
            <a:off x="5556251" y="2311400"/>
            <a:ext cx="698500" cy="39688"/>
          </a:xfrm>
          <a:custGeom>
            <a:avLst/>
            <a:gdLst>
              <a:gd name="T0" fmla="*/ 2147483646 w 21600"/>
              <a:gd name="T1" fmla="*/ 0 h 21600"/>
              <a:gd name="T2" fmla="*/ 0 w 21600"/>
              <a:gd name="T3" fmla="*/ 198396154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12700" cap="rnd">
            <a:solidFill>
              <a:srgbClr val="8E8E95"/>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588" name="Arc 2275"/>
          <p:cNvSpPr>
            <a:spLocks noChangeAspect="1"/>
          </p:cNvSpPr>
          <p:nvPr/>
        </p:nvSpPr>
        <p:spPr bwMode="auto">
          <a:xfrm flipH="1">
            <a:off x="5365751" y="2449514"/>
            <a:ext cx="103188" cy="46037"/>
          </a:xfrm>
          <a:custGeom>
            <a:avLst/>
            <a:gdLst>
              <a:gd name="T0" fmla="*/ 2147483646 w 23710"/>
              <a:gd name="T1" fmla="*/ 1312616708 h 22118"/>
              <a:gd name="T2" fmla="*/ 2147483646 w 23710"/>
              <a:gd name="T3" fmla="*/ 0 h 22118"/>
              <a:gd name="T4" fmla="*/ 2147483646 w 23710"/>
              <a:gd name="T5" fmla="*/ 30884539 h 22118"/>
              <a:gd name="T6" fmla="*/ 0 60000 65536"/>
              <a:gd name="T7" fmla="*/ 0 60000 65536"/>
              <a:gd name="T8" fmla="*/ 0 60000 65536"/>
              <a:gd name="T9" fmla="*/ 0 w 23710"/>
              <a:gd name="T10" fmla="*/ 0 h 22118"/>
              <a:gd name="T11" fmla="*/ 23710 w 23710"/>
              <a:gd name="T12" fmla="*/ 22118 h 22118"/>
            </a:gdLst>
            <a:ahLst/>
            <a:cxnLst>
              <a:cxn ang="T6">
                <a:pos x="T0" y="T1"/>
              </a:cxn>
              <a:cxn ang="T7">
                <a:pos x="T2" y="T3"/>
              </a:cxn>
              <a:cxn ang="T8">
                <a:pos x="T4" y="T5"/>
              </a:cxn>
            </a:cxnLst>
            <a:rect l="T9" t="T10" r="T11" b="T12"/>
            <a:pathLst>
              <a:path w="23710" h="22118" fill="none" extrusionOk="0">
                <a:moveTo>
                  <a:pt x="23709" y="22014"/>
                </a:moveTo>
                <a:cubicBezTo>
                  <a:pt x="23008" y="22083"/>
                  <a:pt x="22304" y="22117"/>
                  <a:pt x="21600" y="22118"/>
                </a:cubicBezTo>
                <a:cubicBezTo>
                  <a:pt x="9670" y="22118"/>
                  <a:pt x="0" y="12447"/>
                  <a:pt x="0" y="518"/>
                </a:cubicBezTo>
                <a:cubicBezTo>
                  <a:pt x="-1" y="345"/>
                  <a:pt x="2" y="172"/>
                  <a:pt x="6" y="0"/>
                </a:cubicBezTo>
              </a:path>
              <a:path w="23710" h="22118" stroke="0" extrusionOk="0">
                <a:moveTo>
                  <a:pt x="23709" y="22014"/>
                </a:moveTo>
                <a:cubicBezTo>
                  <a:pt x="23008" y="22083"/>
                  <a:pt x="22304" y="22117"/>
                  <a:pt x="21600" y="22118"/>
                </a:cubicBezTo>
                <a:cubicBezTo>
                  <a:pt x="9670" y="22118"/>
                  <a:pt x="0" y="12447"/>
                  <a:pt x="0" y="518"/>
                </a:cubicBezTo>
                <a:cubicBezTo>
                  <a:pt x="-1" y="345"/>
                  <a:pt x="2" y="172"/>
                  <a:pt x="6" y="0"/>
                </a:cubicBezTo>
                <a:lnTo>
                  <a:pt x="21600" y="518"/>
                </a:lnTo>
                <a:lnTo>
                  <a:pt x="23709" y="22014"/>
                </a:lnTo>
                <a:close/>
              </a:path>
            </a:pathLst>
          </a:custGeom>
          <a:noFill/>
          <a:ln w="12700" cap="rnd">
            <a:solidFill>
              <a:srgbClr val="8E8E95"/>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grpSp>
        <p:nvGrpSpPr>
          <p:cNvPr id="23589" name="Group 2276"/>
          <p:cNvGrpSpPr>
            <a:grpSpLocks noChangeAspect="1"/>
          </p:cNvGrpSpPr>
          <p:nvPr/>
        </p:nvGrpSpPr>
        <p:grpSpPr bwMode="auto">
          <a:xfrm flipH="1">
            <a:off x="5457825" y="2406651"/>
            <a:ext cx="117475" cy="415925"/>
            <a:chOff x="3648" y="2010"/>
            <a:chExt cx="328" cy="1169"/>
          </a:xfrm>
        </p:grpSpPr>
        <p:sp>
          <p:nvSpPr>
            <p:cNvPr id="23686" name="Oval 2277"/>
            <p:cNvSpPr>
              <a:spLocks noChangeAspect="1" noChangeArrowheads="1"/>
            </p:cNvSpPr>
            <p:nvPr/>
          </p:nvSpPr>
          <p:spPr bwMode="auto">
            <a:xfrm>
              <a:off x="3664" y="2110"/>
              <a:ext cx="32" cy="32"/>
            </a:xfrm>
            <a:prstGeom prst="ellipse">
              <a:avLst/>
            </a:prstGeom>
            <a:solidFill>
              <a:srgbClr val="B37121"/>
            </a:solidFill>
            <a:ln w="12700">
              <a:solidFill>
                <a:srgbClr val="472D0D"/>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23687" name="Oval 2278"/>
            <p:cNvSpPr>
              <a:spLocks noChangeAspect="1" noChangeArrowheads="1"/>
            </p:cNvSpPr>
            <p:nvPr/>
          </p:nvSpPr>
          <p:spPr bwMode="auto">
            <a:xfrm>
              <a:off x="3928" y="2110"/>
              <a:ext cx="32" cy="32"/>
            </a:xfrm>
            <a:prstGeom prst="ellipse">
              <a:avLst/>
            </a:prstGeom>
            <a:solidFill>
              <a:srgbClr val="B37121"/>
            </a:solidFill>
            <a:ln w="12700">
              <a:solidFill>
                <a:srgbClr val="472D0D"/>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23688" name="Freeform 2279"/>
            <p:cNvSpPr>
              <a:spLocks noChangeAspect="1"/>
            </p:cNvSpPr>
            <p:nvPr/>
          </p:nvSpPr>
          <p:spPr bwMode="auto">
            <a:xfrm>
              <a:off x="3732" y="2146"/>
              <a:ext cx="65" cy="73"/>
            </a:xfrm>
            <a:custGeom>
              <a:avLst/>
              <a:gdLst>
                <a:gd name="T0" fmla="*/ 8 w 65"/>
                <a:gd name="T1" fmla="*/ 0 h 73"/>
                <a:gd name="T2" fmla="*/ 64 w 65"/>
                <a:gd name="T3" fmla="*/ 48 h 73"/>
                <a:gd name="T4" fmla="*/ 64 w 65"/>
                <a:gd name="T5" fmla="*/ 72 h 73"/>
                <a:gd name="T6" fmla="*/ 0 w 65"/>
                <a:gd name="T7" fmla="*/ 0 h 73"/>
                <a:gd name="T8" fmla="*/ 8 w 65"/>
                <a:gd name="T9" fmla="*/ 0 h 73"/>
                <a:gd name="T10" fmla="*/ 0 60000 65536"/>
                <a:gd name="T11" fmla="*/ 0 60000 65536"/>
                <a:gd name="T12" fmla="*/ 0 60000 65536"/>
                <a:gd name="T13" fmla="*/ 0 60000 65536"/>
                <a:gd name="T14" fmla="*/ 0 60000 65536"/>
                <a:gd name="T15" fmla="*/ 0 w 65"/>
                <a:gd name="T16" fmla="*/ 0 h 73"/>
                <a:gd name="T17" fmla="*/ 65 w 65"/>
                <a:gd name="T18" fmla="*/ 73 h 73"/>
              </a:gdLst>
              <a:ahLst/>
              <a:cxnLst>
                <a:cxn ang="T10">
                  <a:pos x="T0" y="T1"/>
                </a:cxn>
                <a:cxn ang="T11">
                  <a:pos x="T2" y="T3"/>
                </a:cxn>
                <a:cxn ang="T12">
                  <a:pos x="T4" y="T5"/>
                </a:cxn>
                <a:cxn ang="T13">
                  <a:pos x="T6" y="T7"/>
                </a:cxn>
                <a:cxn ang="T14">
                  <a:pos x="T8" y="T9"/>
                </a:cxn>
              </a:cxnLst>
              <a:rect l="T15" t="T16" r="T17" b="T18"/>
              <a:pathLst>
                <a:path w="65" h="73">
                  <a:moveTo>
                    <a:pt x="8" y="0"/>
                  </a:moveTo>
                  <a:lnTo>
                    <a:pt x="64" y="48"/>
                  </a:lnTo>
                  <a:lnTo>
                    <a:pt x="64" y="72"/>
                  </a:lnTo>
                  <a:lnTo>
                    <a:pt x="0" y="0"/>
                  </a:lnTo>
                  <a:lnTo>
                    <a:pt x="8" y="0"/>
                  </a:lnTo>
                </a:path>
              </a:pathLst>
            </a:custGeom>
            <a:solidFill>
              <a:srgbClr val="472D0D"/>
            </a:solidFill>
            <a:ln w="12700" cap="rnd">
              <a:solidFill>
                <a:srgbClr val="472D0D"/>
              </a:solidFill>
              <a:round/>
              <a:headEnd/>
              <a:tailEnd/>
            </a:ln>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689" name="Freeform 2280"/>
            <p:cNvSpPr>
              <a:spLocks noChangeAspect="1"/>
            </p:cNvSpPr>
            <p:nvPr/>
          </p:nvSpPr>
          <p:spPr bwMode="auto">
            <a:xfrm>
              <a:off x="3812" y="2146"/>
              <a:ext cx="65" cy="73"/>
            </a:xfrm>
            <a:custGeom>
              <a:avLst/>
              <a:gdLst>
                <a:gd name="T0" fmla="*/ 56 w 65"/>
                <a:gd name="T1" fmla="*/ 0 h 73"/>
                <a:gd name="T2" fmla="*/ 0 w 65"/>
                <a:gd name="T3" fmla="*/ 48 h 73"/>
                <a:gd name="T4" fmla="*/ 0 w 65"/>
                <a:gd name="T5" fmla="*/ 72 h 73"/>
                <a:gd name="T6" fmla="*/ 64 w 65"/>
                <a:gd name="T7" fmla="*/ 0 h 73"/>
                <a:gd name="T8" fmla="*/ 56 w 65"/>
                <a:gd name="T9" fmla="*/ 0 h 73"/>
                <a:gd name="T10" fmla="*/ 0 60000 65536"/>
                <a:gd name="T11" fmla="*/ 0 60000 65536"/>
                <a:gd name="T12" fmla="*/ 0 60000 65536"/>
                <a:gd name="T13" fmla="*/ 0 60000 65536"/>
                <a:gd name="T14" fmla="*/ 0 60000 65536"/>
                <a:gd name="T15" fmla="*/ 0 w 65"/>
                <a:gd name="T16" fmla="*/ 0 h 73"/>
                <a:gd name="T17" fmla="*/ 65 w 65"/>
                <a:gd name="T18" fmla="*/ 73 h 73"/>
              </a:gdLst>
              <a:ahLst/>
              <a:cxnLst>
                <a:cxn ang="T10">
                  <a:pos x="T0" y="T1"/>
                </a:cxn>
                <a:cxn ang="T11">
                  <a:pos x="T2" y="T3"/>
                </a:cxn>
                <a:cxn ang="T12">
                  <a:pos x="T4" y="T5"/>
                </a:cxn>
                <a:cxn ang="T13">
                  <a:pos x="T6" y="T7"/>
                </a:cxn>
                <a:cxn ang="T14">
                  <a:pos x="T8" y="T9"/>
                </a:cxn>
              </a:cxnLst>
              <a:rect l="T15" t="T16" r="T17" b="T18"/>
              <a:pathLst>
                <a:path w="65" h="73">
                  <a:moveTo>
                    <a:pt x="56" y="0"/>
                  </a:moveTo>
                  <a:lnTo>
                    <a:pt x="0" y="48"/>
                  </a:lnTo>
                  <a:lnTo>
                    <a:pt x="0" y="72"/>
                  </a:lnTo>
                  <a:lnTo>
                    <a:pt x="64" y="0"/>
                  </a:lnTo>
                  <a:lnTo>
                    <a:pt x="56" y="0"/>
                  </a:lnTo>
                </a:path>
              </a:pathLst>
            </a:custGeom>
            <a:solidFill>
              <a:srgbClr val="472D0D"/>
            </a:solidFill>
            <a:ln w="12700" cap="rnd">
              <a:solidFill>
                <a:srgbClr val="472D0D"/>
              </a:solidFill>
              <a:round/>
              <a:headEnd/>
              <a:tailEnd/>
            </a:ln>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690" name="Freeform 2281"/>
            <p:cNvSpPr>
              <a:spLocks noChangeAspect="1"/>
            </p:cNvSpPr>
            <p:nvPr/>
          </p:nvSpPr>
          <p:spPr bwMode="auto">
            <a:xfrm>
              <a:off x="3732" y="2314"/>
              <a:ext cx="65" cy="65"/>
            </a:xfrm>
            <a:custGeom>
              <a:avLst/>
              <a:gdLst>
                <a:gd name="T0" fmla="*/ 8 w 65"/>
                <a:gd name="T1" fmla="*/ 0 h 65"/>
                <a:gd name="T2" fmla="*/ 64 w 65"/>
                <a:gd name="T3" fmla="*/ 56 h 65"/>
                <a:gd name="T4" fmla="*/ 64 w 65"/>
                <a:gd name="T5" fmla="*/ 64 h 65"/>
                <a:gd name="T6" fmla="*/ 0 w 65"/>
                <a:gd name="T7" fmla="*/ 0 h 65"/>
                <a:gd name="T8" fmla="*/ 8 w 65"/>
                <a:gd name="T9" fmla="*/ 0 h 65"/>
                <a:gd name="T10" fmla="*/ 0 60000 65536"/>
                <a:gd name="T11" fmla="*/ 0 60000 65536"/>
                <a:gd name="T12" fmla="*/ 0 60000 65536"/>
                <a:gd name="T13" fmla="*/ 0 60000 65536"/>
                <a:gd name="T14" fmla="*/ 0 60000 65536"/>
                <a:gd name="T15" fmla="*/ 0 w 65"/>
                <a:gd name="T16" fmla="*/ 0 h 65"/>
                <a:gd name="T17" fmla="*/ 65 w 65"/>
                <a:gd name="T18" fmla="*/ 65 h 65"/>
              </a:gdLst>
              <a:ahLst/>
              <a:cxnLst>
                <a:cxn ang="T10">
                  <a:pos x="T0" y="T1"/>
                </a:cxn>
                <a:cxn ang="T11">
                  <a:pos x="T2" y="T3"/>
                </a:cxn>
                <a:cxn ang="T12">
                  <a:pos x="T4" y="T5"/>
                </a:cxn>
                <a:cxn ang="T13">
                  <a:pos x="T6" y="T7"/>
                </a:cxn>
                <a:cxn ang="T14">
                  <a:pos x="T8" y="T9"/>
                </a:cxn>
              </a:cxnLst>
              <a:rect l="T15" t="T16" r="T17" b="T18"/>
              <a:pathLst>
                <a:path w="65" h="65">
                  <a:moveTo>
                    <a:pt x="8" y="0"/>
                  </a:moveTo>
                  <a:lnTo>
                    <a:pt x="64" y="56"/>
                  </a:lnTo>
                  <a:lnTo>
                    <a:pt x="64" y="64"/>
                  </a:lnTo>
                  <a:lnTo>
                    <a:pt x="0" y="0"/>
                  </a:lnTo>
                  <a:lnTo>
                    <a:pt x="8" y="0"/>
                  </a:lnTo>
                </a:path>
              </a:pathLst>
            </a:custGeom>
            <a:solidFill>
              <a:srgbClr val="472D0D"/>
            </a:solidFill>
            <a:ln w="12700" cap="rnd">
              <a:solidFill>
                <a:srgbClr val="472D0D"/>
              </a:solidFill>
              <a:round/>
              <a:headEnd/>
              <a:tailEnd/>
            </a:ln>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691" name="Freeform 2282"/>
            <p:cNvSpPr>
              <a:spLocks noChangeAspect="1"/>
            </p:cNvSpPr>
            <p:nvPr/>
          </p:nvSpPr>
          <p:spPr bwMode="auto">
            <a:xfrm>
              <a:off x="3812" y="2314"/>
              <a:ext cx="65" cy="65"/>
            </a:xfrm>
            <a:custGeom>
              <a:avLst/>
              <a:gdLst>
                <a:gd name="T0" fmla="*/ 56 w 65"/>
                <a:gd name="T1" fmla="*/ 0 h 65"/>
                <a:gd name="T2" fmla="*/ 0 w 65"/>
                <a:gd name="T3" fmla="*/ 56 h 65"/>
                <a:gd name="T4" fmla="*/ 0 w 65"/>
                <a:gd name="T5" fmla="*/ 64 h 65"/>
                <a:gd name="T6" fmla="*/ 64 w 65"/>
                <a:gd name="T7" fmla="*/ 0 h 65"/>
                <a:gd name="T8" fmla="*/ 56 w 65"/>
                <a:gd name="T9" fmla="*/ 0 h 65"/>
                <a:gd name="T10" fmla="*/ 0 60000 65536"/>
                <a:gd name="T11" fmla="*/ 0 60000 65536"/>
                <a:gd name="T12" fmla="*/ 0 60000 65536"/>
                <a:gd name="T13" fmla="*/ 0 60000 65536"/>
                <a:gd name="T14" fmla="*/ 0 60000 65536"/>
                <a:gd name="T15" fmla="*/ 0 w 65"/>
                <a:gd name="T16" fmla="*/ 0 h 65"/>
                <a:gd name="T17" fmla="*/ 65 w 65"/>
                <a:gd name="T18" fmla="*/ 65 h 65"/>
              </a:gdLst>
              <a:ahLst/>
              <a:cxnLst>
                <a:cxn ang="T10">
                  <a:pos x="T0" y="T1"/>
                </a:cxn>
                <a:cxn ang="T11">
                  <a:pos x="T2" y="T3"/>
                </a:cxn>
                <a:cxn ang="T12">
                  <a:pos x="T4" y="T5"/>
                </a:cxn>
                <a:cxn ang="T13">
                  <a:pos x="T6" y="T7"/>
                </a:cxn>
                <a:cxn ang="T14">
                  <a:pos x="T8" y="T9"/>
                </a:cxn>
              </a:cxnLst>
              <a:rect l="T15" t="T16" r="T17" b="T18"/>
              <a:pathLst>
                <a:path w="65" h="65">
                  <a:moveTo>
                    <a:pt x="56" y="0"/>
                  </a:moveTo>
                  <a:lnTo>
                    <a:pt x="0" y="56"/>
                  </a:lnTo>
                  <a:lnTo>
                    <a:pt x="0" y="64"/>
                  </a:lnTo>
                  <a:lnTo>
                    <a:pt x="64" y="0"/>
                  </a:lnTo>
                  <a:lnTo>
                    <a:pt x="56" y="0"/>
                  </a:lnTo>
                </a:path>
              </a:pathLst>
            </a:custGeom>
            <a:solidFill>
              <a:srgbClr val="472D0D"/>
            </a:solidFill>
            <a:ln w="12700" cap="rnd">
              <a:solidFill>
                <a:srgbClr val="472D0D"/>
              </a:solidFill>
              <a:round/>
              <a:headEnd/>
              <a:tailEnd/>
            </a:ln>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692" name="Freeform 2283"/>
            <p:cNvSpPr>
              <a:spLocks noChangeAspect="1"/>
            </p:cNvSpPr>
            <p:nvPr/>
          </p:nvSpPr>
          <p:spPr bwMode="auto">
            <a:xfrm>
              <a:off x="3796" y="2010"/>
              <a:ext cx="33" cy="1169"/>
            </a:xfrm>
            <a:custGeom>
              <a:avLst/>
              <a:gdLst>
                <a:gd name="T0" fmla="*/ 32 w 33"/>
                <a:gd name="T1" fmla="*/ 1168 h 1169"/>
                <a:gd name="T2" fmla="*/ 32 w 33"/>
                <a:gd name="T3" fmla="*/ 8 h 1169"/>
                <a:gd name="T4" fmla="*/ 24 w 33"/>
                <a:gd name="T5" fmla="*/ 0 h 1169"/>
                <a:gd name="T6" fmla="*/ 8 w 33"/>
                <a:gd name="T7" fmla="*/ 0 h 1169"/>
                <a:gd name="T8" fmla="*/ 0 w 33"/>
                <a:gd name="T9" fmla="*/ 8 h 1169"/>
                <a:gd name="T10" fmla="*/ 0 w 33"/>
                <a:gd name="T11" fmla="*/ 1168 h 1169"/>
                <a:gd name="T12" fmla="*/ 0 60000 65536"/>
                <a:gd name="T13" fmla="*/ 0 60000 65536"/>
                <a:gd name="T14" fmla="*/ 0 60000 65536"/>
                <a:gd name="T15" fmla="*/ 0 60000 65536"/>
                <a:gd name="T16" fmla="*/ 0 60000 65536"/>
                <a:gd name="T17" fmla="*/ 0 60000 65536"/>
                <a:gd name="T18" fmla="*/ 0 w 33"/>
                <a:gd name="T19" fmla="*/ 0 h 1169"/>
                <a:gd name="T20" fmla="*/ 33 w 33"/>
                <a:gd name="T21" fmla="*/ 1169 h 1169"/>
              </a:gdLst>
              <a:ahLst/>
              <a:cxnLst>
                <a:cxn ang="T12">
                  <a:pos x="T0" y="T1"/>
                </a:cxn>
                <a:cxn ang="T13">
                  <a:pos x="T2" y="T3"/>
                </a:cxn>
                <a:cxn ang="T14">
                  <a:pos x="T4" y="T5"/>
                </a:cxn>
                <a:cxn ang="T15">
                  <a:pos x="T6" y="T7"/>
                </a:cxn>
                <a:cxn ang="T16">
                  <a:pos x="T8" y="T9"/>
                </a:cxn>
                <a:cxn ang="T17">
                  <a:pos x="T10" y="T11"/>
                </a:cxn>
              </a:cxnLst>
              <a:rect l="T18" t="T19" r="T20" b="T21"/>
              <a:pathLst>
                <a:path w="33" h="1169">
                  <a:moveTo>
                    <a:pt x="32" y="1168"/>
                  </a:moveTo>
                  <a:lnTo>
                    <a:pt x="32" y="8"/>
                  </a:lnTo>
                  <a:lnTo>
                    <a:pt x="24" y="0"/>
                  </a:lnTo>
                  <a:lnTo>
                    <a:pt x="8" y="0"/>
                  </a:lnTo>
                  <a:lnTo>
                    <a:pt x="0" y="8"/>
                  </a:lnTo>
                  <a:lnTo>
                    <a:pt x="0" y="1168"/>
                  </a:lnTo>
                </a:path>
              </a:pathLst>
            </a:custGeom>
            <a:solidFill>
              <a:srgbClr val="B37121"/>
            </a:solidFill>
            <a:ln w="12700" cap="rnd">
              <a:solidFill>
                <a:srgbClr val="472D0D"/>
              </a:solidFill>
              <a:round/>
              <a:headEnd/>
              <a:tailEnd/>
            </a:ln>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693" name="Line 2284"/>
            <p:cNvSpPr>
              <a:spLocks noChangeAspect="1" noChangeShapeType="1"/>
            </p:cNvSpPr>
            <p:nvPr/>
          </p:nvSpPr>
          <p:spPr bwMode="auto">
            <a:xfrm>
              <a:off x="3820" y="2065"/>
              <a:ext cx="0" cy="1073"/>
            </a:xfrm>
            <a:prstGeom prst="line">
              <a:avLst/>
            </a:prstGeom>
            <a:noFill/>
            <a:ln w="12700">
              <a:solidFill>
                <a:srgbClr val="8F5B1A"/>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694" name="Rectangle 2285"/>
            <p:cNvSpPr>
              <a:spLocks noChangeAspect="1" noChangeArrowheads="1"/>
            </p:cNvSpPr>
            <p:nvPr/>
          </p:nvSpPr>
          <p:spPr bwMode="auto">
            <a:xfrm>
              <a:off x="3696" y="2294"/>
              <a:ext cx="224" cy="24"/>
            </a:xfrm>
            <a:prstGeom prst="rect">
              <a:avLst/>
            </a:prstGeom>
            <a:solidFill>
              <a:srgbClr val="B37121"/>
            </a:solidFill>
            <a:ln w="12700">
              <a:solidFill>
                <a:srgbClr val="472D0D"/>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23695" name="Rectangle 2286"/>
            <p:cNvSpPr>
              <a:spLocks noChangeAspect="1" noChangeArrowheads="1"/>
            </p:cNvSpPr>
            <p:nvPr/>
          </p:nvSpPr>
          <p:spPr bwMode="auto">
            <a:xfrm>
              <a:off x="3648" y="2134"/>
              <a:ext cx="328" cy="24"/>
            </a:xfrm>
            <a:prstGeom prst="rect">
              <a:avLst/>
            </a:prstGeom>
            <a:solidFill>
              <a:srgbClr val="B37121"/>
            </a:solidFill>
            <a:ln w="12700">
              <a:solidFill>
                <a:srgbClr val="472D0D"/>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23696" name="Line 2287"/>
            <p:cNvSpPr>
              <a:spLocks noChangeAspect="1" noChangeShapeType="1"/>
            </p:cNvSpPr>
            <p:nvPr/>
          </p:nvSpPr>
          <p:spPr bwMode="auto">
            <a:xfrm>
              <a:off x="3691" y="2146"/>
              <a:ext cx="241" cy="0"/>
            </a:xfrm>
            <a:prstGeom prst="line">
              <a:avLst/>
            </a:prstGeom>
            <a:noFill/>
            <a:ln w="12700">
              <a:solidFill>
                <a:srgbClr val="8F5B1A"/>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697" name="Line 2288"/>
            <p:cNvSpPr>
              <a:spLocks noChangeAspect="1" noChangeShapeType="1"/>
            </p:cNvSpPr>
            <p:nvPr/>
          </p:nvSpPr>
          <p:spPr bwMode="auto">
            <a:xfrm>
              <a:off x="3739" y="2306"/>
              <a:ext cx="137" cy="0"/>
            </a:xfrm>
            <a:prstGeom prst="line">
              <a:avLst/>
            </a:prstGeom>
            <a:noFill/>
            <a:ln w="12700">
              <a:solidFill>
                <a:srgbClr val="8F5B1A"/>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grpSp>
      <p:sp>
        <p:nvSpPr>
          <p:cNvPr id="23590" name="Arc 2289"/>
          <p:cNvSpPr>
            <a:spLocks noChangeAspect="1"/>
          </p:cNvSpPr>
          <p:nvPr/>
        </p:nvSpPr>
        <p:spPr bwMode="auto">
          <a:xfrm flipH="1">
            <a:off x="5308601" y="2446339"/>
            <a:ext cx="241300" cy="52387"/>
          </a:xfrm>
          <a:custGeom>
            <a:avLst/>
            <a:gdLst>
              <a:gd name="T0" fmla="*/ 2147483646 w 37419"/>
              <a:gd name="T1" fmla="*/ 2147483646 h 22216"/>
              <a:gd name="T2" fmla="*/ 2147483646 w 37419"/>
              <a:gd name="T3" fmla="*/ 0 h 22216"/>
              <a:gd name="T4" fmla="*/ 2147483646 w 37419"/>
              <a:gd name="T5" fmla="*/ 238810436 h 22216"/>
              <a:gd name="T6" fmla="*/ 0 60000 65536"/>
              <a:gd name="T7" fmla="*/ 0 60000 65536"/>
              <a:gd name="T8" fmla="*/ 0 60000 65536"/>
              <a:gd name="T9" fmla="*/ 0 w 37419"/>
              <a:gd name="T10" fmla="*/ 0 h 22216"/>
              <a:gd name="T11" fmla="*/ 37419 w 37419"/>
              <a:gd name="T12" fmla="*/ 22216 h 22216"/>
            </a:gdLst>
            <a:ahLst/>
            <a:cxnLst>
              <a:cxn ang="T6">
                <a:pos x="T0" y="T1"/>
              </a:cxn>
              <a:cxn ang="T7">
                <a:pos x="T2" y="T3"/>
              </a:cxn>
              <a:cxn ang="T8">
                <a:pos x="T4" y="T5"/>
              </a:cxn>
            </a:cxnLst>
            <a:rect l="T9" t="T10" r="T11" b="T12"/>
            <a:pathLst>
              <a:path w="37419" h="22216" fill="none" extrusionOk="0">
                <a:moveTo>
                  <a:pt x="37418" y="15323"/>
                </a:moveTo>
                <a:cubicBezTo>
                  <a:pt x="33332" y="19719"/>
                  <a:pt x="27601" y="22215"/>
                  <a:pt x="21600" y="22216"/>
                </a:cubicBezTo>
                <a:cubicBezTo>
                  <a:pt x="9670" y="22216"/>
                  <a:pt x="0" y="12545"/>
                  <a:pt x="0" y="616"/>
                </a:cubicBezTo>
                <a:cubicBezTo>
                  <a:pt x="-1" y="410"/>
                  <a:pt x="2" y="205"/>
                  <a:pt x="8" y="-1"/>
                </a:cubicBezTo>
              </a:path>
              <a:path w="37419" h="22216" stroke="0" extrusionOk="0">
                <a:moveTo>
                  <a:pt x="37418" y="15323"/>
                </a:moveTo>
                <a:cubicBezTo>
                  <a:pt x="33332" y="19719"/>
                  <a:pt x="27601" y="22215"/>
                  <a:pt x="21600" y="22216"/>
                </a:cubicBezTo>
                <a:cubicBezTo>
                  <a:pt x="9670" y="22216"/>
                  <a:pt x="0" y="12545"/>
                  <a:pt x="0" y="616"/>
                </a:cubicBezTo>
                <a:cubicBezTo>
                  <a:pt x="-1" y="410"/>
                  <a:pt x="2" y="205"/>
                  <a:pt x="8" y="-1"/>
                </a:cubicBezTo>
                <a:lnTo>
                  <a:pt x="21600" y="616"/>
                </a:lnTo>
                <a:lnTo>
                  <a:pt x="37418" y="15323"/>
                </a:lnTo>
                <a:close/>
              </a:path>
            </a:pathLst>
          </a:custGeom>
          <a:noFill/>
          <a:ln w="12700" cap="rnd">
            <a:solidFill>
              <a:srgbClr val="8E8E95"/>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591" name="Arc 2450"/>
          <p:cNvSpPr>
            <a:spLocks noChangeAspect="1"/>
          </p:cNvSpPr>
          <p:nvPr/>
        </p:nvSpPr>
        <p:spPr bwMode="auto">
          <a:xfrm flipH="1">
            <a:off x="5289551" y="2524126"/>
            <a:ext cx="104775" cy="46039"/>
          </a:xfrm>
          <a:custGeom>
            <a:avLst/>
            <a:gdLst>
              <a:gd name="T0" fmla="*/ 2147483646 w 23710"/>
              <a:gd name="T1" fmla="*/ 1313044307 h 22118"/>
              <a:gd name="T2" fmla="*/ 2147483646 w 23710"/>
              <a:gd name="T3" fmla="*/ 0 h 22118"/>
              <a:gd name="T4" fmla="*/ 2147483646 w 23710"/>
              <a:gd name="T5" fmla="*/ 30894116 h 22118"/>
              <a:gd name="T6" fmla="*/ 0 60000 65536"/>
              <a:gd name="T7" fmla="*/ 0 60000 65536"/>
              <a:gd name="T8" fmla="*/ 0 60000 65536"/>
              <a:gd name="T9" fmla="*/ 0 w 23710"/>
              <a:gd name="T10" fmla="*/ 0 h 22118"/>
              <a:gd name="T11" fmla="*/ 23710 w 23710"/>
              <a:gd name="T12" fmla="*/ 22118 h 22118"/>
            </a:gdLst>
            <a:ahLst/>
            <a:cxnLst>
              <a:cxn ang="T6">
                <a:pos x="T0" y="T1"/>
              </a:cxn>
              <a:cxn ang="T7">
                <a:pos x="T2" y="T3"/>
              </a:cxn>
              <a:cxn ang="T8">
                <a:pos x="T4" y="T5"/>
              </a:cxn>
            </a:cxnLst>
            <a:rect l="T9" t="T10" r="T11" b="T12"/>
            <a:pathLst>
              <a:path w="23710" h="22118" fill="none" extrusionOk="0">
                <a:moveTo>
                  <a:pt x="23709" y="22014"/>
                </a:moveTo>
                <a:cubicBezTo>
                  <a:pt x="23008" y="22083"/>
                  <a:pt x="22304" y="22117"/>
                  <a:pt x="21600" y="22118"/>
                </a:cubicBezTo>
                <a:cubicBezTo>
                  <a:pt x="9670" y="22118"/>
                  <a:pt x="0" y="12447"/>
                  <a:pt x="0" y="518"/>
                </a:cubicBezTo>
                <a:cubicBezTo>
                  <a:pt x="-1" y="345"/>
                  <a:pt x="2" y="172"/>
                  <a:pt x="6" y="0"/>
                </a:cubicBezTo>
              </a:path>
              <a:path w="23710" h="22118" stroke="0" extrusionOk="0">
                <a:moveTo>
                  <a:pt x="23709" y="22014"/>
                </a:moveTo>
                <a:cubicBezTo>
                  <a:pt x="23008" y="22083"/>
                  <a:pt x="22304" y="22117"/>
                  <a:pt x="21600" y="22118"/>
                </a:cubicBezTo>
                <a:cubicBezTo>
                  <a:pt x="9670" y="22118"/>
                  <a:pt x="0" y="12447"/>
                  <a:pt x="0" y="518"/>
                </a:cubicBezTo>
                <a:cubicBezTo>
                  <a:pt x="-1" y="345"/>
                  <a:pt x="2" y="172"/>
                  <a:pt x="6" y="0"/>
                </a:cubicBezTo>
                <a:lnTo>
                  <a:pt x="21600" y="518"/>
                </a:lnTo>
                <a:lnTo>
                  <a:pt x="23709" y="22014"/>
                </a:lnTo>
                <a:close/>
              </a:path>
            </a:pathLst>
          </a:custGeom>
          <a:noFill/>
          <a:ln w="12700" cap="rnd">
            <a:solidFill>
              <a:srgbClr val="8E8E95"/>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grpSp>
        <p:nvGrpSpPr>
          <p:cNvPr id="23592" name="Group 2451"/>
          <p:cNvGrpSpPr>
            <a:grpSpLocks noChangeAspect="1"/>
          </p:cNvGrpSpPr>
          <p:nvPr/>
        </p:nvGrpSpPr>
        <p:grpSpPr bwMode="auto">
          <a:xfrm flipH="1">
            <a:off x="5383213" y="2481263"/>
            <a:ext cx="117475" cy="417512"/>
            <a:chOff x="3648" y="2010"/>
            <a:chExt cx="328" cy="1169"/>
          </a:xfrm>
        </p:grpSpPr>
        <p:sp>
          <p:nvSpPr>
            <p:cNvPr id="23674" name="Oval 2452"/>
            <p:cNvSpPr>
              <a:spLocks noChangeAspect="1" noChangeArrowheads="1"/>
            </p:cNvSpPr>
            <p:nvPr/>
          </p:nvSpPr>
          <p:spPr bwMode="auto">
            <a:xfrm>
              <a:off x="3664" y="2110"/>
              <a:ext cx="32" cy="32"/>
            </a:xfrm>
            <a:prstGeom prst="ellipse">
              <a:avLst/>
            </a:prstGeom>
            <a:solidFill>
              <a:srgbClr val="B37121"/>
            </a:solidFill>
            <a:ln w="12700">
              <a:solidFill>
                <a:srgbClr val="472D0D"/>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23675" name="Oval 2453"/>
            <p:cNvSpPr>
              <a:spLocks noChangeAspect="1" noChangeArrowheads="1"/>
            </p:cNvSpPr>
            <p:nvPr/>
          </p:nvSpPr>
          <p:spPr bwMode="auto">
            <a:xfrm>
              <a:off x="3928" y="2110"/>
              <a:ext cx="32" cy="32"/>
            </a:xfrm>
            <a:prstGeom prst="ellipse">
              <a:avLst/>
            </a:prstGeom>
            <a:solidFill>
              <a:srgbClr val="B37121"/>
            </a:solidFill>
            <a:ln w="12700">
              <a:solidFill>
                <a:srgbClr val="472D0D"/>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23676" name="Freeform 2454"/>
            <p:cNvSpPr>
              <a:spLocks noChangeAspect="1"/>
            </p:cNvSpPr>
            <p:nvPr/>
          </p:nvSpPr>
          <p:spPr bwMode="auto">
            <a:xfrm>
              <a:off x="3732" y="2146"/>
              <a:ext cx="65" cy="73"/>
            </a:xfrm>
            <a:custGeom>
              <a:avLst/>
              <a:gdLst>
                <a:gd name="T0" fmla="*/ 8 w 65"/>
                <a:gd name="T1" fmla="*/ 0 h 73"/>
                <a:gd name="T2" fmla="*/ 64 w 65"/>
                <a:gd name="T3" fmla="*/ 48 h 73"/>
                <a:gd name="T4" fmla="*/ 64 w 65"/>
                <a:gd name="T5" fmla="*/ 72 h 73"/>
                <a:gd name="T6" fmla="*/ 0 w 65"/>
                <a:gd name="T7" fmla="*/ 0 h 73"/>
                <a:gd name="T8" fmla="*/ 8 w 65"/>
                <a:gd name="T9" fmla="*/ 0 h 73"/>
                <a:gd name="T10" fmla="*/ 0 60000 65536"/>
                <a:gd name="T11" fmla="*/ 0 60000 65536"/>
                <a:gd name="T12" fmla="*/ 0 60000 65536"/>
                <a:gd name="T13" fmla="*/ 0 60000 65536"/>
                <a:gd name="T14" fmla="*/ 0 60000 65536"/>
                <a:gd name="T15" fmla="*/ 0 w 65"/>
                <a:gd name="T16" fmla="*/ 0 h 73"/>
                <a:gd name="T17" fmla="*/ 65 w 65"/>
                <a:gd name="T18" fmla="*/ 73 h 73"/>
              </a:gdLst>
              <a:ahLst/>
              <a:cxnLst>
                <a:cxn ang="T10">
                  <a:pos x="T0" y="T1"/>
                </a:cxn>
                <a:cxn ang="T11">
                  <a:pos x="T2" y="T3"/>
                </a:cxn>
                <a:cxn ang="T12">
                  <a:pos x="T4" y="T5"/>
                </a:cxn>
                <a:cxn ang="T13">
                  <a:pos x="T6" y="T7"/>
                </a:cxn>
                <a:cxn ang="T14">
                  <a:pos x="T8" y="T9"/>
                </a:cxn>
              </a:cxnLst>
              <a:rect l="T15" t="T16" r="T17" b="T18"/>
              <a:pathLst>
                <a:path w="65" h="73">
                  <a:moveTo>
                    <a:pt x="8" y="0"/>
                  </a:moveTo>
                  <a:lnTo>
                    <a:pt x="64" y="48"/>
                  </a:lnTo>
                  <a:lnTo>
                    <a:pt x="64" y="72"/>
                  </a:lnTo>
                  <a:lnTo>
                    <a:pt x="0" y="0"/>
                  </a:lnTo>
                  <a:lnTo>
                    <a:pt x="8" y="0"/>
                  </a:lnTo>
                </a:path>
              </a:pathLst>
            </a:custGeom>
            <a:solidFill>
              <a:srgbClr val="472D0D"/>
            </a:solidFill>
            <a:ln w="12700" cap="rnd">
              <a:solidFill>
                <a:srgbClr val="472D0D"/>
              </a:solidFill>
              <a:round/>
              <a:headEnd/>
              <a:tailEnd/>
            </a:ln>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677" name="Freeform 2455"/>
            <p:cNvSpPr>
              <a:spLocks noChangeAspect="1"/>
            </p:cNvSpPr>
            <p:nvPr/>
          </p:nvSpPr>
          <p:spPr bwMode="auto">
            <a:xfrm>
              <a:off x="3812" y="2146"/>
              <a:ext cx="65" cy="73"/>
            </a:xfrm>
            <a:custGeom>
              <a:avLst/>
              <a:gdLst>
                <a:gd name="T0" fmla="*/ 56 w 65"/>
                <a:gd name="T1" fmla="*/ 0 h 73"/>
                <a:gd name="T2" fmla="*/ 0 w 65"/>
                <a:gd name="T3" fmla="*/ 48 h 73"/>
                <a:gd name="T4" fmla="*/ 0 w 65"/>
                <a:gd name="T5" fmla="*/ 72 h 73"/>
                <a:gd name="T6" fmla="*/ 64 w 65"/>
                <a:gd name="T7" fmla="*/ 0 h 73"/>
                <a:gd name="T8" fmla="*/ 56 w 65"/>
                <a:gd name="T9" fmla="*/ 0 h 73"/>
                <a:gd name="T10" fmla="*/ 0 60000 65536"/>
                <a:gd name="T11" fmla="*/ 0 60000 65536"/>
                <a:gd name="T12" fmla="*/ 0 60000 65536"/>
                <a:gd name="T13" fmla="*/ 0 60000 65536"/>
                <a:gd name="T14" fmla="*/ 0 60000 65536"/>
                <a:gd name="T15" fmla="*/ 0 w 65"/>
                <a:gd name="T16" fmla="*/ 0 h 73"/>
                <a:gd name="T17" fmla="*/ 65 w 65"/>
                <a:gd name="T18" fmla="*/ 73 h 73"/>
              </a:gdLst>
              <a:ahLst/>
              <a:cxnLst>
                <a:cxn ang="T10">
                  <a:pos x="T0" y="T1"/>
                </a:cxn>
                <a:cxn ang="T11">
                  <a:pos x="T2" y="T3"/>
                </a:cxn>
                <a:cxn ang="T12">
                  <a:pos x="T4" y="T5"/>
                </a:cxn>
                <a:cxn ang="T13">
                  <a:pos x="T6" y="T7"/>
                </a:cxn>
                <a:cxn ang="T14">
                  <a:pos x="T8" y="T9"/>
                </a:cxn>
              </a:cxnLst>
              <a:rect l="T15" t="T16" r="T17" b="T18"/>
              <a:pathLst>
                <a:path w="65" h="73">
                  <a:moveTo>
                    <a:pt x="56" y="0"/>
                  </a:moveTo>
                  <a:lnTo>
                    <a:pt x="0" y="48"/>
                  </a:lnTo>
                  <a:lnTo>
                    <a:pt x="0" y="72"/>
                  </a:lnTo>
                  <a:lnTo>
                    <a:pt x="64" y="0"/>
                  </a:lnTo>
                  <a:lnTo>
                    <a:pt x="56" y="0"/>
                  </a:lnTo>
                </a:path>
              </a:pathLst>
            </a:custGeom>
            <a:solidFill>
              <a:srgbClr val="472D0D"/>
            </a:solidFill>
            <a:ln w="12700" cap="rnd">
              <a:solidFill>
                <a:srgbClr val="472D0D"/>
              </a:solidFill>
              <a:round/>
              <a:headEnd/>
              <a:tailEnd/>
            </a:ln>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678" name="Freeform 2456"/>
            <p:cNvSpPr>
              <a:spLocks noChangeAspect="1"/>
            </p:cNvSpPr>
            <p:nvPr/>
          </p:nvSpPr>
          <p:spPr bwMode="auto">
            <a:xfrm>
              <a:off x="3732" y="2314"/>
              <a:ext cx="65" cy="65"/>
            </a:xfrm>
            <a:custGeom>
              <a:avLst/>
              <a:gdLst>
                <a:gd name="T0" fmla="*/ 8 w 65"/>
                <a:gd name="T1" fmla="*/ 0 h 65"/>
                <a:gd name="T2" fmla="*/ 64 w 65"/>
                <a:gd name="T3" fmla="*/ 56 h 65"/>
                <a:gd name="T4" fmla="*/ 64 w 65"/>
                <a:gd name="T5" fmla="*/ 64 h 65"/>
                <a:gd name="T6" fmla="*/ 0 w 65"/>
                <a:gd name="T7" fmla="*/ 0 h 65"/>
                <a:gd name="T8" fmla="*/ 8 w 65"/>
                <a:gd name="T9" fmla="*/ 0 h 65"/>
                <a:gd name="T10" fmla="*/ 0 60000 65536"/>
                <a:gd name="T11" fmla="*/ 0 60000 65536"/>
                <a:gd name="T12" fmla="*/ 0 60000 65536"/>
                <a:gd name="T13" fmla="*/ 0 60000 65536"/>
                <a:gd name="T14" fmla="*/ 0 60000 65536"/>
                <a:gd name="T15" fmla="*/ 0 w 65"/>
                <a:gd name="T16" fmla="*/ 0 h 65"/>
                <a:gd name="T17" fmla="*/ 65 w 65"/>
                <a:gd name="T18" fmla="*/ 65 h 65"/>
              </a:gdLst>
              <a:ahLst/>
              <a:cxnLst>
                <a:cxn ang="T10">
                  <a:pos x="T0" y="T1"/>
                </a:cxn>
                <a:cxn ang="T11">
                  <a:pos x="T2" y="T3"/>
                </a:cxn>
                <a:cxn ang="T12">
                  <a:pos x="T4" y="T5"/>
                </a:cxn>
                <a:cxn ang="T13">
                  <a:pos x="T6" y="T7"/>
                </a:cxn>
                <a:cxn ang="T14">
                  <a:pos x="T8" y="T9"/>
                </a:cxn>
              </a:cxnLst>
              <a:rect l="T15" t="T16" r="T17" b="T18"/>
              <a:pathLst>
                <a:path w="65" h="65">
                  <a:moveTo>
                    <a:pt x="8" y="0"/>
                  </a:moveTo>
                  <a:lnTo>
                    <a:pt x="64" y="56"/>
                  </a:lnTo>
                  <a:lnTo>
                    <a:pt x="64" y="64"/>
                  </a:lnTo>
                  <a:lnTo>
                    <a:pt x="0" y="0"/>
                  </a:lnTo>
                  <a:lnTo>
                    <a:pt x="8" y="0"/>
                  </a:lnTo>
                </a:path>
              </a:pathLst>
            </a:custGeom>
            <a:solidFill>
              <a:srgbClr val="472D0D"/>
            </a:solidFill>
            <a:ln w="12700" cap="rnd">
              <a:solidFill>
                <a:srgbClr val="472D0D"/>
              </a:solidFill>
              <a:round/>
              <a:headEnd/>
              <a:tailEnd/>
            </a:ln>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679" name="Freeform 2457"/>
            <p:cNvSpPr>
              <a:spLocks noChangeAspect="1"/>
            </p:cNvSpPr>
            <p:nvPr/>
          </p:nvSpPr>
          <p:spPr bwMode="auto">
            <a:xfrm>
              <a:off x="3812" y="2314"/>
              <a:ext cx="65" cy="65"/>
            </a:xfrm>
            <a:custGeom>
              <a:avLst/>
              <a:gdLst>
                <a:gd name="T0" fmla="*/ 56 w 65"/>
                <a:gd name="T1" fmla="*/ 0 h 65"/>
                <a:gd name="T2" fmla="*/ 0 w 65"/>
                <a:gd name="T3" fmla="*/ 56 h 65"/>
                <a:gd name="T4" fmla="*/ 0 w 65"/>
                <a:gd name="T5" fmla="*/ 64 h 65"/>
                <a:gd name="T6" fmla="*/ 64 w 65"/>
                <a:gd name="T7" fmla="*/ 0 h 65"/>
                <a:gd name="T8" fmla="*/ 56 w 65"/>
                <a:gd name="T9" fmla="*/ 0 h 65"/>
                <a:gd name="T10" fmla="*/ 0 60000 65536"/>
                <a:gd name="T11" fmla="*/ 0 60000 65536"/>
                <a:gd name="T12" fmla="*/ 0 60000 65536"/>
                <a:gd name="T13" fmla="*/ 0 60000 65536"/>
                <a:gd name="T14" fmla="*/ 0 60000 65536"/>
                <a:gd name="T15" fmla="*/ 0 w 65"/>
                <a:gd name="T16" fmla="*/ 0 h 65"/>
                <a:gd name="T17" fmla="*/ 65 w 65"/>
                <a:gd name="T18" fmla="*/ 65 h 65"/>
              </a:gdLst>
              <a:ahLst/>
              <a:cxnLst>
                <a:cxn ang="T10">
                  <a:pos x="T0" y="T1"/>
                </a:cxn>
                <a:cxn ang="T11">
                  <a:pos x="T2" y="T3"/>
                </a:cxn>
                <a:cxn ang="T12">
                  <a:pos x="T4" y="T5"/>
                </a:cxn>
                <a:cxn ang="T13">
                  <a:pos x="T6" y="T7"/>
                </a:cxn>
                <a:cxn ang="T14">
                  <a:pos x="T8" y="T9"/>
                </a:cxn>
              </a:cxnLst>
              <a:rect l="T15" t="T16" r="T17" b="T18"/>
              <a:pathLst>
                <a:path w="65" h="65">
                  <a:moveTo>
                    <a:pt x="56" y="0"/>
                  </a:moveTo>
                  <a:lnTo>
                    <a:pt x="0" y="56"/>
                  </a:lnTo>
                  <a:lnTo>
                    <a:pt x="0" y="64"/>
                  </a:lnTo>
                  <a:lnTo>
                    <a:pt x="64" y="0"/>
                  </a:lnTo>
                  <a:lnTo>
                    <a:pt x="56" y="0"/>
                  </a:lnTo>
                </a:path>
              </a:pathLst>
            </a:custGeom>
            <a:solidFill>
              <a:srgbClr val="472D0D"/>
            </a:solidFill>
            <a:ln w="12700" cap="rnd">
              <a:solidFill>
                <a:srgbClr val="472D0D"/>
              </a:solidFill>
              <a:round/>
              <a:headEnd/>
              <a:tailEnd/>
            </a:ln>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680" name="Freeform 2458"/>
            <p:cNvSpPr>
              <a:spLocks noChangeAspect="1"/>
            </p:cNvSpPr>
            <p:nvPr/>
          </p:nvSpPr>
          <p:spPr bwMode="auto">
            <a:xfrm>
              <a:off x="3796" y="2010"/>
              <a:ext cx="33" cy="1169"/>
            </a:xfrm>
            <a:custGeom>
              <a:avLst/>
              <a:gdLst>
                <a:gd name="T0" fmla="*/ 32 w 33"/>
                <a:gd name="T1" fmla="*/ 1168 h 1169"/>
                <a:gd name="T2" fmla="*/ 32 w 33"/>
                <a:gd name="T3" fmla="*/ 8 h 1169"/>
                <a:gd name="T4" fmla="*/ 24 w 33"/>
                <a:gd name="T5" fmla="*/ 0 h 1169"/>
                <a:gd name="T6" fmla="*/ 8 w 33"/>
                <a:gd name="T7" fmla="*/ 0 h 1169"/>
                <a:gd name="T8" fmla="*/ 0 w 33"/>
                <a:gd name="T9" fmla="*/ 8 h 1169"/>
                <a:gd name="T10" fmla="*/ 0 w 33"/>
                <a:gd name="T11" fmla="*/ 1168 h 1169"/>
                <a:gd name="T12" fmla="*/ 0 60000 65536"/>
                <a:gd name="T13" fmla="*/ 0 60000 65536"/>
                <a:gd name="T14" fmla="*/ 0 60000 65536"/>
                <a:gd name="T15" fmla="*/ 0 60000 65536"/>
                <a:gd name="T16" fmla="*/ 0 60000 65536"/>
                <a:gd name="T17" fmla="*/ 0 60000 65536"/>
                <a:gd name="T18" fmla="*/ 0 w 33"/>
                <a:gd name="T19" fmla="*/ 0 h 1169"/>
                <a:gd name="T20" fmla="*/ 33 w 33"/>
                <a:gd name="T21" fmla="*/ 1169 h 1169"/>
              </a:gdLst>
              <a:ahLst/>
              <a:cxnLst>
                <a:cxn ang="T12">
                  <a:pos x="T0" y="T1"/>
                </a:cxn>
                <a:cxn ang="T13">
                  <a:pos x="T2" y="T3"/>
                </a:cxn>
                <a:cxn ang="T14">
                  <a:pos x="T4" y="T5"/>
                </a:cxn>
                <a:cxn ang="T15">
                  <a:pos x="T6" y="T7"/>
                </a:cxn>
                <a:cxn ang="T16">
                  <a:pos x="T8" y="T9"/>
                </a:cxn>
                <a:cxn ang="T17">
                  <a:pos x="T10" y="T11"/>
                </a:cxn>
              </a:cxnLst>
              <a:rect l="T18" t="T19" r="T20" b="T21"/>
              <a:pathLst>
                <a:path w="33" h="1169">
                  <a:moveTo>
                    <a:pt x="32" y="1168"/>
                  </a:moveTo>
                  <a:lnTo>
                    <a:pt x="32" y="8"/>
                  </a:lnTo>
                  <a:lnTo>
                    <a:pt x="24" y="0"/>
                  </a:lnTo>
                  <a:lnTo>
                    <a:pt x="8" y="0"/>
                  </a:lnTo>
                  <a:lnTo>
                    <a:pt x="0" y="8"/>
                  </a:lnTo>
                  <a:lnTo>
                    <a:pt x="0" y="1168"/>
                  </a:lnTo>
                </a:path>
              </a:pathLst>
            </a:custGeom>
            <a:solidFill>
              <a:srgbClr val="B37121"/>
            </a:solidFill>
            <a:ln w="12700" cap="rnd">
              <a:solidFill>
                <a:srgbClr val="472D0D"/>
              </a:solidFill>
              <a:round/>
              <a:headEnd/>
              <a:tailEnd/>
            </a:ln>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681" name="Line 2459"/>
            <p:cNvSpPr>
              <a:spLocks noChangeAspect="1" noChangeShapeType="1"/>
            </p:cNvSpPr>
            <p:nvPr/>
          </p:nvSpPr>
          <p:spPr bwMode="auto">
            <a:xfrm>
              <a:off x="3820" y="2065"/>
              <a:ext cx="0" cy="1073"/>
            </a:xfrm>
            <a:prstGeom prst="line">
              <a:avLst/>
            </a:prstGeom>
            <a:noFill/>
            <a:ln w="12700">
              <a:solidFill>
                <a:srgbClr val="8F5B1A"/>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682" name="Rectangle 2460"/>
            <p:cNvSpPr>
              <a:spLocks noChangeAspect="1" noChangeArrowheads="1"/>
            </p:cNvSpPr>
            <p:nvPr/>
          </p:nvSpPr>
          <p:spPr bwMode="auto">
            <a:xfrm>
              <a:off x="3696" y="2294"/>
              <a:ext cx="224" cy="24"/>
            </a:xfrm>
            <a:prstGeom prst="rect">
              <a:avLst/>
            </a:prstGeom>
            <a:solidFill>
              <a:srgbClr val="B37121"/>
            </a:solidFill>
            <a:ln w="12700">
              <a:solidFill>
                <a:srgbClr val="472D0D"/>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23683" name="Rectangle 2461"/>
            <p:cNvSpPr>
              <a:spLocks noChangeAspect="1" noChangeArrowheads="1"/>
            </p:cNvSpPr>
            <p:nvPr/>
          </p:nvSpPr>
          <p:spPr bwMode="auto">
            <a:xfrm>
              <a:off x="3648" y="2134"/>
              <a:ext cx="328" cy="24"/>
            </a:xfrm>
            <a:prstGeom prst="rect">
              <a:avLst/>
            </a:prstGeom>
            <a:solidFill>
              <a:srgbClr val="B37121"/>
            </a:solidFill>
            <a:ln w="12700">
              <a:solidFill>
                <a:srgbClr val="472D0D"/>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23684" name="Line 2462"/>
            <p:cNvSpPr>
              <a:spLocks noChangeAspect="1" noChangeShapeType="1"/>
            </p:cNvSpPr>
            <p:nvPr/>
          </p:nvSpPr>
          <p:spPr bwMode="auto">
            <a:xfrm>
              <a:off x="3691" y="2146"/>
              <a:ext cx="241" cy="0"/>
            </a:xfrm>
            <a:prstGeom prst="line">
              <a:avLst/>
            </a:prstGeom>
            <a:noFill/>
            <a:ln w="12700">
              <a:solidFill>
                <a:srgbClr val="8F5B1A"/>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685" name="Line 2463"/>
            <p:cNvSpPr>
              <a:spLocks noChangeAspect="1" noChangeShapeType="1"/>
            </p:cNvSpPr>
            <p:nvPr/>
          </p:nvSpPr>
          <p:spPr bwMode="auto">
            <a:xfrm>
              <a:off x="3739" y="2306"/>
              <a:ext cx="137" cy="0"/>
            </a:xfrm>
            <a:prstGeom prst="line">
              <a:avLst/>
            </a:prstGeom>
            <a:noFill/>
            <a:ln w="12700">
              <a:solidFill>
                <a:srgbClr val="8F5B1A"/>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grpSp>
      <p:sp>
        <p:nvSpPr>
          <p:cNvPr id="23593" name="Arc 2464"/>
          <p:cNvSpPr>
            <a:spLocks noChangeAspect="1"/>
          </p:cNvSpPr>
          <p:nvPr/>
        </p:nvSpPr>
        <p:spPr bwMode="auto">
          <a:xfrm flipH="1">
            <a:off x="5232400" y="2522539"/>
            <a:ext cx="242888" cy="52387"/>
          </a:xfrm>
          <a:custGeom>
            <a:avLst/>
            <a:gdLst>
              <a:gd name="T0" fmla="*/ 2147483646 w 37419"/>
              <a:gd name="T1" fmla="*/ 2147483646 h 22216"/>
              <a:gd name="T2" fmla="*/ 2147483646 w 37419"/>
              <a:gd name="T3" fmla="*/ 0 h 22216"/>
              <a:gd name="T4" fmla="*/ 2147483646 w 37419"/>
              <a:gd name="T5" fmla="*/ 238810436 h 22216"/>
              <a:gd name="T6" fmla="*/ 0 60000 65536"/>
              <a:gd name="T7" fmla="*/ 0 60000 65536"/>
              <a:gd name="T8" fmla="*/ 0 60000 65536"/>
              <a:gd name="T9" fmla="*/ 0 w 37419"/>
              <a:gd name="T10" fmla="*/ 0 h 22216"/>
              <a:gd name="T11" fmla="*/ 37419 w 37419"/>
              <a:gd name="T12" fmla="*/ 22216 h 22216"/>
            </a:gdLst>
            <a:ahLst/>
            <a:cxnLst>
              <a:cxn ang="T6">
                <a:pos x="T0" y="T1"/>
              </a:cxn>
              <a:cxn ang="T7">
                <a:pos x="T2" y="T3"/>
              </a:cxn>
              <a:cxn ang="T8">
                <a:pos x="T4" y="T5"/>
              </a:cxn>
            </a:cxnLst>
            <a:rect l="T9" t="T10" r="T11" b="T12"/>
            <a:pathLst>
              <a:path w="37419" h="22216" fill="none" extrusionOk="0">
                <a:moveTo>
                  <a:pt x="37418" y="15323"/>
                </a:moveTo>
                <a:cubicBezTo>
                  <a:pt x="33332" y="19719"/>
                  <a:pt x="27601" y="22215"/>
                  <a:pt x="21600" y="22216"/>
                </a:cubicBezTo>
                <a:cubicBezTo>
                  <a:pt x="9670" y="22216"/>
                  <a:pt x="0" y="12545"/>
                  <a:pt x="0" y="616"/>
                </a:cubicBezTo>
                <a:cubicBezTo>
                  <a:pt x="-1" y="410"/>
                  <a:pt x="2" y="205"/>
                  <a:pt x="8" y="-1"/>
                </a:cubicBezTo>
              </a:path>
              <a:path w="37419" h="22216" stroke="0" extrusionOk="0">
                <a:moveTo>
                  <a:pt x="37418" y="15323"/>
                </a:moveTo>
                <a:cubicBezTo>
                  <a:pt x="33332" y="19719"/>
                  <a:pt x="27601" y="22215"/>
                  <a:pt x="21600" y="22216"/>
                </a:cubicBezTo>
                <a:cubicBezTo>
                  <a:pt x="9670" y="22216"/>
                  <a:pt x="0" y="12545"/>
                  <a:pt x="0" y="616"/>
                </a:cubicBezTo>
                <a:cubicBezTo>
                  <a:pt x="-1" y="410"/>
                  <a:pt x="2" y="205"/>
                  <a:pt x="8" y="-1"/>
                </a:cubicBezTo>
                <a:lnTo>
                  <a:pt x="21600" y="616"/>
                </a:lnTo>
                <a:lnTo>
                  <a:pt x="37418" y="15323"/>
                </a:lnTo>
                <a:close/>
              </a:path>
            </a:pathLst>
          </a:custGeom>
          <a:noFill/>
          <a:ln w="12700" cap="rnd">
            <a:solidFill>
              <a:srgbClr val="8E8E95"/>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594" name="Arc 2625"/>
          <p:cNvSpPr>
            <a:spLocks noChangeAspect="1"/>
          </p:cNvSpPr>
          <p:nvPr/>
        </p:nvSpPr>
        <p:spPr bwMode="auto">
          <a:xfrm flipH="1">
            <a:off x="5214939" y="2598739"/>
            <a:ext cx="104775" cy="46037"/>
          </a:xfrm>
          <a:custGeom>
            <a:avLst/>
            <a:gdLst>
              <a:gd name="T0" fmla="*/ 2147483646 w 23710"/>
              <a:gd name="T1" fmla="*/ 1312616708 h 22118"/>
              <a:gd name="T2" fmla="*/ 2147483646 w 23710"/>
              <a:gd name="T3" fmla="*/ 0 h 22118"/>
              <a:gd name="T4" fmla="*/ 2147483646 w 23710"/>
              <a:gd name="T5" fmla="*/ 30884539 h 22118"/>
              <a:gd name="T6" fmla="*/ 0 60000 65536"/>
              <a:gd name="T7" fmla="*/ 0 60000 65536"/>
              <a:gd name="T8" fmla="*/ 0 60000 65536"/>
              <a:gd name="T9" fmla="*/ 0 w 23710"/>
              <a:gd name="T10" fmla="*/ 0 h 22118"/>
              <a:gd name="T11" fmla="*/ 23710 w 23710"/>
              <a:gd name="T12" fmla="*/ 22118 h 22118"/>
            </a:gdLst>
            <a:ahLst/>
            <a:cxnLst>
              <a:cxn ang="T6">
                <a:pos x="T0" y="T1"/>
              </a:cxn>
              <a:cxn ang="T7">
                <a:pos x="T2" y="T3"/>
              </a:cxn>
              <a:cxn ang="T8">
                <a:pos x="T4" y="T5"/>
              </a:cxn>
            </a:cxnLst>
            <a:rect l="T9" t="T10" r="T11" b="T12"/>
            <a:pathLst>
              <a:path w="23710" h="22118" fill="none" extrusionOk="0">
                <a:moveTo>
                  <a:pt x="23709" y="22014"/>
                </a:moveTo>
                <a:cubicBezTo>
                  <a:pt x="23008" y="22083"/>
                  <a:pt x="22304" y="22117"/>
                  <a:pt x="21600" y="22118"/>
                </a:cubicBezTo>
                <a:cubicBezTo>
                  <a:pt x="9670" y="22118"/>
                  <a:pt x="0" y="12447"/>
                  <a:pt x="0" y="518"/>
                </a:cubicBezTo>
                <a:cubicBezTo>
                  <a:pt x="-1" y="345"/>
                  <a:pt x="2" y="172"/>
                  <a:pt x="6" y="0"/>
                </a:cubicBezTo>
              </a:path>
              <a:path w="23710" h="22118" stroke="0" extrusionOk="0">
                <a:moveTo>
                  <a:pt x="23709" y="22014"/>
                </a:moveTo>
                <a:cubicBezTo>
                  <a:pt x="23008" y="22083"/>
                  <a:pt x="22304" y="22117"/>
                  <a:pt x="21600" y="22118"/>
                </a:cubicBezTo>
                <a:cubicBezTo>
                  <a:pt x="9670" y="22118"/>
                  <a:pt x="0" y="12447"/>
                  <a:pt x="0" y="518"/>
                </a:cubicBezTo>
                <a:cubicBezTo>
                  <a:pt x="-1" y="345"/>
                  <a:pt x="2" y="172"/>
                  <a:pt x="6" y="0"/>
                </a:cubicBezTo>
                <a:lnTo>
                  <a:pt x="21600" y="518"/>
                </a:lnTo>
                <a:lnTo>
                  <a:pt x="23709" y="22014"/>
                </a:lnTo>
                <a:close/>
              </a:path>
            </a:pathLst>
          </a:custGeom>
          <a:noFill/>
          <a:ln w="12700" cap="rnd">
            <a:solidFill>
              <a:srgbClr val="8E8E95"/>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grpSp>
        <p:nvGrpSpPr>
          <p:cNvPr id="23595" name="Group 2626"/>
          <p:cNvGrpSpPr>
            <a:grpSpLocks noChangeAspect="1"/>
          </p:cNvGrpSpPr>
          <p:nvPr/>
        </p:nvGrpSpPr>
        <p:grpSpPr bwMode="auto">
          <a:xfrm flipH="1">
            <a:off x="5308601" y="2555877"/>
            <a:ext cx="117475" cy="417513"/>
            <a:chOff x="3648" y="2010"/>
            <a:chExt cx="328" cy="1169"/>
          </a:xfrm>
        </p:grpSpPr>
        <p:sp>
          <p:nvSpPr>
            <p:cNvPr id="23662" name="Oval 2627"/>
            <p:cNvSpPr>
              <a:spLocks noChangeAspect="1" noChangeArrowheads="1"/>
            </p:cNvSpPr>
            <p:nvPr/>
          </p:nvSpPr>
          <p:spPr bwMode="auto">
            <a:xfrm>
              <a:off x="3664" y="2110"/>
              <a:ext cx="32" cy="32"/>
            </a:xfrm>
            <a:prstGeom prst="ellipse">
              <a:avLst/>
            </a:prstGeom>
            <a:solidFill>
              <a:srgbClr val="B37121"/>
            </a:solidFill>
            <a:ln w="12700">
              <a:solidFill>
                <a:srgbClr val="472D0D"/>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23663" name="Oval 2628"/>
            <p:cNvSpPr>
              <a:spLocks noChangeAspect="1" noChangeArrowheads="1"/>
            </p:cNvSpPr>
            <p:nvPr/>
          </p:nvSpPr>
          <p:spPr bwMode="auto">
            <a:xfrm>
              <a:off x="3928" y="2110"/>
              <a:ext cx="32" cy="32"/>
            </a:xfrm>
            <a:prstGeom prst="ellipse">
              <a:avLst/>
            </a:prstGeom>
            <a:solidFill>
              <a:srgbClr val="B37121"/>
            </a:solidFill>
            <a:ln w="12700">
              <a:solidFill>
                <a:srgbClr val="472D0D"/>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23664" name="Freeform 2629"/>
            <p:cNvSpPr>
              <a:spLocks noChangeAspect="1"/>
            </p:cNvSpPr>
            <p:nvPr/>
          </p:nvSpPr>
          <p:spPr bwMode="auto">
            <a:xfrm>
              <a:off x="3732" y="2146"/>
              <a:ext cx="65" cy="73"/>
            </a:xfrm>
            <a:custGeom>
              <a:avLst/>
              <a:gdLst>
                <a:gd name="T0" fmla="*/ 8 w 65"/>
                <a:gd name="T1" fmla="*/ 0 h 73"/>
                <a:gd name="T2" fmla="*/ 64 w 65"/>
                <a:gd name="T3" fmla="*/ 48 h 73"/>
                <a:gd name="T4" fmla="*/ 64 w 65"/>
                <a:gd name="T5" fmla="*/ 72 h 73"/>
                <a:gd name="T6" fmla="*/ 0 w 65"/>
                <a:gd name="T7" fmla="*/ 0 h 73"/>
                <a:gd name="T8" fmla="*/ 8 w 65"/>
                <a:gd name="T9" fmla="*/ 0 h 73"/>
                <a:gd name="T10" fmla="*/ 0 60000 65536"/>
                <a:gd name="T11" fmla="*/ 0 60000 65536"/>
                <a:gd name="T12" fmla="*/ 0 60000 65536"/>
                <a:gd name="T13" fmla="*/ 0 60000 65536"/>
                <a:gd name="T14" fmla="*/ 0 60000 65536"/>
                <a:gd name="T15" fmla="*/ 0 w 65"/>
                <a:gd name="T16" fmla="*/ 0 h 73"/>
                <a:gd name="T17" fmla="*/ 65 w 65"/>
                <a:gd name="T18" fmla="*/ 73 h 73"/>
              </a:gdLst>
              <a:ahLst/>
              <a:cxnLst>
                <a:cxn ang="T10">
                  <a:pos x="T0" y="T1"/>
                </a:cxn>
                <a:cxn ang="T11">
                  <a:pos x="T2" y="T3"/>
                </a:cxn>
                <a:cxn ang="T12">
                  <a:pos x="T4" y="T5"/>
                </a:cxn>
                <a:cxn ang="T13">
                  <a:pos x="T6" y="T7"/>
                </a:cxn>
                <a:cxn ang="T14">
                  <a:pos x="T8" y="T9"/>
                </a:cxn>
              </a:cxnLst>
              <a:rect l="T15" t="T16" r="T17" b="T18"/>
              <a:pathLst>
                <a:path w="65" h="73">
                  <a:moveTo>
                    <a:pt x="8" y="0"/>
                  </a:moveTo>
                  <a:lnTo>
                    <a:pt x="64" y="48"/>
                  </a:lnTo>
                  <a:lnTo>
                    <a:pt x="64" y="72"/>
                  </a:lnTo>
                  <a:lnTo>
                    <a:pt x="0" y="0"/>
                  </a:lnTo>
                  <a:lnTo>
                    <a:pt x="8" y="0"/>
                  </a:lnTo>
                </a:path>
              </a:pathLst>
            </a:custGeom>
            <a:solidFill>
              <a:srgbClr val="472D0D"/>
            </a:solidFill>
            <a:ln w="12700" cap="rnd">
              <a:solidFill>
                <a:srgbClr val="472D0D"/>
              </a:solidFill>
              <a:round/>
              <a:headEnd/>
              <a:tailEnd/>
            </a:ln>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665" name="Freeform 2630"/>
            <p:cNvSpPr>
              <a:spLocks noChangeAspect="1"/>
            </p:cNvSpPr>
            <p:nvPr/>
          </p:nvSpPr>
          <p:spPr bwMode="auto">
            <a:xfrm>
              <a:off x="3812" y="2146"/>
              <a:ext cx="65" cy="73"/>
            </a:xfrm>
            <a:custGeom>
              <a:avLst/>
              <a:gdLst>
                <a:gd name="T0" fmla="*/ 56 w 65"/>
                <a:gd name="T1" fmla="*/ 0 h 73"/>
                <a:gd name="T2" fmla="*/ 0 w 65"/>
                <a:gd name="T3" fmla="*/ 48 h 73"/>
                <a:gd name="T4" fmla="*/ 0 w 65"/>
                <a:gd name="T5" fmla="*/ 72 h 73"/>
                <a:gd name="T6" fmla="*/ 64 w 65"/>
                <a:gd name="T7" fmla="*/ 0 h 73"/>
                <a:gd name="T8" fmla="*/ 56 w 65"/>
                <a:gd name="T9" fmla="*/ 0 h 73"/>
                <a:gd name="T10" fmla="*/ 0 60000 65536"/>
                <a:gd name="T11" fmla="*/ 0 60000 65536"/>
                <a:gd name="T12" fmla="*/ 0 60000 65536"/>
                <a:gd name="T13" fmla="*/ 0 60000 65536"/>
                <a:gd name="T14" fmla="*/ 0 60000 65536"/>
                <a:gd name="T15" fmla="*/ 0 w 65"/>
                <a:gd name="T16" fmla="*/ 0 h 73"/>
                <a:gd name="T17" fmla="*/ 65 w 65"/>
                <a:gd name="T18" fmla="*/ 73 h 73"/>
              </a:gdLst>
              <a:ahLst/>
              <a:cxnLst>
                <a:cxn ang="T10">
                  <a:pos x="T0" y="T1"/>
                </a:cxn>
                <a:cxn ang="T11">
                  <a:pos x="T2" y="T3"/>
                </a:cxn>
                <a:cxn ang="T12">
                  <a:pos x="T4" y="T5"/>
                </a:cxn>
                <a:cxn ang="T13">
                  <a:pos x="T6" y="T7"/>
                </a:cxn>
                <a:cxn ang="T14">
                  <a:pos x="T8" y="T9"/>
                </a:cxn>
              </a:cxnLst>
              <a:rect l="T15" t="T16" r="T17" b="T18"/>
              <a:pathLst>
                <a:path w="65" h="73">
                  <a:moveTo>
                    <a:pt x="56" y="0"/>
                  </a:moveTo>
                  <a:lnTo>
                    <a:pt x="0" y="48"/>
                  </a:lnTo>
                  <a:lnTo>
                    <a:pt x="0" y="72"/>
                  </a:lnTo>
                  <a:lnTo>
                    <a:pt x="64" y="0"/>
                  </a:lnTo>
                  <a:lnTo>
                    <a:pt x="56" y="0"/>
                  </a:lnTo>
                </a:path>
              </a:pathLst>
            </a:custGeom>
            <a:solidFill>
              <a:srgbClr val="472D0D"/>
            </a:solidFill>
            <a:ln w="12700" cap="rnd">
              <a:solidFill>
                <a:srgbClr val="472D0D"/>
              </a:solidFill>
              <a:round/>
              <a:headEnd/>
              <a:tailEnd/>
            </a:ln>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666" name="Freeform 2631"/>
            <p:cNvSpPr>
              <a:spLocks noChangeAspect="1"/>
            </p:cNvSpPr>
            <p:nvPr/>
          </p:nvSpPr>
          <p:spPr bwMode="auto">
            <a:xfrm>
              <a:off x="3732" y="2314"/>
              <a:ext cx="65" cy="65"/>
            </a:xfrm>
            <a:custGeom>
              <a:avLst/>
              <a:gdLst>
                <a:gd name="T0" fmla="*/ 8 w 65"/>
                <a:gd name="T1" fmla="*/ 0 h 65"/>
                <a:gd name="T2" fmla="*/ 64 w 65"/>
                <a:gd name="T3" fmla="*/ 56 h 65"/>
                <a:gd name="T4" fmla="*/ 64 w 65"/>
                <a:gd name="T5" fmla="*/ 64 h 65"/>
                <a:gd name="T6" fmla="*/ 0 w 65"/>
                <a:gd name="T7" fmla="*/ 0 h 65"/>
                <a:gd name="T8" fmla="*/ 8 w 65"/>
                <a:gd name="T9" fmla="*/ 0 h 65"/>
                <a:gd name="T10" fmla="*/ 0 60000 65536"/>
                <a:gd name="T11" fmla="*/ 0 60000 65536"/>
                <a:gd name="T12" fmla="*/ 0 60000 65536"/>
                <a:gd name="T13" fmla="*/ 0 60000 65536"/>
                <a:gd name="T14" fmla="*/ 0 60000 65536"/>
                <a:gd name="T15" fmla="*/ 0 w 65"/>
                <a:gd name="T16" fmla="*/ 0 h 65"/>
                <a:gd name="T17" fmla="*/ 65 w 65"/>
                <a:gd name="T18" fmla="*/ 65 h 65"/>
              </a:gdLst>
              <a:ahLst/>
              <a:cxnLst>
                <a:cxn ang="T10">
                  <a:pos x="T0" y="T1"/>
                </a:cxn>
                <a:cxn ang="T11">
                  <a:pos x="T2" y="T3"/>
                </a:cxn>
                <a:cxn ang="T12">
                  <a:pos x="T4" y="T5"/>
                </a:cxn>
                <a:cxn ang="T13">
                  <a:pos x="T6" y="T7"/>
                </a:cxn>
                <a:cxn ang="T14">
                  <a:pos x="T8" y="T9"/>
                </a:cxn>
              </a:cxnLst>
              <a:rect l="T15" t="T16" r="T17" b="T18"/>
              <a:pathLst>
                <a:path w="65" h="65">
                  <a:moveTo>
                    <a:pt x="8" y="0"/>
                  </a:moveTo>
                  <a:lnTo>
                    <a:pt x="64" y="56"/>
                  </a:lnTo>
                  <a:lnTo>
                    <a:pt x="64" y="64"/>
                  </a:lnTo>
                  <a:lnTo>
                    <a:pt x="0" y="0"/>
                  </a:lnTo>
                  <a:lnTo>
                    <a:pt x="8" y="0"/>
                  </a:lnTo>
                </a:path>
              </a:pathLst>
            </a:custGeom>
            <a:solidFill>
              <a:srgbClr val="472D0D"/>
            </a:solidFill>
            <a:ln w="12700" cap="rnd">
              <a:solidFill>
                <a:srgbClr val="472D0D"/>
              </a:solidFill>
              <a:round/>
              <a:headEnd/>
              <a:tailEnd/>
            </a:ln>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667" name="Freeform 2632"/>
            <p:cNvSpPr>
              <a:spLocks noChangeAspect="1"/>
            </p:cNvSpPr>
            <p:nvPr/>
          </p:nvSpPr>
          <p:spPr bwMode="auto">
            <a:xfrm>
              <a:off x="3812" y="2314"/>
              <a:ext cx="65" cy="65"/>
            </a:xfrm>
            <a:custGeom>
              <a:avLst/>
              <a:gdLst>
                <a:gd name="T0" fmla="*/ 56 w 65"/>
                <a:gd name="T1" fmla="*/ 0 h 65"/>
                <a:gd name="T2" fmla="*/ 0 w 65"/>
                <a:gd name="T3" fmla="*/ 56 h 65"/>
                <a:gd name="T4" fmla="*/ 0 w 65"/>
                <a:gd name="T5" fmla="*/ 64 h 65"/>
                <a:gd name="T6" fmla="*/ 64 w 65"/>
                <a:gd name="T7" fmla="*/ 0 h 65"/>
                <a:gd name="T8" fmla="*/ 56 w 65"/>
                <a:gd name="T9" fmla="*/ 0 h 65"/>
                <a:gd name="T10" fmla="*/ 0 60000 65536"/>
                <a:gd name="T11" fmla="*/ 0 60000 65536"/>
                <a:gd name="T12" fmla="*/ 0 60000 65536"/>
                <a:gd name="T13" fmla="*/ 0 60000 65536"/>
                <a:gd name="T14" fmla="*/ 0 60000 65536"/>
                <a:gd name="T15" fmla="*/ 0 w 65"/>
                <a:gd name="T16" fmla="*/ 0 h 65"/>
                <a:gd name="T17" fmla="*/ 65 w 65"/>
                <a:gd name="T18" fmla="*/ 65 h 65"/>
              </a:gdLst>
              <a:ahLst/>
              <a:cxnLst>
                <a:cxn ang="T10">
                  <a:pos x="T0" y="T1"/>
                </a:cxn>
                <a:cxn ang="T11">
                  <a:pos x="T2" y="T3"/>
                </a:cxn>
                <a:cxn ang="T12">
                  <a:pos x="T4" y="T5"/>
                </a:cxn>
                <a:cxn ang="T13">
                  <a:pos x="T6" y="T7"/>
                </a:cxn>
                <a:cxn ang="T14">
                  <a:pos x="T8" y="T9"/>
                </a:cxn>
              </a:cxnLst>
              <a:rect l="T15" t="T16" r="T17" b="T18"/>
              <a:pathLst>
                <a:path w="65" h="65">
                  <a:moveTo>
                    <a:pt x="56" y="0"/>
                  </a:moveTo>
                  <a:lnTo>
                    <a:pt x="0" y="56"/>
                  </a:lnTo>
                  <a:lnTo>
                    <a:pt x="0" y="64"/>
                  </a:lnTo>
                  <a:lnTo>
                    <a:pt x="64" y="0"/>
                  </a:lnTo>
                  <a:lnTo>
                    <a:pt x="56" y="0"/>
                  </a:lnTo>
                </a:path>
              </a:pathLst>
            </a:custGeom>
            <a:solidFill>
              <a:srgbClr val="472D0D"/>
            </a:solidFill>
            <a:ln w="12700" cap="rnd">
              <a:solidFill>
                <a:srgbClr val="472D0D"/>
              </a:solidFill>
              <a:round/>
              <a:headEnd/>
              <a:tailEnd/>
            </a:ln>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668" name="Freeform 2633"/>
            <p:cNvSpPr>
              <a:spLocks noChangeAspect="1"/>
            </p:cNvSpPr>
            <p:nvPr/>
          </p:nvSpPr>
          <p:spPr bwMode="auto">
            <a:xfrm>
              <a:off x="3796" y="2010"/>
              <a:ext cx="33" cy="1169"/>
            </a:xfrm>
            <a:custGeom>
              <a:avLst/>
              <a:gdLst>
                <a:gd name="T0" fmla="*/ 32 w 33"/>
                <a:gd name="T1" fmla="*/ 1168 h 1169"/>
                <a:gd name="T2" fmla="*/ 32 w 33"/>
                <a:gd name="T3" fmla="*/ 8 h 1169"/>
                <a:gd name="T4" fmla="*/ 24 w 33"/>
                <a:gd name="T5" fmla="*/ 0 h 1169"/>
                <a:gd name="T6" fmla="*/ 8 w 33"/>
                <a:gd name="T7" fmla="*/ 0 h 1169"/>
                <a:gd name="T8" fmla="*/ 0 w 33"/>
                <a:gd name="T9" fmla="*/ 8 h 1169"/>
                <a:gd name="T10" fmla="*/ 0 w 33"/>
                <a:gd name="T11" fmla="*/ 1168 h 1169"/>
                <a:gd name="T12" fmla="*/ 0 60000 65536"/>
                <a:gd name="T13" fmla="*/ 0 60000 65536"/>
                <a:gd name="T14" fmla="*/ 0 60000 65536"/>
                <a:gd name="T15" fmla="*/ 0 60000 65536"/>
                <a:gd name="T16" fmla="*/ 0 60000 65536"/>
                <a:gd name="T17" fmla="*/ 0 60000 65536"/>
                <a:gd name="T18" fmla="*/ 0 w 33"/>
                <a:gd name="T19" fmla="*/ 0 h 1169"/>
                <a:gd name="T20" fmla="*/ 33 w 33"/>
                <a:gd name="T21" fmla="*/ 1169 h 1169"/>
              </a:gdLst>
              <a:ahLst/>
              <a:cxnLst>
                <a:cxn ang="T12">
                  <a:pos x="T0" y="T1"/>
                </a:cxn>
                <a:cxn ang="T13">
                  <a:pos x="T2" y="T3"/>
                </a:cxn>
                <a:cxn ang="T14">
                  <a:pos x="T4" y="T5"/>
                </a:cxn>
                <a:cxn ang="T15">
                  <a:pos x="T6" y="T7"/>
                </a:cxn>
                <a:cxn ang="T16">
                  <a:pos x="T8" y="T9"/>
                </a:cxn>
                <a:cxn ang="T17">
                  <a:pos x="T10" y="T11"/>
                </a:cxn>
              </a:cxnLst>
              <a:rect l="T18" t="T19" r="T20" b="T21"/>
              <a:pathLst>
                <a:path w="33" h="1169">
                  <a:moveTo>
                    <a:pt x="32" y="1168"/>
                  </a:moveTo>
                  <a:lnTo>
                    <a:pt x="32" y="8"/>
                  </a:lnTo>
                  <a:lnTo>
                    <a:pt x="24" y="0"/>
                  </a:lnTo>
                  <a:lnTo>
                    <a:pt x="8" y="0"/>
                  </a:lnTo>
                  <a:lnTo>
                    <a:pt x="0" y="8"/>
                  </a:lnTo>
                  <a:lnTo>
                    <a:pt x="0" y="1168"/>
                  </a:lnTo>
                </a:path>
              </a:pathLst>
            </a:custGeom>
            <a:solidFill>
              <a:srgbClr val="B37121"/>
            </a:solidFill>
            <a:ln w="12700" cap="rnd">
              <a:solidFill>
                <a:srgbClr val="472D0D"/>
              </a:solidFill>
              <a:round/>
              <a:headEnd/>
              <a:tailEnd/>
            </a:ln>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669" name="Line 2634"/>
            <p:cNvSpPr>
              <a:spLocks noChangeAspect="1" noChangeShapeType="1"/>
            </p:cNvSpPr>
            <p:nvPr/>
          </p:nvSpPr>
          <p:spPr bwMode="auto">
            <a:xfrm>
              <a:off x="3820" y="2065"/>
              <a:ext cx="0" cy="1073"/>
            </a:xfrm>
            <a:prstGeom prst="line">
              <a:avLst/>
            </a:prstGeom>
            <a:noFill/>
            <a:ln w="12700">
              <a:solidFill>
                <a:srgbClr val="8F5B1A"/>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670" name="Rectangle 2635"/>
            <p:cNvSpPr>
              <a:spLocks noChangeAspect="1" noChangeArrowheads="1"/>
            </p:cNvSpPr>
            <p:nvPr/>
          </p:nvSpPr>
          <p:spPr bwMode="auto">
            <a:xfrm>
              <a:off x="3696" y="2294"/>
              <a:ext cx="224" cy="24"/>
            </a:xfrm>
            <a:prstGeom prst="rect">
              <a:avLst/>
            </a:prstGeom>
            <a:solidFill>
              <a:srgbClr val="B37121"/>
            </a:solidFill>
            <a:ln w="12700">
              <a:solidFill>
                <a:srgbClr val="472D0D"/>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23671" name="Rectangle 2636"/>
            <p:cNvSpPr>
              <a:spLocks noChangeAspect="1" noChangeArrowheads="1"/>
            </p:cNvSpPr>
            <p:nvPr/>
          </p:nvSpPr>
          <p:spPr bwMode="auto">
            <a:xfrm>
              <a:off x="3648" y="2134"/>
              <a:ext cx="328" cy="24"/>
            </a:xfrm>
            <a:prstGeom prst="rect">
              <a:avLst/>
            </a:prstGeom>
            <a:solidFill>
              <a:srgbClr val="B37121"/>
            </a:solidFill>
            <a:ln w="12700">
              <a:solidFill>
                <a:srgbClr val="472D0D"/>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23672" name="Line 2637"/>
            <p:cNvSpPr>
              <a:spLocks noChangeAspect="1" noChangeShapeType="1"/>
            </p:cNvSpPr>
            <p:nvPr/>
          </p:nvSpPr>
          <p:spPr bwMode="auto">
            <a:xfrm>
              <a:off x="3691" y="2146"/>
              <a:ext cx="241" cy="0"/>
            </a:xfrm>
            <a:prstGeom prst="line">
              <a:avLst/>
            </a:prstGeom>
            <a:noFill/>
            <a:ln w="12700">
              <a:solidFill>
                <a:srgbClr val="8F5B1A"/>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673" name="Line 2638"/>
            <p:cNvSpPr>
              <a:spLocks noChangeAspect="1" noChangeShapeType="1"/>
            </p:cNvSpPr>
            <p:nvPr/>
          </p:nvSpPr>
          <p:spPr bwMode="auto">
            <a:xfrm>
              <a:off x="3739" y="2306"/>
              <a:ext cx="137" cy="0"/>
            </a:xfrm>
            <a:prstGeom prst="line">
              <a:avLst/>
            </a:prstGeom>
            <a:noFill/>
            <a:ln w="12700">
              <a:solidFill>
                <a:srgbClr val="8F5B1A"/>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grpSp>
      <p:sp>
        <p:nvSpPr>
          <p:cNvPr id="23596" name="Arc 2639"/>
          <p:cNvSpPr>
            <a:spLocks noChangeAspect="1"/>
          </p:cNvSpPr>
          <p:nvPr/>
        </p:nvSpPr>
        <p:spPr bwMode="auto">
          <a:xfrm flipH="1">
            <a:off x="5159375" y="2597151"/>
            <a:ext cx="241300" cy="52388"/>
          </a:xfrm>
          <a:custGeom>
            <a:avLst/>
            <a:gdLst>
              <a:gd name="T0" fmla="*/ 2147483646 w 37419"/>
              <a:gd name="T1" fmla="*/ 2147483646 h 22216"/>
              <a:gd name="T2" fmla="*/ 2147483646 w 37419"/>
              <a:gd name="T3" fmla="*/ 0 h 22216"/>
              <a:gd name="T4" fmla="*/ 2147483646 w 37419"/>
              <a:gd name="T5" fmla="*/ 238863178 h 22216"/>
              <a:gd name="T6" fmla="*/ 0 60000 65536"/>
              <a:gd name="T7" fmla="*/ 0 60000 65536"/>
              <a:gd name="T8" fmla="*/ 0 60000 65536"/>
              <a:gd name="T9" fmla="*/ 0 w 37419"/>
              <a:gd name="T10" fmla="*/ 0 h 22216"/>
              <a:gd name="T11" fmla="*/ 37419 w 37419"/>
              <a:gd name="T12" fmla="*/ 22216 h 22216"/>
            </a:gdLst>
            <a:ahLst/>
            <a:cxnLst>
              <a:cxn ang="T6">
                <a:pos x="T0" y="T1"/>
              </a:cxn>
              <a:cxn ang="T7">
                <a:pos x="T2" y="T3"/>
              </a:cxn>
              <a:cxn ang="T8">
                <a:pos x="T4" y="T5"/>
              </a:cxn>
            </a:cxnLst>
            <a:rect l="T9" t="T10" r="T11" b="T12"/>
            <a:pathLst>
              <a:path w="37419" h="22216" fill="none" extrusionOk="0">
                <a:moveTo>
                  <a:pt x="37418" y="15323"/>
                </a:moveTo>
                <a:cubicBezTo>
                  <a:pt x="33332" y="19719"/>
                  <a:pt x="27601" y="22215"/>
                  <a:pt x="21600" y="22216"/>
                </a:cubicBezTo>
                <a:cubicBezTo>
                  <a:pt x="9670" y="22216"/>
                  <a:pt x="0" y="12545"/>
                  <a:pt x="0" y="616"/>
                </a:cubicBezTo>
                <a:cubicBezTo>
                  <a:pt x="-1" y="410"/>
                  <a:pt x="2" y="205"/>
                  <a:pt x="8" y="-1"/>
                </a:cubicBezTo>
              </a:path>
              <a:path w="37419" h="22216" stroke="0" extrusionOk="0">
                <a:moveTo>
                  <a:pt x="37418" y="15323"/>
                </a:moveTo>
                <a:cubicBezTo>
                  <a:pt x="33332" y="19719"/>
                  <a:pt x="27601" y="22215"/>
                  <a:pt x="21600" y="22216"/>
                </a:cubicBezTo>
                <a:cubicBezTo>
                  <a:pt x="9670" y="22216"/>
                  <a:pt x="0" y="12545"/>
                  <a:pt x="0" y="616"/>
                </a:cubicBezTo>
                <a:cubicBezTo>
                  <a:pt x="-1" y="410"/>
                  <a:pt x="2" y="205"/>
                  <a:pt x="8" y="-1"/>
                </a:cubicBezTo>
                <a:lnTo>
                  <a:pt x="21600" y="616"/>
                </a:lnTo>
                <a:lnTo>
                  <a:pt x="37418" y="15323"/>
                </a:lnTo>
                <a:close/>
              </a:path>
            </a:pathLst>
          </a:custGeom>
          <a:noFill/>
          <a:ln w="12700" cap="rnd">
            <a:solidFill>
              <a:srgbClr val="8E8E95"/>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597" name="Arc 2800"/>
          <p:cNvSpPr>
            <a:spLocks noChangeAspect="1"/>
          </p:cNvSpPr>
          <p:nvPr/>
        </p:nvSpPr>
        <p:spPr bwMode="auto">
          <a:xfrm flipH="1">
            <a:off x="5140326" y="2674937"/>
            <a:ext cx="103188" cy="44451"/>
          </a:xfrm>
          <a:custGeom>
            <a:avLst/>
            <a:gdLst>
              <a:gd name="T0" fmla="*/ 2147483646 w 23710"/>
              <a:gd name="T1" fmla="*/ 775542828 h 22118"/>
              <a:gd name="T2" fmla="*/ 2147483646 w 23710"/>
              <a:gd name="T3" fmla="*/ 0 h 22118"/>
              <a:gd name="T4" fmla="*/ 2147483646 w 23710"/>
              <a:gd name="T5" fmla="*/ 18247071 h 22118"/>
              <a:gd name="T6" fmla="*/ 0 60000 65536"/>
              <a:gd name="T7" fmla="*/ 0 60000 65536"/>
              <a:gd name="T8" fmla="*/ 0 60000 65536"/>
              <a:gd name="T9" fmla="*/ 0 w 23710"/>
              <a:gd name="T10" fmla="*/ 0 h 22118"/>
              <a:gd name="T11" fmla="*/ 23710 w 23710"/>
              <a:gd name="T12" fmla="*/ 22118 h 22118"/>
            </a:gdLst>
            <a:ahLst/>
            <a:cxnLst>
              <a:cxn ang="T6">
                <a:pos x="T0" y="T1"/>
              </a:cxn>
              <a:cxn ang="T7">
                <a:pos x="T2" y="T3"/>
              </a:cxn>
              <a:cxn ang="T8">
                <a:pos x="T4" y="T5"/>
              </a:cxn>
            </a:cxnLst>
            <a:rect l="T9" t="T10" r="T11" b="T12"/>
            <a:pathLst>
              <a:path w="23710" h="22118" fill="none" extrusionOk="0">
                <a:moveTo>
                  <a:pt x="23709" y="22014"/>
                </a:moveTo>
                <a:cubicBezTo>
                  <a:pt x="23008" y="22083"/>
                  <a:pt x="22304" y="22117"/>
                  <a:pt x="21600" y="22118"/>
                </a:cubicBezTo>
                <a:cubicBezTo>
                  <a:pt x="9670" y="22118"/>
                  <a:pt x="0" y="12447"/>
                  <a:pt x="0" y="518"/>
                </a:cubicBezTo>
                <a:cubicBezTo>
                  <a:pt x="-1" y="345"/>
                  <a:pt x="2" y="172"/>
                  <a:pt x="6" y="0"/>
                </a:cubicBezTo>
              </a:path>
              <a:path w="23710" h="22118" stroke="0" extrusionOk="0">
                <a:moveTo>
                  <a:pt x="23709" y="22014"/>
                </a:moveTo>
                <a:cubicBezTo>
                  <a:pt x="23008" y="22083"/>
                  <a:pt x="22304" y="22117"/>
                  <a:pt x="21600" y="22118"/>
                </a:cubicBezTo>
                <a:cubicBezTo>
                  <a:pt x="9670" y="22118"/>
                  <a:pt x="0" y="12447"/>
                  <a:pt x="0" y="518"/>
                </a:cubicBezTo>
                <a:cubicBezTo>
                  <a:pt x="-1" y="345"/>
                  <a:pt x="2" y="172"/>
                  <a:pt x="6" y="0"/>
                </a:cubicBezTo>
                <a:lnTo>
                  <a:pt x="21600" y="518"/>
                </a:lnTo>
                <a:lnTo>
                  <a:pt x="23709" y="22014"/>
                </a:lnTo>
                <a:close/>
              </a:path>
            </a:pathLst>
          </a:custGeom>
          <a:noFill/>
          <a:ln w="12700" cap="rnd">
            <a:solidFill>
              <a:srgbClr val="8E8E95"/>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grpSp>
        <p:nvGrpSpPr>
          <p:cNvPr id="23598" name="Group 2801"/>
          <p:cNvGrpSpPr>
            <a:grpSpLocks noChangeAspect="1"/>
          </p:cNvGrpSpPr>
          <p:nvPr/>
        </p:nvGrpSpPr>
        <p:grpSpPr bwMode="auto">
          <a:xfrm flipH="1">
            <a:off x="5232402" y="2630488"/>
            <a:ext cx="119063" cy="417512"/>
            <a:chOff x="3648" y="2010"/>
            <a:chExt cx="328" cy="1169"/>
          </a:xfrm>
        </p:grpSpPr>
        <p:sp>
          <p:nvSpPr>
            <p:cNvPr id="23650" name="Oval 2802"/>
            <p:cNvSpPr>
              <a:spLocks noChangeAspect="1" noChangeArrowheads="1"/>
            </p:cNvSpPr>
            <p:nvPr/>
          </p:nvSpPr>
          <p:spPr bwMode="auto">
            <a:xfrm>
              <a:off x="3664" y="2110"/>
              <a:ext cx="32" cy="32"/>
            </a:xfrm>
            <a:prstGeom prst="ellipse">
              <a:avLst/>
            </a:prstGeom>
            <a:solidFill>
              <a:srgbClr val="B37121"/>
            </a:solidFill>
            <a:ln w="12700">
              <a:solidFill>
                <a:srgbClr val="472D0D"/>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23651" name="Oval 2803"/>
            <p:cNvSpPr>
              <a:spLocks noChangeAspect="1" noChangeArrowheads="1"/>
            </p:cNvSpPr>
            <p:nvPr/>
          </p:nvSpPr>
          <p:spPr bwMode="auto">
            <a:xfrm>
              <a:off x="3928" y="2110"/>
              <a:ext cx="32" cy="32"/>
            </a:xfrm>
            <a:prstGeom prst="ellipse">
              <a:avLst/>
            </a:prstGeom>
            <a:solidFill>
              <a:srgbClr val="B37121"/>
            </a:solidFill>
            <a:ln w="12700">
              <a:solidFill>
                <a:srgbClr val="472D0D"/>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23652" name="Freeform 2804"/>
            <p:cNvSpPr>
              <a:spLocks noChangeAspect="1"/>
            </p:cNvSpPr>
            <p:nvPr/>
          </p:nvSpPr>
          <p:spPr bwMode="auto">
            <a:xfrm>
              <a:off x="3732" y="2146"/>
              <a:ext cx="65" cy="73"/>
            </a:xfrm>
            <a:custGeom>
              <a:avLst/>
              <a:gdLst>
                <a:gd name="T0" fmla="*/ 8 w 65"/>
                <a:gd name="T1" fmla="*/ 0 h 73"/>
                <a:gd name="T2" fmla="*/ 64 w 65"/>
                <a:gd name="T3" fmla="*/ 48 h 73"/>
                <a:gd name="T4" fmla="*/ 64 w 65"/>
                <a:gd name="T5" fmla="*/ 72 h 73"/>
                <a:gd name="T6" fmla="*/ 0 w 65"/>
                <a:gd name="T7" fmla="*/ 0 h 73"/>
                <a:gd name="T8" fmla="*/ 8 w 65"/>
                <a:gd name="T9" fmla="*/ 0 h 73"/>
                <a:gd name="T10" fmla="*/ 0 60000 65536"/>
                <a:gd name="T11" fmla="*/ 0 60000 65536"/>
                <a:gd name="T12" fmla="*/ 0 60000 65536"/>
                <a:gd name="T13" fmla="*/ 0 60000 65536"/>
                <a:gd name="T14" fmla="*/ 0 60000 65536"/>
                <a:gd name="T15" fmla="*/ 0 w 65"/>
                <a:gd name="T16" fmla="*/ 0 h 73"/>
                <a:gd name="T17" fmla="*/ 65 w 65"/>
                <a:gd name="T18" fmla="*/ 73 h 73"/>
              </a:gdLst>
              <a:ahLst/>
              <a:cxnLst>
                <a:cxn ang="T10">
                  <a:pos x="T0" y="T1"/>
                </a:cxn>
                <a:cxn ang="T11">
                  <a:pos x="T2" y="T3"/>
                </a:cxn>
                <a:cxn ang="T12">
                  <a:pos x="T4" y="T5"/>
                </a:cxn>
                <a:cxn ang="T13">
                  <a:pos x="T6" y="T7"/>
                </a:cxn>
                <a:cxn ang="T14">
                  <a:pos x="T8" y="T9"/>
                </a:cxn>
              </a:cxnLst>
              <a:rect l="T15" t="T16" r="T17" b="T18"/>
              <a:pathLst>
                <a:path w="65" h="73">
                  <a:moveTo>
                    <a:pt x="8" y="0"/>
                  </a:moveTo>
                  <a:lnTo>
                    <a:pt x="64" y="48"/>
                  </a:lnTo>
                  <a:lnTo>
                    <a:pt x="64" y="72"/>
                  </a:lnTo>
                  <a:lnTo>
                    <a:pt x="0" y="0"/>
                  </a:lnTo>
                  <a:lnTo>
                    <a:pt x="8" y="0"/>
                  </a:lnTo>
                </a:path>
              </a:pathLst>
            </a:custGeom>
            <a:solidFill>
              <a:srgbClr val="472D0D"/>
            </a:solidFill>
            <a:ln w="12700" cap="rnd">
              <a:solidFill>
                <a:srgbClr val="472D0D"/>
              </a:solidFill>
              <a:round/>
              <a:headEnd/>
              <a:tailEnd/>
            </a:ln>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653" name="Freeform 2805"/>
            <p:cNvSpPr>
              <a:spLocks noChangeAspect="1"/>
            </p:cNvSpPr>
            <p:nvPr/>
          </p:nvSpPr>
          <p:spPr bwMode="auto">
            <a:xfrm>
              <a:off x="3812" y="2146"/>
              <a:ext cx="65" cy="73"/>
            </a:xfrm>
            <a:custGeom>
              <a:avLst/>
              <a:gdLst>
                <a:gd name="T0" fmla="*/ 56 w 65"/>
                <a:gd name="T1" fmla="*/ 0 h 73"/>
                <a:gd name="T2" fmla="*/ 0 w 65"/>
                <a:gd name="T3" fmla="*/ 48 h 73"/>
                <a:gd name="T4" fmla="*/ 0 w 65"/>
                <a:gd name="T5" fmla="*/ 72 h 73"/>
                <a:gd name="T6" fmla="*/ 64 w 65"/>
                <a:gd name="T7" fmla="*/ 0 h 73"/>
                <a:gd name="T8" fmla="*/ 56 w 65"/>
                <a:gd name="T9" fmla="*/ 0 h 73"/>
                <a:gd name="T10" fmla="*/ 0 60000 65536"/>
                <a:gd name="T11" fmla="*/ 0 60000 65536"/>
                <a:gd name="T12" fmla="*/ 0 60000 65536"/>
                <a:gd name="T13" fmla="*/ 0 60000 65536"/>
                <a:gd name="T14" fmla="*/ 0 60000 65536"/>
                <a:gd name="T15" fmla="*/ 0 w 65"/>
                <a:gd name="T16" fmla="*/ 0 h 73"/>
                <a:gd name="T17" fmla="*/ 65 w 65"/>
                <a:gd name="T18" fmla="*/ 73 h 73"/>
              </a:gdLst>
              <a:ahLst/>
              <a:cxnLst>
                <a:cxn ang="T10">
                  <a:pos x="T0" y="T1"/>
                </a:cxn>
                <a:cxn ang="T11">
                  <a:pos x="T2" y="T3"/>
                </a:cxn>
                <a:cxn ang="T12">
                  <a:pos x="T4" y="T5"/>
                </a:cxn>
                <a:cxn ang="T13">
                  <a:pos x="T6" y="T7"/>
                </a:cxn>
                <a:cxn ang="T14">
                  <a:pos x="T8" y="T9"/>
                </a:cxn>
              </a:cxnLst>
              <a:rect l="T15" t="T16" r="T17" b="T18"/>
              <a:pathLst>
                <a:path w="65" h="73">
                  <a:moveTo>
                    <a:pt x="56" y="0"/>
                  </a:moveTo>
                  <a:lnTo>
                    <a:pt x="0" y="48"/>
                  </a:lnTo>
                  <a:lnTo>
                    <a:pt x="0" y="72"/>
                  </a:lnTo>
                  <a:lnTo>
                    <a:pt x="64" y="0"/>
                  </a:lnTo>
                  <a:lnTo>
                    <a:pt x="56" y="0"/>
                  </a:lnTo>
                </a:path>
              </a:pathLst>
            </a:custGeom>
            <a:solidFill>
              <a:srgbClr val="472D0D"/>
            </a:solidFill>
            <a:ln w="12700" cap="rnd">
              <a:solidFill>
                <a:srgbClr val="472D0D"/>
              </a:solidFill>
              <a:round/>
              <a:headEnd/>
              <a:tailEnd/>
            </a:ln>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654" name="Freeform 2806"/>
            <p:cNvSpPr>
              <a:spLocks noChangeAspect="1"/>
            </p:cNvSpPr>
            <p:nvPr/>
          </p:nvSpPr>
          <p:spPr bwMode="auto">
            <a:xfrm>
              <a:off x="3732" y="2314"/>
              <a:ext cx="65" cy="65"/>
            </a:xfrm>
            <a:custGeom>
              <a:avLst/>
              <a:gdLst>
                <a:gd name="T0" fmla="*/ 8 w 65"/>
                <a:gd name="T1" fmla="*/ 0 h 65"/>
                <a:gd name="T2" fmla="*/ 64 w 65"/>
                <a:gd name="T3" fmla="*/ 56 h 65"/>
                <a:gd name="T4" fmla="*/ 64 w 65"/>
                <a:gd name="T5" fmla="*/ 64 h 65"/>
                <a:gd name="T6" fmla="*/ 0 w 65"/>
                <a:gd name="T7" fmla="*/ 0 h 65"/>
                <a:gd name="T8" fmla="*/ 8 w 65"/>
                <a:gd name="T9" fmla="*/ 0 h 65"/>
                <a:gd name="T10" fmla="*/ 0 60000 65536"/>
                <a:gd name="T11" fmla="*/ 0 60000 65536"/>
                <a:gd name="T12" fmla="*/ 0 60000 65536"/>
                <a:gd name="T13" fmla="*/ 0 60000 65536"/>
                <a:gd name="T14" fmla="*/ 0 60000 65536"/>
                <a:gd name="T15" fmla="*/ 0 w 65"/>
                <a:gd name="T16" fmla="*/ 0 h 65"/>
                <a:gd name="T17" fmla="*/ 65 w 65"/>
                <a:gd name="T18" fmla="*/ 65 h 65"/>
              </a:gdLst>
              <a:ahLst/>
              <a:cxnLst>
                <a:cxn ang="T10">
                  <a:pos x="T0" y="T1"/>
                </a:cxn>
                <a:cxn ang="T11">
                  <a:pos x="T2" y="T3"/>
                </a:cxn>
                <a:cxn ang="T12">
                  <a:pos x="T4" y="T5"/>
                </a:cxn>
                <a:cxn ang="T13">
                  <a:pos x="T6" y="T7"/>
                </a:cxn>
                <a:cxn ang="T14">
                  <a:pos x="T8" y="T9"/>
                </a:cxn>
              </a:cxnLst>
              <a:rect l="T15" t="T16" r="T17" b="T18"/>
              <a:pathLst>
                <a:path w="65" h="65">
                  <a:moveTo>
                    <a:pt x="8" y="0"/>
                  </a:moveTo>
                  <a:lnTo>
                    <a:pt x="64" y="56"/>
                  </a:lnTo>
                  <a:lnTo>
                    <a:pt x="64" y="64"/>
                  </a:lnTo>
                  <a:lnTo>
                    <a:pt x="0" y="0"/>
                  </a:lnTo>
                  <a:lnTo>
                    <a:pt x="8" y="0"/>
                  </a:lnTo>
                </a:path>
              </a:pathLst>
            </a:custGeom>
            <a:solidFill>
              <a:srgbClr val="472D0D"/>
            </a:solidFill>
            <a:ln w="12700" cap="rnd">
              <a:solidFill>
                <a:srgbClr val="472D0D"/>
              </a:solidFill>
              <a:round/>
              <a:headEnd/>
              <a:tailEnd/>
            </a:ln>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655" name="Freeform 2807"/>
            <p:cNvSpPr>
              <a:spLocks noChangeAspect="1"/>
            </p:cNvSpPr>
            <p:nvPr/>
          </p:nvSpPr>
          <p:spPr bwMode="auto">
            <a:xfrm>
              <a:off x="3812" y="2314"/>
              <a:ext cx="65" cy="65"/>
            </a:xfrm>
            <a:custGeom>
              <a:avLst/>
              <a:gdLst>
                <a:gd name="T0" fmla="*/ 56 w 65"/>
                <a:gd name="T1" fmla="*/ 0 h 65"/>
                <a:gd name="T2" fmla="*/ 0 w 65"/>
                <a:gd name="T3" fmla="*/ 56 h 65"/>
                <a:gd name="T4" fmla="*/ 0 w 65"/>
                <a:gd name="T5" fmla="*/ 64 h 65"/>
                <a:gd name="T6" fmla="*/ 64 w 65"/>
                <a:gd name="T7" fmla="*/ 0 h 65"/>
                <a:gd name="T8" fmla="*/ 56 w 65"/>
                <a:gd name="T9" fmla="*/ 0 h 65"/>
                <a:gd name="T10" fmla="*/ 0 60000 65536"/>
                <a:gd name="T11" fmla="*/ 0 60000 65536"/>
                <a:gd name="T12" fmla="*/ 0 60000 65536"/>
                <a:gd name="T13" fmla="*/ 0 60000 65536"/>
                <a:gd name="T14" fmla="*/ 0 60000 65536"/>
                <a:gd name="T15" fmla="*/ 0 w 65"/>
                <a:gd name="T16" fmla="*/ 0 h 65"/>
                <a:gd name="T17" fmla="*/ 65 w 65"/>
                <a:gd name="T18" fmla="*/ 65 h 65"/>
              </a:gdLst>
              <a:ahLst/>
              <a:cxnLst>
                <a:cxn ang="T10">
                  <a:pos x="T0" y="T1"/>
                </a:cxn>
                <a:cxn ang="T11">
                  <a:pos x="T2" y="T3"/>
                </a:cxn>
                <a:cxn ang="T12">
                  <a:pos x="T4" y="T5"/>
                </a:cxn>
                <a:cxn ang="T13">
                  <a:pos x="T6" y="T7"/>
                </a:cxn>
                <a:cxn ang="T14">
                  <a:pos x="T8" y="T9"/>
                </a:cxn>
              </a:cxnLst>
              <a:rect l="T15" t="T16" r="T17" b="T18"/>
              <a:pathLst>
                <a:path w="65" h="65">
                  <a:moveTo>
                    <a:pt x="56" y="0"/>
                  </a:moveTo>
                  <a:lnTo>
                    <a:pt x="0" y="56"/>
                  </a:lnTo>
                  <a:lnTo>
                    <a:pt x="0" y="64"/>
                  </a:lnTo>
                  <a:lnTo>
                    <a:pt x="64" y="0"/>
                  </a:lnTo>
                  <a:lnTo>
                    <a:pt x="56" y="0"/>
                  </a:lnTo>
                </a:path>
              </a:pathLst>
            </a:custGeom>
            <a:solidFill>
              <a:srgbClr val="472D0D"/>
            </a:solidFill>
            <a:ln w="12700" cap="rnd">
              <a:solidFill>
                <a:srgbClr val="472D0D"/>
              </a:solidFill>
              <a:round/>
              <a:headEnd/>
              <a:tailEnd/>
            </a:ln>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656" name="Freeform 2808"/>
            <p:cNvSpPr>
              <a:spLocks noChangeAspect="1"/>
            </p:cNvSpPr>
            <p:nvPr/>
          </p:nvSpPr>
          <p:spPr bwMode="auto">
            <a:xfrm>
              <a:off x="3796" y="2010"/>
              <a:ext cx="33" cy="1169"/>
            </a:xfrm>
            <a:custGeom>
              <a:avLst/>
              <a:gdLst>
                <a:gd name="T0" fmla="*/ 32 w 33"/>
                <a:gd name="T1" fmla="*/ 1168 h 1169"/>
                <a:gd name="T2" fmla="*/ 32 w 33"/>
                <a:gd name="T3" fmla="*/ 8 h 1169"/>
                <a:gd name="T4" fmla="*/ 24 w 33"/>
                <a:gd name="T5" fmla="*/ 0 h 1169"/>
                <a:gd name="T6" fmla="*/ 8 w 33"/>
                <a:gd name="T7" fmla="*/ 0 h 1169"/>
                <a:gd name="T8" fmla="*/ 0 w 33"/>
                <a:gd name="T9" fmla="*/ 8 h 1169"/>
                <a:gd name="T10" fmla="*/ 0 w 33"/>
                <a:gd name="T11" fmla="*/ 1168 h 1169"/>
                <a:gd name="T12" fmla="*/ 0 60000 65536"/>
                <a:gd name="T13" fmla="*/ 0 60000 65536"/>
                <a:gd name="T14" fmla="*/ 0 60000 65536"/>
                <a:gd name="T15" fmla="*/ 0 60000 65536"/>
                <a:gd name="T16" fmla="*/ 0 60000 65536"/>
                <a:gd name="T17" fmla="*/ 0 60000 65536"/>
                <a:gd name="T18" fmla="*/ 0 w 33"/>
                <a:gd name="T19" fmla="*/ 0 h 1169"/>
                <a:gd name="T20" fmla="*/ 33 w 33"/>
                <a:gd name="T21" fmla="*/ 1169 h 1169"/>
              </a:gdLst>
              <a:ahLst/>
              <a:cxnLst>
                <a:cxn ang="T12">
                  <a:pos x="T0" y="T1"/>
                </a:cxn>
                <a:cxn ang="T13">
                  <a:pos x="T2" y="T3"/>
                </a:cxn>
                <a:cxn ang="T14">
                  <a:pos x="T4" y="T5"/>
                </a:cxn>
                <a:cxn ang="T15">
                  <a:pos x="T6" y="T7"/>
                </a:cxn>
                <a:cxn ang="T16">
                  <a:pos x="T8" y="T9"/>
                </a:cxn>
                <a:cxn ang="T17">
                  <a:pos x="T10" y="T11"/>
                </a:cxn>
              </a:cxnLst>
              <a:rect l="T18" t="T19" r="T20" b="T21"/>
              <a:pathLst>
                <a:path w="33" h="1169">
                  <a:moveTo>
                    <a:pt x="32" y="1168"/>
                  </a:moveTo>
                  <a:lnTo>
                    <a:pt x="32" y="8"/>
                  </a:lnTo>
                  <a:lnTo>
                    <a:pt x="24" y="0"/>
                  </a:lnTo>
                  <a:lnTo>
                    <a:pt x="8" y="0"/>
                  </a:lnTo>
                  <a:lnTo>
                    <a:pt x="0" y="8"/>
                  </a:lnTo>
                  <a:lnTo>
                    <a:pt x="0" y="1168"/>
                  </a:lnTo>
                </a:path>
              </a:pathLst>
            </a:custGeom>
            <a:solidFill>
              <a:srgbClr val="B37121"/>
            </a:solidFill>
            <a:ln w="12700" cap="rnd">
              <a:solidFill>
                <a:srgbClr val="472D0D"/>
              </a:solidFill>
              <a:round/>
              <a:headEnd/>
              <a:tailEnd/>
            </a:ln>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657" name="Line 2809"/>
            <p:cNvSpPr>
              <a:spLocks noChangeAspect="1" noChangeShapeType="1"/>
            </p:cNvSpPr>
            <p:nvPr/>
          </p:nvSpPr>
          <p:spPr bwMode="auto">
            <a:xfrm>
              <a:off x="3820" y="2065"/>
              <a:ext cx="0" cy="1073"/>
            </a:xfrm>
            <a:prstGeom prst="line">
              <a:avLst/>
            </a:prstGeom>
            <a:noFill/>
            <a:ln w="12700">
              <a:solidFill>
                <a:srgbClr val="8F5B1A"/>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658" name="Rectangle 2810"/>
            <p:cNvSpPr>
              <a:spLocks noChangeAspect="1" noChangeArrowheads="1"/>
            </p:cNvSpPr>
            <p:nvPr/>
          </p:nvSpPr>
          <p:spPr bwMode="auto">
            <a:xfrm>
              <a:off x="3696" y="2294"/>
              <a:ext cx="224" cy="24"/>
            </a:xfrm>
            <a:prstGeom prst="rect">
              <a:avLst/>
            </a:prstGeom>
            <a:solidFill>
              <a:srgbClr val="B37121"/>
            </a:solidFill>
            <a:ln w="12700">
              <a:solidFill>
                <a:srgbClr val="472D0D"/>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23659" name="Rectangle 2811"/>
            <p:cNvSpPr>
              <a:spLocks noChangeAspect="1" noChangeArrowheads="1"/>
            </p:cNvSpPr>
            <p:nvPr/>
          </p:nvSpPr>
          <p:spPr bwMode="auto">
            <a:xfrm>
              <a:off x="3648" y="2134"/>
              <a:ext cx="328" cy="24"/>
            </a:xfrm>
            <a:prstGeom prst="rect">
              <a:avLst/>
            </a:prstGeom>
            <a:solidFill>
              <a:srgbClr val="B37121"/>
            </a:solidFill>
            <a:ln w="12700">
              <a:solidFill>
                <a:srgbClr val="472D0D"/>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23660" name="Line 2812"/>
            <p:cNvSpPr>
              <a:spLocks noChangeAspect="1" noChangeShapeType="1"/>
            </p:cNvSpPr>
            <p:nvPr/>
          </p:nvSpPr>
          <p:spPr bwMode="auto">
            <a:xfrm>
              <a:off x="3691" y="2146"/>
              <a:ext cx="241" cy="0"/>
            </a:xfrm>
            <a:prstGeom prst="line">
              <a:avLst/>
            </a:prstGeom>
            <a:noFill/>
            <a:ln w="12700">
              <a:solidFill>
                <a:srgbClr val="8F5B1A"/>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661" name="Line 2813"/>
            <p:cNvSpPr>
              <a:spLocks noChangeAspect="1" noChangeShapeType="1"/>
            </p:cNvSpPr>
            <p:nvPr/>
          </p:nvSpPr>
          <p:spPr bwMode="auto">
            <a:xfrm>
              <a:off x="3739" y="2306"/>
              <a:ext cx="137" cy="0"/>
            </a:xfrm>
            <a:prstGeom prst="line">
              <a:avLst/>
            </a:prstGeom>
            <a:noFill/>
            <a:ln w="12700">
              <a:solidFill>
                <a:srgbClr val="8F5B1A"/>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grpSp>
      <p:sp>
        <p:nvSpPr>
          <p:cNvPr id="23599" name="Arc 2814"/>
          <p:cNvSpPr>
            <a:spLocks noChangeAspect="1"/>
          </p:cNvSpPr>
          <p:nvPr/>
        </p:nvSpPr>
        <p:spPr bwMode="auto">
          <a:xfrm flipH="1">
            <a:off x="5083175" y="2671764"/>
            <a:ext cx="241300" cy="52387"/>
          </a:xfrm>
          <a:custGeom>
            <a:avLst/>
            <a:gdLst>
              <a:gd name="T0" fmla="*/ 2147483646 w 37419"/>
              <a:gd name="T1" fmla="*/ 2147483646 h 22216"/>
              <a:gd name="T2" fmla="*/ 2147483646 w 37419"/>
              <a:gd name="T3" fmla="*/ 0 h 22216"/>
              <a:gd name="T4" fmla="*/ 2147483646 w 37419"/>
              <a:gd name="T5" fmla="*/ 238810436 h 22216"/>
              <a:gd name="T6" fmla="*/ 0 60000 65536"/>
              <a:gd name="T7" fmla="*/ 0 60000 65536"/>
              <a:gd name="T8" fmla="*/ 0 60000 65536"/>
              <a:gd name="T9" fmla="*/ 0 w 37419"/>
              <a:gd name="T10" fmla="*/ 0 h 22216"/>
              <a:gd name="T11" fmla="*/ 37419 w 37419"/>
              <a:gd name="T12" fmla="*/ 22216 h 22216"/>
            </a:gdLst>
            <a:ahLst/>
            <a:cxnLst>
              <a:cxn ang="T6">
                <a:pos x="T0" y="T1"/>
              </a:cxn>
              <a:cxn ang="T7">
                <a:pos x="T2" y="T3"/>
              </a:cxn>
              <a:cxn ang="T8">
                <a:pos x="T4" y="T5"/>
              </a:cxn>
            </a:cxnLst>
            <a:rect l="T9" t="T10" r="T11" b="T12"/>
            <a:pathLst>
              <a:path w="37419" h="22216" fill="none" extrusionOk="0">
                <a:moveTo>
                  <a:pt x="37418" y="15323"/>
                </a:moveTo>
                <a:cubicBezTo>
                  <a:pt x="33332" y="19719"/>
                  <a:pt x="27601" y="22215"/>
                  <a:pt x="21600" y="22216"/>
                </a:cubicBezTo>
                <a:cubicBezTo>
                  <a:pt x="9670" y="22216"/>
                  <a:pt x="0" y="12545"/>
                  <a:pt x="0" y="616"/>
                </a:cubicBezTo>
                <a:cubicBezTo>
                  <a:pt x="-1" y="410"/>
                  <a:pt x="2" y="205"/>
                  <a:pt x="8" y="-1"/>
                </a:cubicBezTo>
              </a:path>
              <a:path w="37419" h="22216" stroke="0" extrusionOk="0">
                <a:moveTo>
                  <a:pt x="37418" y="15323"/>
                </a:moveTo>
                <a:cubicBezTo>
                  <a:pt x="33332" y="19719"/>
                  <a:pt x="27601" y="22215"/>
                  <a:pt x="21600" y="22216"/>
                </a:cubicBezTo>
                <a:cubicBezTo>
                  <a:pt x="9670" y="22216"/>
                  <a:pt x="0" y="12545"/>
                  <a:pt x="0" y="616"/>
                </a:cubicBezTo>
                <a:cubicBezTo>
                  <a:pt x="-1" y="410"/>
                  <a:pt x="2" y="205"/>
                  <a:pt x="8" y="-1"/>
                </a:cubicBezTo>
                <a:lnTo>
                  <a:pt x="21600" y="616"/>
                </a:lnTo>
                <a:lnTo>
                  <a:pt x="37418" y="15323"/>
                </a:lnTo>
                <a:close/>
              </a:path>
            </a:pathLst>
          </a:custGeom>
          <a:noFill/>
          <a:ln w="12700" cap="rnd">
            <a:solidFill>
              <a:srgbClr val="8E8E95"/>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600" name="Arc 2975"/>
          <p:cNvSpPr>
            <a:spLocks noChangeAspect="1"/>
          </p:cNvSpPr>
          <p:nvPr/>
        </p:nvSpPr>
        <p:spPr bwMode="auto">
          <a:xfrm rot="20336030" flipH="1">
            <a:off x="5489575" y="2386013"/>
            <a:ext cx="698500" cy="41275"/>
          </a:xfrm>
          <a:custGeom>
            <a:avLst/>
            <a:gdLst>
              <a:gd name="T0" fmla="*/ 2147483646 w 21600"/>
              <a:gd name="T1" fmla="*/ 0 h 21600"/>
              <a:gd name="T2" fmla="*/ 0 w 21600"/>
              <a:gd name="T3" fmla="*/ 357236484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12700" cap="rnd">
            <a:solidFill>
              <a:srgbClr val="8E8E95"/>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601" name="Arc 2976"/>
          <p:cNvSpPr>
            <a:spLocks noChangeAspect="1"/>
          </p:cNvSpPr>
          <p:nvPr/>
        </p:nvSpPr>
        <p:spPr bwMode="auto">
          <a:xfrm rot="20336030" flipH="1">
            <a:off x="5395914" y="2470151"/>
            <a:ext cx="698500" cy="41275"/>
          </a:xfrm>
          <a:custGeom>
            <a:avLst/>
            <a:gdLst>
              <a:gd name="T0" fmla="*/ 2147483646 w 21600"/>
              <a:gd name="T1" fmla="*/ 0 h 21600"/>
              <a:gd name="T2" fmla="*/ 0 w 21600"/>
              <a:gd name="T3" fmla="*/ 357236484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12700" cap="rnd">
            <a:solidFill>
              <a:srgbClr val="8E8E95"/>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602" name="Arc 2977"/>
          <p:cNvSpPr>
            <a:spLocks noChangeAspect="1"/>
          </p:cNvSpPr>
          <p:nvPr/>
        </p:nvSpPr>
        <p:spPr bwMode="auto">
          <a:xfrm rot="20336030" flipH="1">
            <a:off x="5341937" y="2532063"/>
            <a:ext cx="741363" cy="42863"/>
          </a:xfrm>
          <a:custGeom>
            <a:avLst/>
            <a:gdLst>
              <a:gd name="T0" fmla="*/ 2147483646 w 21600"/>
              <a:gd name="T1" fmla="*/ 0 h 21600"/>
              <a:gd name="T2" fmla="*/ 0 w 21600"/>
              <a:gd name="T3" fmla="*/ 629117314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12700" cap="rnd">
            <a:solidFill>
              <a:srgbClr val="8E8E95"/>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603" name="Text Box 2978"/>
          <p:cNvSpPr txBox="1">
            <a:spLocks noChangeAspect="1" noChangeArrowheads="1"/>
          </p:cNvSpPr>
          <p:nvPr/>
        </p:nvSpPr>
        <p:spPr bwMode="auto">
          <a:xfrm flipH="1">
            <a:off x="7370392" y="1566864"/>
            <a:ext cx="1389804" cy="307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lnSpc>
                <a:spcPct val="95000"/>
              </a:lnSpc>
              <a:spcBef>
                <a:spcPct val="20000"/>
              </a:spcBef>
              <a:spcAft>
                <a:spcPct val="0"/>
              </a:spcAft>
              <a:buClr>
                <a:srgbClr val="FF9933"/>
              </a:buClr>
              <a:buFont typeface="Wingdings" panose="05000000000000000000" pitchFamily="2" charset="2"/>
              <a:buNone/>
            </a:pPr>
            <a:r>
              <a:rPr lang="en-US" altLang="en-US" sz="1600">
                <a:solidFill>
                  <a:prstClr val="black"/>
                </a:solidFill>
              </a:rPr>
              <a:t>Headquarters</a:t>
            </a:r>
          </a:p>
        </p:txBody>
      </p:sp>
      <p:sp>
        <p:nvSpPr>
          <p:cNvPr id="23604" name="Text Box 2979"/>
          <p:cNvSpPr txBox="1">
            <a:spLocks noChangeAspect="1" noChangeArrowheads="1"/>
          </p:cNvSpPr>
          <p:nvPr/>
        </p:nvSpPr>
        <p:spPr bwMode="auto">
          <a:xfrm>
            <a:off x="3360868" y="1371601"/>
            <a:ext cx="1745991" cy="326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lnSpc>
                <a:spcPct val="95000"/>
              </a:lnSpc>
              <a:spcBef>
                <a:spcPct val="20000"/>
              </a:spcBef>
              <a:spcAft>
                <a:spcPct val="0"/>
              </a:spcAft>
              <a:buClr>
                <a:srgbClr val="FF9933"/>
              </a:buClr>
              <a:buFont typeface="Wingdings" panose="05000000000000000000" pitchFamily="2" charset="2"/>
              <a:buNone/>
            </a:pPr>
            <a:r>
              <a:rPr lang="en-US" altLang="en-US" sz="1600">
                <a:solidFill>
                  <a:prstClr val="black"/>
                </a:solidFill>
              </a:rPr>
              <a:t>System Engineer</a:t>
            </a:r>
          </a:p>
        </p:txBody>
      </p:sp>
      <p:sp>
        <p:nvSpPr>
          <p:cNvPr id="23605" name="Text Box 2980"/>
          <p:cNvSpPr txBox="1">
            <a:spLocks noChangeAspect="1" noChangeArrowheads="1"/>
          </p:cNvSpPr>
          <p:nvPr/>
        </p:nvSpPr>
        <p:spPr bwMode="auto">
          <a:xfrm flipH="1">
            <a:off x="7102295" y="3475038"/>
            <a:ext cx="694100" cy="307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lnSpc>
                <a:spcPct val="95000"/>
              </a:lnSpc>
              <a:spcBef>
                <a:spcPct val="20000"/>
              </a:spcBef>
              <a:spcAft>
                <a:spcPct val="0"/>
              </a:spcAft>
              <a:buClr>
                <a:srgbClr val="FF9933"/>
              </a:buClr>
              <a:buFont typeface="Wingdings" panose="05000000000000000000" pitchFamily="2" charset="2"/>
              <a:buNone/>
            </a:pPr>
            <a:r>
              <a:rPr lang="en-US" altLang="en-US" sz="1600">
                <a:solidFill>
                  <a:prstClr val="black"/>
                </a:solidFill>
              </a:rPr>
              <a:t>Site B</a:t>
            </a:r>
          </a:p>
        </p:txBody>
      </p:sp>
      <p:sp>
        <p:nvSpPr>
          <p:cNvPr id="23606" name="Rectangle 2981"/>
          <p:cNvSpPr>
            <a:spLocks noChangeAspect="1" noChangeArrowheads="1"/>
          </p:cNvSpPr>
          <p:nvPr/>
        </p:nvSpPr>
        <p:spPr bwMode="auto">
          <a:xfrm flipH="1">
            <a:off x="7324726" y="1890713"/>
            <a:ext cx="1798639" cy="1331912"/>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23607" name="Rectangle 2982"/>
          <p:cNvSpPr>
            <a:spLocks noChangeAspect="1" noChangeArrowheads="1"/>
          </p:cNvSpPr>
          <p:nvPr/>
        </p:nvSpPr>
        <p:spPr bwMode="auto">
          <a:xfrm flipH="1">
            <a:off x="6022977" y="3305177"/>
            <a:ext cx="1052513" cy="620713"/>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23608" name="Text Box 2983"/>
          <p:cNvSpPr txBox="1">
            <a:spLocks noChangeAspect="1" noChangeArrowheads="1"/>
          </p:cNvSpPr>
          <p:nvPr/>
        </p:nvSpPr>
        <p:spPr bwMode="auto">
          <a:xfrm>
            <a:off x="3486151" y="2312989"/>
            <a:ext cx="1175322" cy="326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5000"/>
              </a:lnSpc>
              <a:spcBef>
                <a:spcPct val="20000"/>
              </a:spcBef>
              <a:spcAft>
                <a:spcPct val="0"/>
              </a:spcAft>
              <a:buClr>
                <a:srgbClr val="FF9933"/>
              </a:buClr>
              <a:buFont typeface="Wingdings" panose="05000000000000000000" pitchFamily="2" charset="2"/>
              <a:buNone/>
            </a:pPr>
            <a:r>
              <a:rPr lang="en-US" altLang="en-US" sz="1600">
                <a:solidFill>
                  <a:prstClr val="black"/>
                </a:solidFill>
              </a:rPr>
              <a:t>Executives</a:t>
            </a:r>
          </a:p>
        </p:txBody>
      </p:sp>
      <p:sp>
        <p:nvSpPr>
          <p:cNvPr id="23609" name="Text Box 2984"/>
          <p:cNvSpPr txBox="1">
            <a:spLocks noChangeAspect="1" noChangeArrowheads="1"/>
          </p:cNvSpPr>
          <p:nvPr/>
        </p:nvSpPr>
        <p:spPr bwMode="auto">
          <a:xfrm flipH="1">
            <a:off x="4144730" y="3381376"/>
            <a:ext cx="705321" cy="307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lnSpc>
                <a:spcPct val="95000"/>
              </a:lnSpc>
              <a:spcBef>
                <a:spcPct val="20000"/>
              </a:spcBef>
              <a:spcAft>
                <a:spcPct val="0"/>
              </a:spcAft>
              <a:buClr>
                <a:srgbClr val="FF9933"/>
              </a:buClr>
              <a:buFont typeface="Wingdings" panose="05000000000000000000" pitchFamily="2" charset="2"/>
              <a:buNone/>
            </a:pPr>
            <a:r>
              <a:rPr lang="en-US" altLang="en-US" sz="1600">
                <a:solidFill>
                  <a:prstClr val="black"/>
                </a:solidFill>
              </a:rPr>
              <a:t>Site C</a:t>
            </a:r>
          </a:p>
        </p:txBody>
      </p:sp>
      <p:sp>
        <p:nvSpPr>
          <p:cNvPr id="23610" name="Text Box 2985"/>
          <p:cNvSpPr txBox="1">
            <a:spLocks noChangeAspect="1" noChangeArrowheads="1"/>
          </p:cNvSpPr>
          <p:nvPr/>
        </p:nvSpPr>
        <p:spPr bwMode="auto">
          <a:xfrm flipH="1">
            <a:off x="6961188" y="1827214"/>
            <a:ext cx="386324" cy="307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5000"/>
              </a:lnSpc>
              <a:spcBef>
                <a:spcPct val="20000"/>
              </a:spcBef>
              <a:spcAft>
                <a:spcPct val="0"/>
              </a:spcAft>
              <a:buClr>
                <a:srgbClr val="FF9933"/>
              </a:buClr>
              <a:buFont typeface="Wingdings" panose="05000000000000000000" pitchFamily="2" charset="2"/>
              <a:buNone/>
            </a:pPr>
            <a:r>
              <a:rPr lang="en-US" altLang="en-US" sz="1600">
                <a:solidFill>
                  <a:prstClr val="black"/>
                </a:solidFill>
              </a:rPr>
              <a:t>T1</a:t>
            </a:r>
          </a:p>
        </p:txBody>
      </p:sp>
      <p:sp>
        <p:nvSpPr>
          <p:cNvPr id="23611" name="Rectangle 3024"/>
          <p:cNvSpPr>
            <a:spLocks noChangeAspect="1" noChangeArrowheads="1"/>
          </p:cNvSpPr>
          <p:nvPr/>
        </p:nvSpPr>
        <p:spPr bwMode="auto">
          <a:xfrm flipH="1">
            <a:off x="4870452" y="3187701"/>
            <a:ext cx="1027113" cy="622300"/>
          </a:xfrm>
          <a:prstGeom prst="rect">
            <a:avLst/>
          </a:prstGeom>
          <a:noFill/>
          <a:ln w="19050">
            <a:solidFill>
              <a:schemeClr val="tx1"/>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23612" name="Freeform 3025"/>
          <p:cNvSpPr>
            <a:spLocks/>
          </p:cNvSpPr>
          <p:nvPr/>
        </p:nvSpPr>
        <p:spPr bwMode="auto">
          <a:xfrm flipH="1">
            <a:off x="6694489" y="2617789"/>
            <a:ext cx="896937" cy="814387"/>
          </a:xfrm>
          <a:custGeom>
            <a:avLst/>
            <a:gdLst>
              <a:gd name="T0" fmla="*/ 2147483646 w 592"/>
              <a:gd name="T1" fmla="*/ 2147483646 h 513"/>
              <a:gd name="T2" fmla="*/ 2147483646 w 592"/>
              <a:gd name="T3" fmla="*/ 2147483646 h 513"/>
              <a:gd name="T4" fmla="*/ 2147483646 w 592"/>
              <a:gd name="T5" fmla="*/ 2147483646 h 513"/>
              <a:gd name="T6" fmla="*/ 0 w 592"/>
              <a:gd name="T7" fmla="*/ 2147483646 h 513"/>
              <a:gd name="T8" fmla="*/ 0 60000 65536"/>
              <a:gd name="T9" fmla="*/ 0 60000 65536"/>
              <a:gd name="T10" fmla="*/ 0 60000 65536"/>
              <a:gd name="T11" fmla="*/ 0 60000 65536"/>
              <a:gd name="T12" fmla="*/ 0 w 592"/>
              <a:gd name="T13" fmla="*/ 0 h 513"/>
              <a:gd name="T14" fmla="*/ 592 w 592"/>
              <a:gd name="T15" fmla="*/ 513 h 513"/>
            </a:gdLst>
            <a:ahLst/>
            <a:cxnLst>
              <a:cxn ang="T8">
                <a:pos x="T0" y="T1"/>
              </a:cxn>
              <a:cxn ang="T9">
                <a:pos x="T2" y="T3"/>
              </a:cxn>
              <a:cxn ang="T10">
                <a:pos x="T4" y="T5"/>
              </a:cxn>
              <a:cxn ang="T11">
                <a:pos x="T6" y="T7"/>
              </a:cxn>
            </a:cxnLst>
            <a:rect l="T12" t="T13" r="T14" b="T15"/>
            <a:pathLst>
              <a:path w="592" h="513">
                <a:moveTo>
                  <a:pt x="424" y="513"/>
                </a:moveTo>
                <a:cubicBezTo>
                  <a:pt x="508" y="337"/>
                  <a:pt x="592" y="162"/>
                  <a:pt x="584" y="81"/>
                </a:cubicBezTo>
                <a:cubicBezTo>
                  <a:pt x="576" y="0"/>
                  <a:pt x="473" y="33"/>
                  <a:pt x="376" y="25"/>
                </a:cubicBezTo>
                <a:cubicBezTo>
                  <a:pt x="279" y="17"/>
                  <a:pt x="63" y="32"/>
                  <a:pt x="0" y="33"/>
                </a:cubicBezTo>
              </a:path>
            </a:pathLst>
          </a:custGeom>
          <a:noFill/>
          <a:ln w="28575">
            <a:solidFill>
              <a:schemeClr val="accent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lIns="73025" tIns="36512" rIns="73025" bIns="36512"/>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613" name="Text Box 3026"/>
          <p:cNvSpPr txBox="1">
            <a:spLocks noChangeArrowheads="1"/>
          </p:cNvSpPr>
          <p:nvPr/>
        </p:nvSpPr>
        <p:spPr bwMode="auto">
          <a:xfrm flipH="1">
            <a:off x="6053139" y="1320801"/>
            <a:ext cx="844783" cy="307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5000"/>
              </a:lnSpc>
              <a:spcBef>
                <a:spcPct val="20000"/>
              </a:spcBef>
              <a:spcAft>
                <a:spcPct val="0"/>
              </a:spcAft>
              <a:buClr>
                <a:srgbClr val="FF9933"/>
              </a:buClr>
              <a:buFont typeface="Wingdings" panose="05000000000000000000" pitchFamily="2" charset="2"/>
              <a:buNone/>
            </a:pPr>
            <a:r>
              <a:rPr lang="en-US" altLang="en-US" sz="1600">
                <a:solidFill>
                  <a:prstClr val="black"/>
                </a:solidFill>
              </a:rPr>
              <a:t>Internet</a:t>
            </a:r>
          </a:p>
        </p:txBody>
      </p:sp>
      <p:sp>
        <p:nvSpPr>
          <p:cNvPr id="23614" name="Text Box 3027"/>
          <p:cNvSpPr txBox="1">
            <a:spLocks noChangeArrowheads="1"/>
          </p:cNvSpPr>
          <p:nvPr/>
        </p:nvSpPr>
        <p:spPr bwMode="auto">
          <a:xfrm flipH="1">
            <a:off x="5591176" y="2066926"/>
            <a:ext cx="352661" cy="249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5000"/>
              </a:lnSpc>
              <a:spcBef>
                <a:spcPct val="20000"/>
              </a:spcBef>
              <a:spcAft>
                <a:spcPct val="0"/>
              </a:spcAft>
              <a:buClr>
                <a:srgbClr val="FF9933"/>
              </a:buClr>
              <a:buFont typeface="Wingdings" panose="05000000000000000000" pitchFamily="2" charset="2"/>
              <a:buNone/>
            </a:pPr>
            <a:r>
              <a:rPr lang="en-US" altLang="en-US" sz="1200">
                <a:solidFill>
                  <a:srgbClr val="954F72"/>
                </a:solidFill>
              </a:rPr>
              <a:t>SE</a:t>
            </a:r>
          </a:p>
        </p:txBody>
      </p:sp>
      <p:sp>
        <p:nvSpPr>
          <p:cNvPr id="23615" name="Text Box 3028"/>
          <p:cNvSpPr txBox="1">
            <a:spLocks noChangeArrowheads="1"/>
          </p:cNvSpPr>
          <p:nvPr/>
        </p:nvSpPr>
        <p:spPr bwMode="auto">
          <a:xfrm flipH="1">
            <a:off x="5216525" y="2206626"/>
            <a:ext cx="471283" cy="249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5000"/>
              </a:lnSpc>
              <a:spcBef>
                <a:spcPct val="20000"/>
              </a:spcBef>
              <a:spcAft>
                <a:spcPct val="0"/>
              </a:spcAft>
              <a:buClr>
                <a:srgbClr val="FF9933"/>
              </a:buClr>
              <a:buFont typeface="Wingdings" panose="05000000000000000000" pitchFamily="2" charset="2"/>
              <a:buNone/>
            </a:pPr>
            <a:r>
              <a:rPr lang="en-US" altLang="en-US" sz="1200">
                <a:solidFill>
                  <a:srgbClr val="954F72"/>
                </a:solidFill>
              </a:rPr>
              <a:t>exec</a:t>
            </a:r>
          </a:p>
        </p:txBody>
      </p:sp>
      <p:sp>
        <p:nvSpPr>
          <p:cNvPr id="23616" name="Text Box 3029"/>
          <p:cNvSpPr txBox="1">
            <a:spLocks noChangeArrowheads="1"/>
          </p:cNvSpPr>
          <p:nvPr/>
        </p:nvSpPr>
        <p:spPr bwMode="auto">
          <a:xfrm flipH="1">
            <a:off x="5686425" y="2905126"/>
            <a:ext cx="437620" cy="24917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type="none" w="sm" len="sm"/>
                <a:tailEnd/>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5000"/>
              </a:lnSpc>
              <a:spcBef>
                <a:spcPct val="20000"/>
              </a:spcBef>
              <a:spcAft>
                <a:spcPct val="0"/>
              </a:spcAft>
              <a:buClr>
                <a:srgbClr val="FF9933"/>
              </a:buClr>
              <a:buFont typeface="Wingdings" panose="05000000000000000000" pitchFamily="2" charset="2"/>
              <a:buNone/>
            </a:pPr>
            <a:r>
              <a:rPr lang="en-US" altLang="en-US" sz="1200">
                <a:solidFill>
                  <a:srgbClr val="954F72"/>
                </a:solidFill>
              </a:rPr>
              <a:t>S2S</a:t>
            </a:r>
          </a:p>
        </p:txBody>
      </p:sp>
      <p:sp>
        <p:nvSpPr>
          <p:cNvPr id="23617" name="Text Box 3030"/>
          <p:cNvSpPr txBox="1">
            <a:spLocks noChangeArrowheads="1"/>
          </p:cNvSpPr>
          <p:nvPr/>
        </p:nvSpPr>
        <p:spPr bwMode="auto">
          <a:xfrm flipH="1">
            <a:off x="6423025" y="2968626"/>
            <a:ext cx="437620" cy="24917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type="none" w="sm" len="sm"/>
                <a:tailEnd/>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5000"/>
              </a:lnSpc>
              <a:spcBef>
                <a:spcPct val="20000"/>
              </a:spcBef>
              <a:spcAft>
                <a:spcPct val="0"/>
              </a:spcAft>
              <a:buClr>
                <a:srgbClr val="FF9933"/>
              </a:buClr>
              <a:buFont typeface="Wingdings" panose="05000000000000000000" pitchFamily="2" charset="2"/>
              <a:buNone/>
            </a:pPr>
            <a:r>
              <a:rPr lang="en-US" altLang="en-US" sz="1200">
                <a:solidFill>
                  <a:srgbClr val="954F72"/>
                </a:solidFill>
              </a:rPr>
              <a:t>S2S</a:t>
            </a:r>
          </a:p>
        </p:txBody>
      </p:sp>
      <p:pic>
        <p:nvPicPr>
          <p:cNvPr id="23618" name="Picture 3031" descr="Network_Cloud_Standard"/>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10239" y="2124076"/>
            <a:ext cx="1157287" cy="588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619" name="Line 3033"/>
          <p:cNvSpPr>
            <a:spLocks noChangeShapeType="1"/>
          </p:cNvSpPr>
          <p:nvPr/>
        </p:nvSpPr>
        <p:spPr bwMode="auto">
          <a:xfrm flipV="1">
            <a:off x="8374065" y="2720975"/>
            <a:ext cx="358775" cy="6351"/>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620" name="Line 3034"/>
          <p:cNvSpPr>
            <a:spLocks noChangeShapeType="1"/>
          </p:cNvSpPr>
          <p:nvPr/>
        </p:nvSpPr>
        <p:spPr bwMode="auto">
          <a:xfrm>
            <a:off x="8382001" y="2225675"/>
            <a:ext cx="285751" cy="7939"/>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621" name="Line 3035"/>
          <p:cNvSpPr>
            <a:spLocks noChangeShapeType="1"/>
          </p:cNvSpPr>
          <p:nvPr/>
        </p:nvSpPr>
        <p:spPr bwMode="auto">
          <a:xfrm>
            <a:off x="8350251" y="2071689"/>
            <a:ext cx="1588" cy="846137"/>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622" name="Text Box 3039"/>
          <p:cNvSpPr txBox="1">
            <a:spLocks noChangeAspect="1" noChangeArrowheads="1"/>
          </p:cNvSpPr>
          <p:nvPr/>
        </p:nvSpPr>
        <p:spPr bwMode="auto">
          <a:xfrm flipH="1">
            <a:off x="5854700" y="2257426"/>
            <a:ext cx="974725" cy="2970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5000"/>
              </a:lnSpc>
              <a:spcBef>
                <a:spcPct val="20000"/>
              </a:spcBef>
              <a:spcAft>
                <a:spcPct val="0"/>
              </a:spcAft>
              <a:buClr>
                <a:srgbClr val="FF9933"/>
              </a:buClr>
              <a:buFont typeface="Wingdings" panose="05000000000000000000" pitchFamily="2" charset="2"/>
              <a:buNone/>
            </a:pPr>
            <a:r>
              <a:rPr lang="en-US" altLang="en-US" sz="1400">
                <a:solidFill>
                  <a:prstClr val="black"/>
                </a:solidFill>
              </a:rPr>
              <a:t>Internet</a:t>
            </a:r>
          </a:p>
        </p:txBody>
      </p:sp>
      <p:sp>
        <p:nvSpPr>
          <p:cNvPr id="23623" name="Freeform 3040"/>
          <p:cNvSpPr>
            <a:spLocks/>
          </p:cNvSpPr>
          <p:nvPr/>
        </p:nvSpPr>
        <p:spPr bwMode="auto">
          <a:xfrm flipH="1">
            <a:off x="5360989" y="1733551"/>
            <a:ext cx="2233612" cy="560388"/>
          </a:xfrm>
          <a:custGeom>
            <a:avLst/>
            <a:gdLst>
              <a:gd name="T0" fmla="*/ 2147483646 w 1392"/>
              <a:gd name="T1" fmla="*/ 0 h 353"/>
              <a:gd name="T2" fmla="*/ 2147483646 w 1392"/>
              <a:gd name="T3" fmla="*/ 2147483646 h 353"/>
              <a:gd name="T4" fmla="*/ 2147483646 w 1392"/>
              <a:gd name="T5" fmla="*/ 2147483646 h 353"/>
              <a:gd name="T6" fmla="*/ 0 w 1392"/>
              <a:gd name="T7" fmla="*/ 2147483646 h 353"/>
              <a:gd name="T8" fmla="*/ 0 60000 65536"/>
              <a:gd name="T9" fmla="*/ 0 60000 65536"/>
              <a:gd name="T10" fmla="*/ 0 60000 65536"/>
              <a:gd name="T11" fmla="*/ 0 60000 65536"/>
              <a:gd name="T12" fmla="*/ 0 w 1392"/>
              <a:gd name="T13" fmla="*/ 0 h 353"/>
              <a:gd name="T14" fmla="*/ 1392 w 1392"/>
              <a:gd name="T15" fmla="*/ 353 h 353"/>
            </a:gdLst>
            <a:ahLst/>
            <a:cxnLst>
              <a:cxn ang="T8">
                <a:pos x="T0" y="T1"/>
              </a:cxn>
              <a:cxn ang="T9">
                <a:pos x="T2" y="T3"/>
              </a:cxn>
              <a:cxn ang="T10">
                <a:pos x="T4" y="T5"/>
              </a:cxn>
              <a:cxn ang="T11">
                <a:pos x="T6" y="T7"/>
              </a:cxn>
            </a:cxnLst>
            <a:rect l="T12" t="T13" r="T14" b="T15"/>
            <a:pathLst>
              <a:path w="1392" h="353">
                <a:moveTo>
                  <a:pt x="1392" y="0"/>
                </a:moveTo>
                <a:cubicBezTo>
                  <a:pt x="1323" y="49"/>
                  <a:pt x="1088" y="239"/>
                  <a:pt x="976" y="296"/>
                </a:cubicBezTo>
                <a:cubicBezTo>
                  <a:pt x="864" y="353"/>
                  <a:pt x="883" y="336"/>
                  <a:pt x="720" y="344"/>
                </a:cubicBezTo>
                <a:cubicBezTo>
                  <a:pt x="557" y="352"/>
                  <a:pt x="282" y="344"/>
                  <a:pt x="0" y="344"/>
                </a:cubicBezTo>
              </a:path>
            </a:pathLst>
          </a:custGeom>
          <a:noFill/>
          <a:ln w="19050">
            <a:solidFill>
              <a:srgbClr val="FFFF99"/>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lIns="73025" tIns="36512" rIns="73025" bIns="36512"/>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624" name="Freeform 3042"/>
          <p:cNvSpPr>
            <a:spLocks/>
          </p:cNvSpPr>
          <p:nvPr/>
        </p:nvSpPr>
        <p:spPr bwMode="auto">
          <a:xfrm flipH="1">
            <a:off x="5602288" y="2562225"/>
            <a:ext cx="1985963" cy="769939"/>
          </a:xfrm>
          <a:custGeom>
            <a:avLst/>
            <a:gdLst>
              <a:gd name="T0" fmla="*/ 2147483646 w 1272"/>
              <a:gd name="T1" fmla="*/ 2147483646 h 485"/>
              <a:gd name="T2" fmla="*/ 2147483646 w 1272"/>
              <a:gd name="T3" fmla="*/ 2147483646 h 485"/>
              <a:gd name="T4" fmla="*/ 2147483646 w 1272"/>
              <a:gd name="T5" fmla="*/ 2147483646 h 485"/>
              <a:gd name="T6" fmla="*/ 0 w 1272"/>
              <a:gd name="T7" fmla="*/ 2147483646 h 485"/>
              <a:gd name="T8" fmla="*/ 0 60000 65536"/>
              <a:gd name="T9" fmla="*/ 0 60000 65536"/>
              <a:gd name="T10" fmla="*/ 0 60000 65536"/>
              <a:gd name="T11" fmla="*/ 0 60000 65536"/>
              <a:gd name="T12" fmla="*/ 0 w 1272"/>
              <a:gd name="T13" fmla="*/ 0 h 485"/>
              <a:gd name="T14" fmla="*/ 1272 w 1272"/>
              <a:gd name="T15" fmla="*/ 485 h 485"/>
            </a:gdLst>
            <a:ahLst/>
            <a:cxnLst>
              <a:cxn ang="T8">
                <a:pos x="T0" y="T1"/>
              </a:cxn>
              <a:cxn ang="T9">
                <a:pos x="T2" y="T3"/>
              </a:cxn>
              <a:cxn ang="T10">
                <a:pos x="T4" y="T5"/>
              </a:cxn>
              <a:cxn ang="T11">
                <a:pos x="T6" y="T7"/>
              </a:cxn>
            </a:cxnLst>
            <a:rect l="T12" t="T13" r="T14" b="T15"/>
            <a:pathLst>
              <a:path w="1272" h="485">
                <a:moveTo>
                  <a:pt x="1272" y="485"/>
                </a:moveTo>
                <a:cubicBezTo>
                  <a:pt x="1149" y="324"/>
                  <a:pt x="1027" y="164"/>
                  <a:pt x="944" y="85"/>
                </a:cubicBezTo>
                <a:cubicBezTo>
                  <a:pt x="861" y="6"/>
                  <a:pt x="933" y="26"/>
                  <a:pt x="776" y="13"/>
                </a:cubicBezTo>
                <a:cubicBezTo>
                  <a:pt x="619" y="0"/>
                  <a:pt x="309" y="2"/>
                  <a:pt x="0" y="5"/>
                </a:cubicBezTo>
              </a:path>
            </a:pathLst>
          </a:custGeom>
          <a:noFill/>
          <a:ln w="28575">
            <a:solidFill>
              <a:schemeClr val="folHlink"/>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lIns="73025" tIns="36512" rIns="73025" bIns="36512"/>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625" name="Freeform 3043"/>
          <p:cNvSpPr>
            <a:spLocks/>
          </p:cNvSpPr>
          <p:nvPr/>
        </p:nvSpPr>
        <p:spPr bwMode="auto">
          <a:xfrm flipH="1">
            <a:off x="6440489" y="1622426"/>
            <a:ext cx="1141412" cy="585788"/>
          </a:xfrm>
          <a:custGeom>
            <a:avLst/>
            <a:gdLst>
              <a:gd name="T0" fmla="*/ 0 w 695"/>
              <a:gd name="T1" fmla="*/ 2147483646 h 369"/>
              <a:gd name="T2" fmla="*/ 2147483646 w 695"/>
              <a:gd name="T3" fmla="*/ 2147483646 h 369"/>
              <a:gd name="T4" fmla="*/ 2147483646 w 695"/>
              <a:gd name="T5" fmla="*/ 2147483646 h 369"/>
              <a:gd name="T6" fmla="*/ 2147483646 w 695"/>
              <a:gd name="T7" fmla="*/ 0 h 369"/>
              <a:gd name="T8" fmla="*/ 0 60000 65536"/>
              <a:gd name="T9" fmla="*/ 0 60000 65536"/>
              <a:gd name="T10" fmla="*/ 0 60000 65536"/>
              <a:gd name="T11" fmla="*/ 0 60000 65536"/>
              <a:gd name="T12" fmla="*/ 0 w 695"/>
              <a:gd name="T13" fmla="*/ 0 h 369"/>
              <a:gd name="T14" fmla="*/ 695 w 695"/>
              <a:gd name="T15" fmla="*/ 369 h 369"/>
            </a:gdLst>
            <a:ahLst/>
            <a:cxnLst>
              <a:cxn ang="T8">
                <a:pos x="T0" y="T1"/>
              </a:cxn>
              <a:cxn ang="T9">
                <a:pos x="T2" y="T3"/>
              </a:cxn>
              <a:cxn ang="T10">
                <a:pos x="T4" y="T5"/>
              </a:cxn>
              <a:cxn ang="T11">
                <a:pos x="T6" y="T7"/>
              </a:cxn>
            </a:cxnLst>
            <a:rect l="T12" t="T13" r="T14" b="T15"/>
            <a:pathLst>
              <a:path w="695" h="369">
                <a:moveTo>
                  <a:pt x="0" y="360"/>
                </a:moveTo>
                <a:cubicBezTo>
                  <a:pt x="212" y="364"/>
                  <a:pt x="424" y="369"/>
                  <a:pt x="536" y="360"/>
                </a:cubicBezTo>
                <a:cubicBezTo>
                  <a:pt x="648" y="351"/>
                  <a:pt x="649" y="364"/>
                  <a:pt x="672" y="304"/>
                </a:cubicBezTo>
                <a:cubicBezTo>
                  <a:pt x="695" y="244"/>
                  <a:pt x="683" y="122"/>
                  <a:pt x="672" y="0"/>
                </a:cubicBezTo>
              </a:path>
            </a:pathLst>
          </a:custGeom>
          <a:noFill/>
          <a:ln w="28575">
            <a:solidFill>
              <a:schemeClr val="accent2"/>
            </a:solidFill>
            <a:round/>
            <a:headEnd type="triangle" w="med" len="med"/>
            <a:tailEnd/>
          </a:ln>
          <a:extLst>
            <a:ext uri="{909E8E84-426E-40DD-AFC4-6F175D3DCCD1}">
              <a14:hiddenFill xmlns:a14="http://schemas.microsoft.com/office/drawing/2010/main">
                <a:solidFill>
                  <a:srgbClr val="FFFFFF"/>
                </a:solidFill>
              </a14:hiddenFill>
            </a:ext>
          </a:extLst>
        </p:spPr>
        <p:txBody>
          <a:bodyPr lIns="73025" tIns="36512" rIns="73025" bIns="36512"/>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626" name="Rectangle 2"/>
          <p:cNvSpPr>
            <a:spLocks noGrp="1" noChangeArrowheads="1"/>
          </p:cNvSpPr>
          <p:nvPr>
            <p:ph type="title"/>
          </p:nvPr>
        </p:nvSpPr>
        <p:spPr>
          <a:xfrm>
            <a:off x="27961" y="-2757"/>
            <a:ext cx="10515600" cy="578983"/>
          </a:xfrm>
        </p:spPr>
        <p:txBody>
          <a:bodyPr/>
          <a:lstStyle/>
          <a:p>
            <a:pPr eaLnBrk="1" hangingPunct="1"/>
            <a:r>
              <a:rPr lang="en-US" altLang="en-US" sz="3733">
                <a:latin typeface="Arial" panose="020B0604020202020204" pitchFamily="34" charset="0"/>
                <a:cs typeface="Arial" panose="020B0604020202020204" pitchFamily="34" charset="0"/>
              </a:rPr>
              <a:t>Modular Policy</a:t>
            </a:r>
          </a:p>
        </p:txBody>
      </p:sp>
      <p:sp>
        <p:nvSpPr>
          <p:cNvPr id="23627" name="Text Box 6"/>
          <p:cNvSpPr txBox="1">
            <a:spLocks noChangeArrowheads="1"/>
          </p:cNvSpPr>
          <p:nvPr/>
        </p:nvSpPr>
        <p:spPr bwMode="auto">
          <a:xfrm flipH="1">
            <a:off x="3313309" y="4133851"/>
            <a:ext cx="1601399" cy="1823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lnSpc>
                <a:spcPct val="95000"/>
              </a:lnSpc>
              <a:spcBef>
                <a:spcPct val="20000"/>
              </a:spcBef>
              <a:spcAft>
                <a:spcPct val="0"/>
              </a:spcAft>
              <a:buClr>
                <a:srgbClr val="FF9933"/>
              </a:buClr>
              <a:buFont typeface="Wingdings" panose="05000000000000000000" pitchFamily="2" charset="2"/>
              <a:buNone/>
            </a:pPr>
            <a:r>
              <a:rPr lang="en-US" altLang="en-US" u="sng">
                <a:solidFill>
                  <a:prstClr val="black"/>
                </a:solidFill>
              </a:rPr>
              <a:t>Class Map</a:t>
            </a:r>
          </a:p>
          <a:p>
            <a:pPr algn="ctr" fontAlgn="base">
              <a:lnSpc>
                <a:spcPct val="95000"/>
              </a:lnSpc>
              <a:spcBef>
                <a:spcPct val="20000"/>
              </a:spcBef>
              <a:spcAft>
                <a:spcPct val="0"/>
              </a:spcAft>
              <a:buClr>
                <a:srgbClr val="FF9933"/>
              </a:buClr>
              <a:buFont typeface="Wingdings" panose="05000000000000000000" pitchFamily="2" charset="2"/>
              <a:buNone/>
            </a:pPr>
            <a:r>
              <a:rPr lang="en-US" altLang="en-US" sz="1400">
                <a:solidFill>
                  <a:prstClr val="black"/>
                </a:solidFill>
              </a:rPr>
              <a:t>Traffic Flow</a:t>
            </a:r>
          </a:p>
          <a:p>
            <a:pPr algn="ctr" fontAlgn="base">
              <a:lnSpc>
                <a:spcPct val="95000"/>
              </a:lnSpc>
              <a:spcBef>
                <a:spcPct val="20000"/>
              </a:spcBef>
              <a:spcAft>
                <a:spcPct val="0"/>
              </a:spcAft>
              <a:buClr>
                <a:srgbClr val="FF9933"/>
              </a:buClr>
              <a:buFont typeface="Wingdings" panose="05000000000000000000" pitchFamily="2" charset="2"/>
              <a:buNone/>
            </a:pPr>
            <a:r>
              <a:rPr lang="en-US" altLang="en-US" sz="1400">
                <a:solidFill>
                  <a:prstClr val="black"/>
                </a:solidFill>
              </a:rPr>
              <a:t>Default</a:t>
            </a:r>
          </a:p>
          <a:p>
            <a:pPr algn="ctr" fontAlgn="base">
              <a:lnSpc>
                <a:spcPct val="95000"/>
              </a:lnSpc>
              <a:spcBef>
                <a:spcPct val="20000"/>
              </a:spcBef>
              <a:spcAft>
                <a:spcPct val="0"/>
              </a:spcAft>
              <a:buClr>
                <a:srgbClr val="FF9933"/>
              </a:buClr>
              <a:buFont typeface="Wingdings" panose="05000000000000000000" pitchFamily="2" charset="2"/>
              <a:buNone/>
            </a:pPr>
            <a:r>
              <a:rPr lang="en-US" altLang="en-US" sz="1400">
                <a:solidFill>
                  <a:prstClr val="black"/>
                </a:solidFill>
              </a:rPr>
              <a:t>Internet</a:t>
            </a:r>
          </a:p>
          <a:p>
            <a:pPr algn="ctr" fontAlgn="base">
              <a:lnSpc>
                <a:spcPct val="95000"/>
              </a:lnSpc>
              <a:spcBef>
                <a:spcPct val="20000"/>
              </a:spcBef>
              <a:spcAft>
                <a:spcPct val="0"/>
              </a:spcAft>
              <a:buClr>
                <a:srgbClr val="FF9933"/>
              </a:buClr>
              <a:buFont typeface="Wingdings" panose="05000000000000000000" pitchFamily="2" charset="2"/>
              <a:buNone/>
            </a:pPr>
            <a:r>
              <a:rPr lang="en-US" altLang="en-US" sz="1400">
                <a:solidFill>
                  <a:prstClr val="black"/>
                </a:solidFill>
              </a:rPr>
              <a:t>Systems Engineer</a:t>
            </a:r>
          </a:p>
          <a:p>
            <a:pPr algn="ctr" fontAlgn="base">
              <a:lnSpc>
                <a:spcPct val="95000"/>
              </a:lnSpc>
              <a:spcBef>
                <a:spcPct val="20000"/>
              </a:spcBef>
              <a:spcAft>
                <a:spcPct val="0"/>
              </a:spcAft>
              <a:buClr>
                <a:srgbClr val="FF9933"/>
              </a:buClr>
              <a:buFont typeface="Wingdings" panose="05000000000000000000" pitchFamily="2" charset="2"/>
              <a:buNone/>
            </a:pPr>
            <a:r>
              <a:rPr lang="en-US" altLang="en-US" sz="1400">
                <a:solidFill>
                  <a:prstClr val="black"/>
                </a:solidFill>
              </a:rPr>
              <a:t>Executives</a:t>
            </a:r>
          </a:p>
          <a:p>
            <a:pPr algn="ctr" fontAlgn="base">
              <a:lnSpc>
                <a:spcPct val="95000"/>
              </a:lnSpc>
              <a:spcBef>
                <a:spcPct val="20000"/>
              </a:spcBef>
              <a:spcAft>
                <a:spcPct val="0"/>
              </a:spcAft>
              <a:buClr>
                <a:srgbClr val="FF9933"/>
              </a:buClr>
              <a:buFont typeface="Wingdings" panose="05000000000000000000" pitchFamily="2" charset="2"/>
              <a:buNone/>
            </a:pPr>
            <a:r>
              <a:rPr lang="en-US" altLang="en-US" sz="1400">
                <a:solidFill>
                  <a:prstClr val="black"/>
                </a:solidFill>
              </a:rPr>
              <a:t>Site to Site</a:t>
            </a:r>
          </a:p>
        </p:txBody>
      </p:sp>
      <p:sp>
        <p:nvSpPr>
          <p:cNvPr id="23628" name="Text Box 7"/>
          <p:cNvSpPr txBox="1">
            <a:spLocks noChangeArrowheads="1"/>
          </p:cNvSpPr>
          <p:nvPr/>
        </p:nvSpPr>
        <p:spPr bwMode="auto">
          <a:xfrm>
            <a:off x="5643744" y="4148139"/>
            <a:ext cx="1275990" cy="1575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lnSpc>
                <a:spcPct val="95000"/>
              </a:lnSpc>
              <a:spcBef>
                <a:spcPct val="20000"/>
              </a:spcBef>
              <a:spcAft>
                <a:spcPct val="0"/>
              </a:spcAft>
              <a:buClr>
                <a:srgbClr val="FF9933"/>
              </a:buClr>
              <a:buFont typeface="Wingdings" panose="05000000000000000000" pitchFamily="2" charset="2"/>
              <a:buNone/>
            </a:pPr>
            <a:r>
              <a:rPr lang="en-US" altLang="en-US" u="sng">
                <a:solidFill>
                  <a:prstClr val="black"/>
                </a:solidFill>
              </a:rPr>
              <a:t>Policy Map</a:t>
            </a:r>
          </a:p>
          <a:p>
            <a:pPr algn="ctr" fontAlgn="base">
              <a:lnSpc>
                <a:spcPct val="95000"/>
              </a:lnSpc>
              <a:spcBef>
                <a:spcPct val="20000"/>
              </a:spcBef>
              <a:spcAft>
                <a:spcPct val="0"/>
              </a:spcAft>
              <a:buClr>
                <a:srgbClr val="FF9933"/>
              </a:buClr>
              <a:buFont typeface="Wingdings" panose="05000000000000000000" pitchFamily="2" charset="2"/>
              <a:buNone/>
            </a:pPr>
            <a:r>
              <a:rPr lang="en-US" altLang="en-US" sz="1400">
                <a:solidFill>
                  <a:prstClr val="black"/>
                </a:solidFill>
              </a:rPr>
              <a:t>Services</a:t>
            </a:r>
          </a:p>
          <a:p>
            <a:pPr algn="ctr" fontAlgn="base">
              <a:lnSpc>
                <a:spcPct val="95000"/>
              </a:lnSpc>
              <a:spcBef>
                <a:spcPct val="20000"/>
              </a:spcBef>
              <a:spcAft>
                <a:spcPct val="0"/>
              </a:spcAft>
              <a:buClr>
                <a:srgbClr val="FF9933"/>
              </a:buClr>
              <a:buFont typeface="Wingdings" panose="05000000000000000000" pitchFamily="2" charset="2"/>
              <a:buNone/>
            </a:pPr>
            <a:r>
              <a:rPr lang="en-US" altLang="en-US" sz="1400">
                <a:solidFill>
                  <a:prstClr val="black"/>
                </a:solidFill>
              </a:rPr>
              <a:t>Inspect</a:t>
            </a:r>
          </a:p>
          <a:p>
            <a:pPr algn="ctr" fontAlgn="base">
              <a:lnSpc>
                <a:spcPct val="95000"/>
              </a:lnSpc>
              <a:spcBef>
                <a:spcPct val="20000"/>
              </a:spcBef>
              <a:spcAft>
                <a:spcPct val="0"/>
              </a:spcAft>
              <a:buClr>
                <a:srgbClr val="FF9933"/>
              </a:buClr>
              <a:buFont typeface="Wingdings" panose="05000000000000000000" pitchFamily="2" charset="2"/>
              <a:buNone/>
            </a:pPr>
            <a:r>
              <a:rPr lang="en-US" altLang="en-US" sz="1400">
                <a:solidFill>
                  <a:prstClr val="black"/>
                </a:solidFill>
              </a:rPr>
              <a:t>IPS</a:t>
            </a:r>
          </a:p>
          <a:p>
            <a:pPr algn="ctr" fontAlgn="base">
              <a:lnSpc>
                <a:spcPct val="95000"/>
              </a:lnSpc>
              <a:spcBef>
                <a:spcPct val="20000"/>
              </a:spcBef>
              <a:spcAft>
                <a:spcPct val="0"/>
              </a:spcAft>
              <a:buClr>
                <a:srgbClr val="FF9933"/>
              </a:buClr>
              <a:buFont typeface="Wingdings" panose="05000000000000000000" pitchFamily="2" charset="2"/>
              <a:buNone/>
            </a:pPr>
            <a:r>
              <a:rPr lang="en-US" altLang="en-US" sz="1400">
                <a:solidFill>
                  <a:prstClr val="black"/>
                </a:solidFill>
              </a:rPr>
              <a:t>Police</a:t>
            </a:r>
          </a:p>
          <a:p>
            <a:pPr algn="ctr" fontAlgn="base">
              <a:lnSpc>
                <a:spcPct val="95000"/>
              </a:lnSpc>
              <a:spcBef>
                <a:spcPct val="20000"/>
              </a:spcBef>
              <a:spcAft>
                <a:spcPct val="0"/>
              </a:spcAft>
              <a:buClr>
                <a:srgbClr val="FF9933"/>
              </a:buClr>
              <a:buFont typeface="Wingdings" panose="05000000000000000000" pitchFamily="2" charset="2"/>
              <a:buNone/>
            </a:pPr>
            <a:r>
              <a:rPr lang="en-US" altLang="en-US" sz="1400">
                <a:solidFill>
                  <a:prstClr val="black"/>
                </a:solidFill>
              </a:rPr>
              <a:t>Priority</a:t>
            </a:r>
          </a:p>
        </p:txBody>
      </p:sp>
      <p:sp>
        <p:nvSpPr>
          <p:cNvPr id="23629" name="Text Box 8"/>
          <p:cNvSpPr txBox="1">
            <a:spLocks noChangeArrowheads="1"/>
          </p:cNvSpPr>
          <p:nvPr/>
        </p:nvSpPr>
        <p:spPr bwMode="auto">
          <a:xfrm>
            <a:off x="8048843" y="4156076"/>
            <a:ext cx="1596591" cy="10801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lnSpc>
                <a:spcPct val="95000"/>
              </a:lnSpc>
              <a:spcBef>
                <a:spcPct val="20000"/>
              </a:spcBef>
              <a:spcAft>
                <a:spcPct val="0"/>
              </a:spcAft>
              <a:buClr>
                <a:srgbClr val="FF9933"/>
              </a:buClr>
              <a:buFont typeface="Wingdings" panose="05000000000000000000" pitchFamily="2" charset="2"/>
              <a:buNone/>
            </a:pPr>
            <a:r>
              <a:rPr lang="en-US" altLang="en-US" u="sng">
                <a:solidFill>
                  <a:prstClr val="black"/>
                </a:solidFill>
              </a:rPr>
              <a:t>Service Policy</a:t>
            </a:r>
          </a:p>
          <a:p>
            <a:pPr algn="ctr" fontAlgn="base">
              <a:lnSpc>
                <a:spcPct val="95000"/>
              </a:lnSpc>
              <a:spcBef>
                <a:spcPct val="20000"/>
              </a:spcBef>
              <a:spcAft>
                <a:spcPct val="0"/>
              </a:spcAft>
              <a:buClr>
                <a:srgbClr val="FF9933"/>
              </a:buClr>
              <a:buFont typeface="Wingdings" panose="05000000000000000000" pitchFamily="2" charset="2"/>
              <a:buNone/>
            </a:pPr>
            <a:r>
              <a:rPr lang="en-US" altLang="en-US" sz="1400">
                <a:solidFill>
                  <a:prstClr val="black"/>
                </a:solidFill>
              </a:rPr>
              <a:t>Interface/Global</a:t>
            </a:r>
          </a:p>
          <a:p>
            <a:pPr algn="ctr" fontAlgn="base">
              <a:lnSpc>
                <a:spcPct val="95000"/>
              </a:lnSpc>
              <a:spcBef>
                <a:spcPct val="20000"/>
              </a:spcBef>
              <a:spcAft>
                <a:spcPct val="0"/>
              </a:spcAft>
              <a:buClr>
                <a:srgbClr val="FF9933"/>
              </a:buClr>
              <a:buFont typeface="Wingdings" panose="05000000000000000000" pitchFamily="2" charset="2"/>
              <a:buNone/>
            </a:pPr>
            <a:r>
              <a:rPr lang="en-US" altLang="en-US" sz="1400">
                <a:solidFill>
                  <a:prstClr val="black"/>
                </a:solidFill>
              </a:rPr>
              <a:t>Global</a:t>
            </a:r>
          </a:p>
          <a:p>
            <a:pPr algn="ctr" fontAlgn="base">
              <a:lnSpc>
                <a:spcPct val="95000"/>
              </a:lnSpc>
              <a:spcBef>
                <a:spcPct val="20000"/>
              </a:spcBef>
              <a:spcAft>
                <a:spcPct val="0"/>
              </a:spcAft>
              <a:buClr>
                <a:srgbClr val="FF9933"/>
              </a:buClr>
              <a:buFont typeface="Wingdings" panose="05000000000000000000" pitchFamily="2" charset="2"/>
              <a:buNone/>
            </a:pPr>
            <a:r>
              <a:rPr lang="en-US" altLang="en-US" sz="1400">
                <a:solidFill>
                  <a:prstClr val="black"/>
                </a:solidFill>
              </a:rPr>
              <a:t>Outside</a:t>
            </a:r>
          </a:p>
        </p:txBody>
      </p:sp>
      <p:sp>
        <p:nvSpPr>
          <p:cNvPr id="23630" name="AutoShape 1530"/>
          <p:cNvSpPr>
            <a:spLocks noChangeArrowheads="1"/>
          </p:cNvSpPr>
          <p:nvPr/>
        </p:nvSpPr>
        <p:spPr bwMode="auto">
          <a:xfrm>
            <a:off x="7256463" y="4217988"/>
            <a:ext cx="469900" cy="203200"/>
          </a:xfrm>
          <a:prstGeom prst="rightArrow">
            <a:avLst>
              <a:gd name="adj1" fmla="val 50000"/>
              <a:gd name="adj2" fmla="val 57813"/>
            </a:avLst>
          </a:prstGeom>
          <a:solidFill>
            <a:schemeClr val="folHlink"/>
          </a:solidFill>
          <a:ln w="9525">
            <a:solidFill>
              <a:schemeClr val="folHlink"/>
            </a:solidFill>
            <a:miter lim="800000"/>
            <a:headEnd type="none" w="sm" len="sm"/>
            <a:tailEnd/>
          </a:ln>
        </p:spPr>
        <p:txBody>
          <a:bodyPr wrap="none" lIns="73025" tIns="36512" rIns="73025" bIns="36512"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23631" name="AutoShape 1531"/>
          <p:cNvSpPr>
            <a:spLocks noChangeArrowheads="1"/>
          </p:cNvSpPr>
          <p:nvPr/>
        </p:nvSpPr>
        <p:spPr bwMode="auto">
          <a:xfrm>
            <a:off x="4919663" y="4217988"/>
            <a:ext cx="469900" cy="203200"/>
          </a:xfrm>
          <a:prstGeom prst="rightArrow">
            <a:avLst>
              <a:gd name="adj1" fmla="val 50000"/>
              <a:gd name="adj2" fmla="val 57813"/>
            </a:avLst>
          </a:prstGeom>
          <a:solidFill>
            <a:schemeClr val="folHlink"/>
          </a:solidFill>
          <a:ln w="9525">
            <a:solidFill>
              <a:schemeClr val="folHlink"/>
            </a:solidFill>
            <a:miter lim="800000"/>
            <a:headEnd type="none" w="sm" len="sm"/>
            <a:tailEnd/>
          </a:ln>
        </p:spPr>
        <p:txBody>
          <a:bodyPr wrap="none" lIns="73025" tIns="36512" rIns="73025" bIns="36512"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23632" name="Line 9"/>
          <p:cNvSpPr>
            <a:spLocks noChangeShapeType="1"/>
          </p:cNvSpPr>
          <p:nvPr/>
        </p:nvSpPr>
        <p:spPr bwMode="auto">
          <a:xfrm flipV="1">
            <a:off x="4876800" y="5149851"/>
            <a:ext cx="1081088" cy="14288"/>
          </a:xfrm>
          <a:prstGeom prst="line">
            <a:avLst/>
          </a:prstGeom>
          <a:noFill/>
          <a:ln w="28575">
            <a:solidFill>
              <a:srgbClr val="FFFF99"/>
            </a:solidFill>
            <a:round/>
            <a:headEnd type="none" w="sm" len="sm"/>
            <a:tailEnd type="triangle" w="med" len="med"/>
          </a:ln>
          <a:extLst>
            <a:ext uri="{909E8E84-426E-40DD-AFC4-6F175D3DCCD1}">
              <a14:hiddenFill xmlns:a14="http://schemas.microsoft.com/office/drawing/2010/main">
                <a:noFill/>
              </a14:hiddenFill>
            </a:ext>
          </a:extLst>
        </p:spPr>
        <p:txBody>
          <a:bodyPr lIns="73025" tIns="36512" rIns="73025" bIns="36512"/>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633" name="Line 10"/>
          <p:cNvSpPr>
            <a:spLocks noChangeShapeType="1"/>
          </p:cNvSpPr>
          <p:nvPr/>
        </p:nvSpPr>
        <p:spPr bwMode="auto">
          <a:xfrm flipV="1">
            <a:off x="4479925" y="5207000"/>
            <a:ext cx="1477963" cy="171451"/>
          </a:xfrm>
          <a:prstGeom prst="line">
            <a:avLst/>
          </a:prstGeom>
          <a:noFill/>
          <a:ln w="28575">
            <a:solidFill>
              <a:schemeClr val="folHlink"/>
            </a:solidFill>
            <a:round/>
            <a:headEnd type="none" w="sm" len="sm"/>
            <a:tailEnd type="triangle" w="med" len="med"/>
          </a:ln>
          <a:extLst>
            <a:ext uri="{909E8E84-426E-40DD-AFC4-6F175D3DCCD1}">
              <a14:hiddenFill xmlns:a14="http://schemas.microsoft.com/office/drawing/2010/main">
                <a:noFill/>
              </a14:hiddenFill>
            </a:ext>
          </a:extLst>
        </p:spPr>
        <p:txBody>
          <a:bodyPr lIns="73025" tIns="36512" rIns="73025" bIns="36512"/>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634" name="Line 12"/>
          <p:cNvSpPr>
            <a:spLocks noChangeShapeType="1"/>
          </p:cNvSpPr>
          <p:nvPr/>
        </p:nvSpPr>
        <p:spPr bwMode="auto">
          <a:xfrm flipV="1">
            <a:off x="4449765" y="5397501"/>
            <a:ext cx="1476375" cy="174625"/>
          </a:xfrm>
          <a:prstGeom prst="line">
            <a:avLst/>
          </a:prstGeom>
          <a:noFill/>
          <a:ln w="28575">
            <a:solidFill>
              <a:schemeClr val="folHlink"/>
            </a:solidFill>
            <a:round/>
            <a:headEnd type="none" w="sm" len="sm"/>
            <a:tailEnd type="triangle" w="med" len="med"/>
          </a:ln>
          <a:extLst>
            <a:ext uri="{909E8E84-426E-40DD-AFC4-6F175D3DCCD1}">
              <a14:hiddenFill xmlns:a14="http://schemas.microsoft.com/office/drawing/2010/main">
                <a:noFill/>
              </a14:hiddenFill>
            </a:ext>
          </a:extLst>
        </p:spPr>
        <p:txBody>
          <a:bodyPr lIns="73025" tIns="36512" rIns="73025" bIns="36512"/>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635" name="Line 14"/>
          <p:cNvSpPr>
            <a:spLocks noChangeShapeType="1"/>
          </p:cNvSpPr>
          <p:nvPr/>
        </p:nvSpPr>
        <p:spPr bwMode="auto">
          <a:xfrm flipV="1">
            <a:off x="4535488" y="4779963"/>
            <a:ext cx="1390651" cy="158751"/>
          </a:xfrm>
          <a:prstGeom prst="line">
            <a:avLst/>
          </a:prstGeom>
          <a:noFill/>
          <a:ln w="28575">
            <a:solidFill>
              <a:schemeClr val="accent2"/>
            </a:solidFill>
            <a:round/>
            <a:headEnd type="none" w="sm" len="sm"/>
            <a:tailEnd type="triangle" w="med" len="med"/>
          </a:ln>
          <a:extLst>
            <a:ext uri="{909E8E84-426E-40DD-AFC4-6F175D3DCCD1}">
              <a14:hiddenFill xmlns:a14="http://schemas.microsoft.com/office/drawing/2010/main">
                <a:noFill/>
              </a14:hiddenFill>
            </a:ext>
          </a:extLst>
        </p:spPr>
        <p:txBody>
          <a:bodyPr lIns="73025" tIns="36512" rIns="73025" bIns="36512"/>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636" name="Line 1528"/>
          <p:cNvSpPr>
            <a:spLocks noChangeShapeType="1"/>
          </p:cNvSpPr>
          <p:nvPr/>
        </p:nvSpPr>
        <p:spPr bwMode="auto">
          <a:xfrm>
            <a:off x="4532314" y="4975225"/>
            <a:ext cx="1393825" cy="7939"/>
          </a:xfrm>
          <a:prstGeom prst="line">
            <a:avLst/>
          </a:prstGeom>
          <a:noFill/>
          <a:ln w="28575">
            <a:solidFill>
              <a:schemeClr val="accent2"/>
            </a:solidFill>
            <a:round/>
            <a:headEnd type="none" w="sm" len="sm"/>
            <a:tailEnd type="triangle" w="med" len="med"/>
          </a:ln>
          <a:extLst>
            <a:ext uri="{909E8E84-426E-40DD-AFC4-6F175D3DCCD1}">
              <a14:hiddenFill xmlns:a14="http://schemas.microsoft.com/office/drawing/2010/main">
                <a:noFill/>
              </a14:hiddenFill>
            </a:ext>
          </a:extLst>
        </p:spPr>
        <p:txBody>
          <a:bodyPr lIns="73025" tIns="36512" rIns="73025" bIns="36512"/>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637" name="Line 1536"/>
          <p:cNvSpPr>
            <a:spLocks noChangeShapeType="1"/>
          </p:cNvSpPr>
          <p:nvPr/>
        </p:nvSpPr>
        <p:spPr bwMode="auto">
          <a:xfrm flipV="1">
            <a:off x="4587877" y="4732339"/>
            <a:ext cx="1306513" cy="14287"/>
          </a:xfrm>
          <a:prstGeom prst="line">
            <a:avLst/>
          </a:prstGeom>
          <a:noFill/>
          <a:ln w="28575">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lIns="82124" tIns="41061" rIns="82124" bIns="41061"/>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638" name="Line 11"/>
          <p:cNvSpPr>
            <a:spLocks noChangeShapeType="1"/>
          </p:cNvSpPr>
          <p:nvPr/>
        </p:nvSpPr>
        <p:spPr bwMode="auto">
          <a:xfrm flipV="1">
            <a:off x="6635750" y="5059363"/>
            <a:ext cx="1835151" cy="15240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lIns="73025" tIns="36512" rIns="73025" bIns="36512"/>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639" name="Line 13"/>
          <p:cNvSpPr>
            <a:spLocks noChangeShapeType="1"/>
          </p:cNvSpPr>
          <p:nvPr/>
        </p:nvSpPr>
        <p:spPr bwMode="auto">
          <a:xfrm flipV="1">
            <a:off x="6788150" y="5116514"/>
            <a:ext cx="1682751" cy="317500"/>
          </a:xfrm>
          <a:prstGeom prst="line">
            <a:avLst/>
          </a:prstGeom>
          <a:noFill/>
          <a:ln w="28575">
            <a:solidFill>
              <a:schemeClr val="folHlink"/>
            </a:solidFill>
            <a:round/>
            <a:headEnd type="none" w="sm" len="sm"/>
            <a:tailEnd type="triangle" w="med" len="med"/>
          </a:ln>
          <a:extLst>
            <a:ext uri="{909E8E84-426E-40DD-AFC4-6F175D3DCCD1}">
              <a14:hiddenFill xmlns:a14="http://schemas.microsoft.com/office/drawing/2010/main">
                <a:noFill/>
              </a14:hiddenFill>
            </a:ext>
          </a:extLst>
        </p:spPr>
        <p:txBody>
          <a:bodyPr lIns="73025" tIns="36512" rIns="73025" bIns="36512"/>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640" name="Line 15"/>
          <p:cNvSpPr>
            <a:spLocks noChangeShapeType="1"/>
          </p:cNvSpPr>
          <p:nvPr/>
        </p:nvSpPr>
        <p:spPr bwMode="auto">
          <a:xfrm>
            <a:off x="6654800" y="4819651"/>
            <a:ext cx="1803400" cy="115888"/>
          </a:xfrm>
          <a:prstGeom prst="line">
            <a:avLst/>
          </a:prstGeom>
          <a:noFill/>
          <a:ln w="28575">
            <a:solidFill>
              <a:schemeClr val="accent2"/>
            </a:solidFill>
            <a:round/>
            <a:headEnd type="none" w="sm" len="sm"/>
            <a:tailEnd type="triangle" w="med" len="med"/>
          </a:ln>
          <a:extLst>
            <a:ext uri="{909E8E84-426E-40DD-AFC4-6F175D3DCCD1}">
              <a14:hiddenFill xmlns:a14="http://schemas.microsoft.com/office/drawing/2010/main">
                <a:noFill/>
              </a14:hiddenFill>
            </a:ext>
          </a:extLst>
        </p:spPr>
        <p:txBody>
          <a:bodyPr lIns="73025" tIns="36512" rIns="73025" bIns="36512"/>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641" name="Line 1529"/>
          <p:cNvSpPr>
            <a:spLocks noChangeShapeType="1"/>
          </p:cNvSpPr>
          <p:nvPr/>
        </p:nvSpPr>
        <p:spPr bwMode="auto">
          <a:xfrm flipV="1">
            <a:off x="6515100" y="4989513"/>
            <a:ext cx="1955800" cy="0"/>
          </a:xfrm>
          <a:prstGeom prst="line">
            <a:avLst/>
          </a:prstGeom>
          <a:noFill/>
          <a:ln w="28575">
            <a:solidFill>
              <a:schemeClr val="accent2"/>
            </a:solidFill>
            <a:round/>
            <a:headEnd type="none" w="sm" len="sm"/>
            <a:tailEnd type="triangle" w="med" len="med"/>
          </a:ln>
          <a:extLst>
            <a:ext uri="{909E8E84-426E-40DD-AFC4-6F175D3DCCD1}">
              <a14:hiddenFill xmlns:a14="http://schemas.microsoft.com/office/drawing/2010/main">
                <a:noFill/>
              </a14:hiddenFill>
            </a:ext>
          </a:extLst>
        </p:spPr>
        <p:txBody>
          <a:bodyPr lIns="73025" tIns="36512" rIns="73025" bIns="36512"/>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3642" name="Line 1537"/>
          <p:cNvSpPr>
            <a:spLocks noChangeShapeType="1"/>
          </p:cNvSpPr>
          <p:nvPr/>
        </p:nvSpPr>
        <p:spPr bwMode="auto">
          <a:xfrm flipV="1">
            <a:off x="6659563" y="4768851"/>
            <a:ext cx="1828800" cy="0"/>
          </a:xfrm>
          <a:prstGeom prst="line">
            <a:avLst/>
          </a:prstGeom>
          <a:noFill/>
          <a:ln w="28575">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lIns="82124" tIns="41061" rIns="82124" bIns="41061"/>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pic>
        <p:nvPicPr>
          <p:cNvPr id="23643" name="Picture 3049" descr="Cisco_ASA5500"/>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630988" y="3457577"/>
            <a:ext cx="284163"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644" name="Picture 3050" descr="Cisco_ASA5500"/>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535613" y="3313114"/>
            <a:ext cx="284163"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645" name="Picture 3048" descr="Cisco_ASA5500"/>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39051" y="2190750"/>
            <a:ext cx="411163" cy="539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646" name="Picture 3051" descr="IP_Phone"/>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886325" y="3516314"/>
            <a:ext cx="411163" cy="27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647" name="Picture 3052" descr="IP_Phone"/>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983288" y="3597277"/>
            <a:ext cx="411163" cy="271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648" name="Picture 3053" descr="IP_Phone"/>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407401" y="2597151"/>
            <a:ext cx="630239"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649" name="Freeform 3041"/>
          <p:cNvSpPr>
            <a:spLocks/>
          </p:cNvSpPr>
          <p:nvPr/>
        </p:nvSpPr>
        <p:spPr bwMode="auto">
          <a:xfrm flipH="1">
            <a:off x="4992689" y="2354263"/>
            <a:ext cx="2603500" cy="195263"/>
          </a:xfrm>
          <a:custGeom>
            <a:avLst/>
            <a:gdLst>
              <a:gd name="T0" fmla="*/ 2147483646 w 1640"/>
              <a:gd name="T1" fmla="*/ 2147483646 h 123"/>
              <a:gd name="T2" fmla="*/ 2147483646 w 1640"/>
              <a:gd name="T3" fmla="*/ 2147483646 h 123"/>
              <a:gd name="T4" fmla="*/ 2147483646 w 1640"/>
              <a:gd name="T5" fmla="*/ 2147483646 h 123"/>
              <a:gd name="T6" fmla="*/ 0 w 1640"/>
              <a:gd name="T7" fmla="*/ 2147483646 h 123"/>
              <a:gd name="T8" fmla="*/ 0 60000 65536"/>
              <a:gd name="T9" fmla="*/ 0 60000 65536"/>
              <a:gd name="T10" fmla="*/ 0 60000 65536"/>
              <a:gd name="T11" fmla="*/ 0 60000 65536"/>
              <a:gd name="T12" fmla="*/ 0 w 1640"/>
              <a:gd name="T13" fmla="*/ 0 h 123"/>
              <a:gd name="T14" fmla="*/ 1640 w 1640"/>
              <a:gd name="T15" fmla="*/ 123 h 123"/>
            </a:gdLst>
            <a:ahLst/>
            <a:cxnLst>
              <a:cxn ang="T8">
                <a:pos x="T0" y="T1"/>
              </a:cxn>
              <a:cxn ang="T9">
                <a:pos x="T2" y="T3"/>
              </a:cxn>
              <a:cxn ang="T10">
                <a:pos x="T4" y="T5"/>
              </a:cxn>
              <a:cxn ang="T11">
                <a:pos x="T6" y="T7"/>
              </a:cxn>
            </a:cxnLst>
            <a:rect l="T12" t="T13" r="T14" b="T15"/>
            <a:pathLst>
              <a:path w="1640" h="123">
                <a:moveTo>
                  <a:pt x="1640" y="123"/>
                </a:moveTo>
                <a:cubicBezTo>
                  <a:pt x="1395" y="80"/>
                  <a:pt x="1151" y="38"/>
                  <a:pt x="1016" y="19"/>
                </a:cubicBezTo>
                <a:cubicBezTo>
                  <a:pt x="881" y="0"/>
                  <a:pt x="1001" y="12"/>
                  <a:pt x="832" y="11"/>
                </a:cubicBezTo>
                <a:cubicBezTo>
                  <a:pt x="663" y="10"/>
                  <a:pt x="331" y="10"/>
                  <a:pt x="0" y="11"/>
                </a:cubicBezTo>
              </a:path>
            </a:pathLst>
          </a:custGeom>
          <a:noFill/>
          <a:ln w="28575">
            <a:solidFill>
              <a:schemeClr val="hlink"/>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lIns="73025" tIns="36512" rIns="73025" bIns="36512"/>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910075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16" y="20702"/>
            <a:ext cx="5483018" cy="591806"/>
          </a:xfrm>
          <a:prstGeom prst="rect">
            <a:avLst/>
          </a:prstGeom>
        </p:spPr>
        <p:txBody>
          <a:bodyPr vert="horz" wrap="square" lIns="0" tIns="17758" rIns="0" bIns="0" rtlCol="0">
            <a:spAutoFit/>
          </a:bodyPr>
          <a:lstStyle/>
          <a:p>
            <a:pPr marL="16913">
              <a:spcBef>
                <a:spcPts val="140"/>
              </a:spcBef>
            </a:pPr>
            <a:r>
              <a:rPr spc="-13" dirty="0">
                <a:solidFill>
                  <a:schemeClr val="tx1"/>
                </a:solidFill>
              </a:rPr>
              <a:t>Next</a:t>
            </a:r>
            <a:r>
              <a:rPr spc="-7" dirty="0">
                <a:solidFill>
                  <a:schemeClr val="tx1"/>
                </a:solidFill>
              </a:rPr>
              <a:t> </a:t>
            </a:r>
            <a:r>
              <a:rPr dirty="0">
                <a:solidFill>
                  <a:schemeClr val="tx1"/>
                </a:solidFill>
              </a:rPr>
              <a:t>Generation</a:t>
            </a:r>
            <a:r>
              <a:rPr spc="-27" dirty="0">
                <a:solidFill>
                  <a:schemeClr val="tx1"/>
                </a:solidFill>
              </a:rPr>
              <a:t> </a:t>
            </a:r>
            <a:r>
              <a:rPr spc="-7" dirty="0">
                <a:solidFill>
                  <a:schemeClr val="tx1"/>
                </a:solidFill>
              </a:rPr>
              <a:t>Firewalls</a:t>
            </a:r>
          </a:p>
        </p:txBody>
      </p:sp>
      <p:sp>
        <p:nvSpPr>
          <p:cNvPr id="3" name="object 3"/>
          <p:cNvSpPr/>
          <p:nvPr/>
        </p:nvSpPr>
        <p:spPr>
          <a:xfrm>
            <a:off x="11451497" y="6652039"/>
            <a:ext cx="107394" cy="72724"/>
          </a:xfrm>
          <a:custGeom>
            <a:avLst/>
            <a:gdLst/>
            <a:ahLst/>
            <a:cxnLst/>
            <a:rect l="l" t="t" r="r" b="b"/>
            <a:pathLst>
              <a:path w="80645" h="54610">
                <a:moveTo>
                  <a:pt x="30352" y="41489"/>
                </a:moveTo>
                <a:lnTo>
                  <a:pt x="23622" y="41489"/>
                </a:lnTo>
                <a:lnTo>
                  <a:pt x="23622" y="54550"/>
                </a:lnTo>
                <a:lnTo>
                  <a:pt x="30352" y="54550"/>
                </a:lnTo>
                <a:lnTo>
                  <a:pt x="30352" y="41489"/>
                </a:lnTo>
                <a:close/>
              </a:path>
              <a:path w="80645" h="54610">
                <a:moveTo>
                  <a:pt x="30352" y="0"/>
                </a:moveTo>
                <a:lnTo>
                  <a:pt x="24892" y="0"/>
                </a:lnTo>
                <a:lnTo>
                  <a:pt x="0" y="35350"/>
                </a:lnTo>
                <a:lnTo>
                  <a:pt x="0" y="41489"/>
                </a:lnTo>
                <a:lnTo>
                  <a:pt x="37719" y="41489"/>
                </a:lnTo>
                <a:lnTo>
                  <a:pt x="37719" y="35350"/>
                </a:lnTo>
                <a:lnTo>
                  <a:pt x="6603" y="35350"/>
                </a:lnTo>
                <a:lnTo>
                  <a:pt x="23622" y="10756"/>
                </a:lnTo>
                <a:lnTo>
                  <a:pt x="30352" y="10756"/>
                </a:lnTo>
                <a:lnTo>
                  <a:pt x="30352" y="0"/>
                </a:lnTo>
                <a:close/>
              </a:path>
              <a:path w="80645" h="54610">
                <a:moveTo>
                  <a:pt x="30352" y="10756"/>
                </a:moveTo>
                <a:lnTo>
                  <a:pt x="23622" y="10756"/>
                </a:lnTo>
                <a:lnTo>
                  <a:pt x="23622" y="35350"/>
                </a:lnTo>
                <a:lnTo>
                  <a:pt x="30352" y="35350"/>
                </a:lnTo>
                <a:lnTo>
                  <a:pt x="30352" y="10756"/>
                </a:lnTo>
                <a:close/>
              </a:path>
              <a:path w="80645" h="54610">
                <a:moveTo>
                  <a:pt x="80645" y="711"/>
                </a:moveTo>
                <a:lnTo>
                  <a:pt x="45339" y="711"/>
                </a:lnTo>
                <a:lnTo>
                  <a:pt x="45339" y="7150"/>
                </a:lnTo>
                <a:lnTo>
                  <a:pt x="72009" y="7150"/>
                </a:lnTo>
                <a:lnTo>
                  <a:pt x="68579" y="11023"/>
                </a:lnTo>
                <a:lnTo>
                  <a:pt x="65404" y="15773"/>
                </a:lnTo>
                <a:lnTo>
                  <a:pt x="59309" y="27059"/>
                </a:lnTo>
                <a:lnTo>
                  <a:pt x="57023" y="32919"/>
                </a:lnTo>
                <a:lnTo>
                  <a:pt x="55499" y="38996"/>
                </a:lnTo>
                <a:lnTo>
                  <a:pt x="53848" y="45074"/>
                </a:lnTo>
                <a:lnTo>
                  <a:pt x="52959" y="50258"/>
                </a:lnTo>
                <a:lnTo>
                  <a:pt x="52959" y="54550"/>
                </a:lnTo>
                <a:lnTo>
                  <a:pt x="59817" y="54550"/>
                </a:lnTo>
                <a:lnTo>
                  <a:pt x="60198" y="49117"/>
                </a:lnTo>
                <a:lnTo>
                  <a:pt x="61087" y="44119"/>
                </a:lnTo>
                <a:lnTo>
                  <a:pt x="80645" y="5918"/>
                </a:lnTo>
                <a:lnTo>
                  <a:pt x="80645" y="711"/>
                </a:lnTo>
                <a:close/>
              </a:path>
            </a:pathLst>
          </a:custGeom>
          <a:solidFill>
            <a:srgbClr val="000000">
              <a:alpha val="25097"/>
            </a:srgbClr>
          </a:solidFill>
        </p:spPr>
        <p:txBody>
          <a:bodyPr wrap="square" lIns="0" tIns="0" rIns="0" bIns="0" rtlCol="0"/>
          <a:lstStyle/>
          <a:p>
            <a:endParaRPr sz="2397">
              <a:solidFill>
                <a:prstClr val="black"/>
              </a:solidFill>
            </a:endParaRPr>
          </a:p>
        </p:txBody>
      </p:sp>
      <p:grpSp>
        <p:nvGrpSpPr>
          <p:cNvPr id="4" name="object 4"/>
          <p:cNvGrpSpPr/>
          <p:nvPr/>
        </p:nvGrpSpPr>
        <p:grpSpPr>
          <a:xfrm>
            <a:off x="246996" y="1400350"/>
            <a:ext cx="11755001" cy="4562980"/>
            <a:chOff x="179831" y="1051559"/>
            <a:chExt cx="8827135" cy="3426460"/>
          </a:xfrm>
        </p:grpSpPr>
        <p:pic>
          <p:nvPicPr>
            <p:cNvPr id="5" name="object 5"/>
            <p:cNvPicPr/>
            <p:nvPr/>
          </p:nvPicPr>
          <p:blipFill>
            <a:blip r:embed="rId2" cstate="print"/>
            <a:stretch>
              <a:fillRect/>
            </a:stretch>
          </p:blipFill>
          <p:spPr>
            <a:xfrm>
              <a:off x="179831" y="1051559"/>
              <a:ext cx="8827008" cy="3425952"/>
            </a:xfrm>
            <a:prstGeom prst="rect">
              <a:avLst/>
            </a:prstGeom>
          </p:spPr>
        </p:pic>
        <p:sp>
          <p:nvSpPr>
            <p:cNvPr id="6" name="object 6"/>
            <p:cNvSpPr/>
            <p:nvPr/>
          </p:nvSpPr>
          <p:spPr>
            <a:xfrm>
              <a:off x="7245096" y="2953511"/>
              <a:ext cx="1600200" cy="1430020"/>
            </a:xfrm>
            <a:custGeom>
              <a:avLst/>
              <a:gdLst/>
              <a:ahLst/>
              <a:cxnLst/>
              <a:rect l="l" t="t" r="r" b="b"/>
              <a:pathLst>
                <a:path w="1600200" h="1430020">
                  <a:moveTo>
                    <a:pt x="1600200" y="0"/>
                  </a:moveTo>
                  <a:lnTo>
                    <a:pt x="0" y="0"/>
                  </a:lnTo>
                  <a:lnTo>
                    <a:pt x="0" y="1429512"/>
                  </a:lnTo>
                  <a:lnTo>
                    <a:pt x="1600200" y="1429512"/>
                  </a:lnTo>
                  <a:lnTo>
                    <a:pt x="1600200" y="0"/>
                  </a:lnTo>
                  <a:close/>
                </a:path>
              </a:pathLst>
            </a:custGeom>
            <a:solidFill>
              <a:srgbClr val="FF0000">
                <a:alpha val="85096"/>
              </a:srgbClr>
            </a:solidFill>
          </p:spPr>
          <p:txBody>
            <a:bodyPr wrap="square" lIns="0" tIns="0" rIns="0" bIns="0" rtlCol="0"/>
            <a:lstStyle/>
            <a:p>
              <a:endParaRPr sz="2397">
                <a:solidFill>
                  <a:prstClr val="black"/>
                </a:solidFill>
              </a:endParaRPr>
            </a:p>
          </p:txBody>
        </p:sp>
      </p:grpSp>
      <p:sp>
        <p:nvSpPr>
          <p:cNvPr id="7" name="object 7"/>
          <p:cNvSpPr txBox="1"/>
          <p:nvPr/>
        </p:nvSpPr>
        <p:spPr>
          <a:xfrm>
            <a:off x="9723722" y="5148962"/>
            <a:ext cx="2006663" cy="262978"/>
          </a:xfrm>
          <a:prstGeom prst="rect">
            <a:avLst/>
          </a:prstGeom>
        </p:spPr>
        <p:txBody>
          <a:bodyPr vert="horz" wrap="square" lIns="0" tIns="16912" rIns="0" bIns="0" rtlCol="0">
            <a:spAutoFit/>
          </a:bodyPr>
          <a:lstStyle/>
          <a:p>
            <a:pPr marL="16913">
              <a:spcBef>
                <a:spcPts val="133"/>
              </a:spcBef>
            </a:pPr>
            <a:r>
              <a:rPr sz="1598" dirty="0">
                <a:solidFill>
                  <a:srgbClr val="FFFFFF"/>
                </a:solidFill>
                <a:latin typeface="Arial"/>
                <a:cs typeface="Arial"/>
              </a:rPr>
              <a:t>I</a:t>
            </a:r>
            <a:r>
              <a:rPr sz="1598" spc="7" dirty="0">
                <a:solidFill>
                  <a:srgbClr val="FFFFFF"/>
                </a:solidFill>
                <a:latin typeface="Arial"/>
                <a:cs typeface="Arial"/>
              </a:rPr>
              <a:t>d</a:t>
            </a:r>
            <a:r>
              <a:rPr sz="1598" spc="-7" dirty="0">
                <a:solidFill>
                  <a:srgbClr val="FFFFFF"/>
                </a:solidFill>
                <a:latin typeface="Arial"/>
                <a:cs typeface="Arial"/>
              </a:rPr>
              <a:t>en</a:t>
            </a:r>
            <a:r>
              <a:rPr sz="1598" dirty="0">
                <a:solidFill>
                  <a:srgbClr val="FFFFFF"/>
                </a:solidFill>
                <a:latin typeface="Arial"/>
                <a:cs typeface="Arial"/>
              </a:rPr>
              <a:t>t</a:t>
            </a:r>
            <a:r>
              <a:rPr sz="1598" spc="27" dirty="0">
                <a:solidFill>
                  <a:srgbClr val="FFFFFF"/>
                </a:solidFill>
                <a:latin typeface="Arial"/>
                <a:cs typeface="Arial"/>
              </a:rPr>
              <a:t>i</a:t>
            </a:r>
            <a:r>
              <a:rPr sz="1598" dirty="0">
                <a:solidFill>
                  <a:srgbClr val="FFFFFF"/>
                </a:solidFill>
                <a:latin typeface="Arial"/>
                <a:cs typeface="Arial"/>
              </a:rPr>
              <a:t>t</a:t>
            </a:r>
            <a:r>
              <a:rPr sz="1598" spc="7" dirty="0">
                <a:solidFill>
                  <a:srgbClr val="FFFFFF"/>
                </a:solidFill>
                <a:latin typeface="Arial"/>
                <a:cs typeface="Arial"/>
              </a:rPr>
              <a:t>y-</a:t>
            </a:r>
            <a:r>
              <a:rPr sz="1598" spc="-13" dirty="0">
                <a:solidFill>
                  <a:srgbClr val="FFFFFF"/>
                </a:solidFill>
                <a:latin typeface="Arial"/>
                <a:cs typeface="Arial"/>
              </a:rPr>
              <a:t>P</a:t>
            </a:r>
            <a:r>
              <a:rPr sz="1598" spc="-7" dirty="0">
                <a:solidFill>
                  <a:srgbClr val="FFFFFF"/>
                </a:solidFill>
                <a:latin typeface="Arial"/>
                <a:cs typeface="Arial"/>
              </a:rPr>
              <a:t>ol</a:t>
            </a:r>
            <a:r>
              <a:rPr sz="1598" spc="-13" dirty="0">
                <a:solidFill>
                  <a:srgbClr val="FFFFFF"/>
                </a:solidFill>
                <a:latin typeface="Arial"/>
                <a:cs typeface="Arial"/>
              </a:rPr>
              <a:t>i</a:t>
            </a:r>
            <a:r>
              <a:rPr sz="1598" dirty="0">
                <a:solidFill>
                  <a:srgbClr val="FFFFFF"/>
                </a:solidFill>
                <a:latin typeface="Arial"/>
                <a:cs typeface="Arial"/>
              </a:rPr>
              <a:t>cy</a:t>
            </a:r>
            <a:r>
              <a:rPr sz="1598" spc="-93" dirty="0">
                <a:solidFill>
                  <a:srgbClr val="FFFFFF"/>
                </a:solidFill>
                <a:latin typeface="Arial"/>
                <a:cs typeface="Arial"/>
              </a:rPr>
              <a:t> </a:t>
            </a:r>
            <a:r>
              <a:rPr sz="1598" spc="-7" dirty="0">
                <a:solidFill>
                  <a:srgbClr val="FFFFFF"/>
                </a:solidFill>
                <a:latin typeface="Arial"/>
                <a:cs typeface="Arial"/>
              </a:rPr>
              <a:t>Co</a:t>
            </a:r>
            <a:r>
              <a:rPr sz="1598" dirty="0">
                <a:solidFill>
                  <a:srgbClr val="FFFFFF"/>
                </a:solidFill>
                <a:latin typeface="Arial"/>
                <a:cs typeface="Arial"/>
              </a:rPr>
              <a:t>nt</a:t>
            </a:r>
            <a:r>
              <a:rPr sz="1598" spc="7" dirty="0">
                <a:solidFill>
                  <a:srgbClr val="FFFFFF"/>
                </a:solidFill>
                <a:latin typeface="Arial"/>
                <a:cs typeface="Arial"/>
              </a:rPr>
              <a:t>r</a:t>
            </a:r>
            <a:r>
              <a:rPr sz="1598" spc="-7" dirty="0">
                <a:solidFill>
                  <a:srgbClr val="FFFFFF"/>
                </a:solidFill>
                <a:latin typeface="Arial"/>
                <a:cs typeface="Arial"/>
              </a:rPr>
              <a:t>ol</a:t>
            </a:r>
            <a:endParaRPr sz="1598">
              <a:solidFill>
                <a:prstClr val="black"/>
              </a:solidFill>
              <a:latin typeface="Arial"/>
              <a:cs typeface="Arial"/>
            </a:endParaRPr>
          </a:p>
        </p:txBody>
      </p:sp>
      <p:grpSp>
        <p:nvGrpSpPr>
          <p:cNvPr id="8" name="object 8"/>
          <p:cNvGrpSpPr/>
          <p:nvPr/>
        </p:nvGrpSpPr>
        <p:grpSpPr>
          <a:xfrm>
            <a:off x="3965031" y="1964549"/>
            <a:ext cx="7822010" cy="3788390"/>
            <a:chOff x="2971800" y="1475231"/>
            <a:chExt cx="5873750" cy="2844800"/>
          </a:xfrm>
        </p:grpSpPr>
        <p:pic>
          <p:nvPicPr>
            <p:cNvPr id="9" name="object 9"/>
            <p:cNvPicPr/>
            <p:nvPr/>
          </p:nvPicPr>
          <p:blipFill>
            <a:blip r:embed="rId3" cstate="print"/>
            <a:stretch>
              <a:fillRect/>
            </a:stretch>
          </p:blipFill>
          <p:spPr>
            <a:xfrm>
              <a:off x="7936991" y="2987039"/>
              <a:ext cx="275894" cy="251460"/>
            </a:xfrm>
            <a:prstGeom prst="rect">
              <a:avLst/>
            </a:prstGeom>
          </p:spPr>
        </p:pic>
        <p:sp>
          <p:nvSpPr>
            <p:cNvPr id="10" name="object 10"/>
            <p:cNvSpPr/>
            <p:nvPr/>
          </p:nvSpPr>
          <p:spPr>
            <a:xfrm>
              <a:off x="8055864" y="3105911"/>
              <a:ext cx="40640" cy="19050"/>
            </a:xfrm>
            <a:custGeom>
              <a:avLst/>
              <a:gdLst/>
              <a:ahLst/>
              <a:cxnLst/>
              <a:rect l="l" t="t" r="r" b="b"/>
              <a:pathLst>
                <a:path w="40640" h="19050">
                  <a:moveTo>
                    <a:pt x="35813" y="0"/>
                  </a:moveTo>
                  <a:lnTo>
                    <a:pt x="16509" y="0"/>
                  </a:lnTo>
                  <a:lnTo>
                    <a:pt x="11049" y="5461"/>
                  </a:lnTo>
                  <a:lnTo>
                    <a:pt x="0" y="2793"/>
                  </a:lnTo>
                  <a:lnTo>
                    <a:pt x="0" y="10922"/>
                  </a:lnTo>
                  <a:lnTo>
                    <a:pt x="11007" y="18502"/>
                  </a:lnTo>
                  <a:lnTo>
                    <a:pt x="28241" y="17843"/>
                  </a:lnTo>
                  <a:lnTo>
                    <a:pt x="40308" y="10993"/>
                  </a:lnTo>
                  <a:lnTo>
                    <a:pt x="35813" y="0"/>
                  </a:lnTo>
                  <a:close/>
                </a:path>
              </a:pathLst>
            </a:custGeom>
            <a:solidFill>
              <a:srgbClr val="676767"/>
            </a:solidFill>
          </p:spPr>
          <p:txBody>
            <a:bodyPr wrap="square" lIns="0" tIns="0" rIns="0" bIns="0" rtlCol="0"/>
            <a:lstStyle/>
            <a:p>
              <a:endParaRPr sz="2397">
                <a:solidFill>
                  <a:prstClr val="black"/>
                </a:solidFill>
              </a:endParaRPr>
            </a:p>
          </p:txBody>
        </p:sp>
        <p:pic>
          <p:nvPicPr>
            <p:cNvPr id="11" name="object 11"/>
            <p:cNvPicPr/>
            <p:nvPr/>
          </p:nvPicPr>
          <p:blipFill>
            <a:blip r:embed="rId4" cstate="print"/>
            <a:stretch>
              <a:fillRect/>
            </a:stretch>
          </p:blipFill>
          <p:spPr>
            <a:xfrm>
              <a:off x="7854696" y="2996222"/>
              <a:ext cx="501370" cy="318477"/>
            </a:xfrm>
            <a:prstGeom prst="rect">
              <a:avLst/>
            </a:prstGeom>
          </p:spPr>
        </p:pic>
        <p:sp>
          <p:nvSpPr>
            <p:cNvPr id="12" name="object 12"/>
            <p:cNvSpPr/>
            <p:nvPr/>
          </p:nvSpPr>
          <p:spPr>
            <a:xfrm>
              <a:off x="7973567" y="3115577"/>
              <a:ext cx="268605" cy="85090"/>
            </a:xfrm>
            <a:custGeom>
              <a:avLst/>
              <a:gdLst/>
              <a:ahLst/>
              <a:cxnLst/>
              <a:rect l="l" t="t" r="r" b="b"/>
              <a:pathLst>
                <a:path w="268604" h="85089">
                  <a:moveTo>
                    <a:pt x="170052" y="0"/>
                  </a:moveTo>
                  <a:lnTo>
                    <a:pt x="151002" y="224"/>
                  </a:lnTo>
                  <a:lnTo>
                    <a:pt x="128904" y="8330"/>
                  </a:lnTo>
                  <a:lnTo>
                    <a:pt x="108330" y="14591"/>
                  </a:lnTo>
                  <a:lnTo>
                    <a:pt x="75402" y="15914"/>
                  </a:lnTo>
                  <a:lnTo>
                    <a:pt x="41973" y="16416"/>
                  </a:lnTo>
                  <a:lnTo>
                    <a:pt x="14640" y="23752"/>
                  </a:lnTo>
                  <a:lnTo>
                    <a:pt x="0" y="45579"/>
                  </a:lnTo>
                  <a:lnTo>
                    <a:pt x="14253" y="48920"/>
                  </a:lnTo>
                  <a:lnTo>
                    <a:pt x="28781" y="45166"/>
                  </a:lnTo>
                  <a:lnTo>
                    <a:pt x="43809" y="38792"/>
                  </a:lnTo>
                  <a:lnTo>
                    <a:pt x="59562" y="34276"/>
                  </a:lnTo>
                  <a:lnTo>
                    <a:pt x="69318" y="35585"/>
                  </a:lnTo>
                  <a:lnTo>
                    <a:pt x="87780" y="41348"/>
                  </a:lnTo>
                  <a:lnTo>
                    <a:pt x="97535" y="42658"/>
                  </a:lnTo>
                  <a:lnTo>
                    <a:pt x="129383" y="45700"/>
                  </a:lnTo>
                  <a:lnTo>
                    <a:pt x="157146" y="47658"/>
                  </a:lnTo>
                  <a:lnTo>
                    <a:pt x="182885" y="50641"/>
                  </a:lnTo>
                  <a:lnTo>
                    <a:pt x="208660" y="56755"/>
                  </a:lnTo>
                  <a:lnTo>
                    <a:pt x="224022" y="63890"/>
                  </a:lnTo>
                  <a:lnTo>
                    <a:pt x="238394" y="71836"/>
                  </a:lnTo>
                  <a:lnTo>
                    <a:pt x="252791" y="79257"/>
                  </a:lnTo>
                  <a:lnTo>
                    <a:pt x="268224" y="84822"/>
                  </a:lnTo>
                  <a:lnTo>
                    <a:pt x="262139" y="67589"/>
                  </a:lnTo>
                  <a:lnTo>
                    <a:pt x="249935" y="56405"/>
                  </a:lnTo>
                  <a:lnTo>
                    <a:pt x="234684" y="48889"/>
                  </a:lnTo>
                  <a:lnTo>
                    <a:pt x="219455" y="42658"/>
                  </a:lnTo>
                  <a:lnTo>
                    <a:pt x="200834" y="36022"/>
                  </a:lnTo>
                  <a:lnTo>
                    <a:pt x="164592" y="26941"/>
                  </a:lnTo>
                  <a:lnTo>
                    <a:pt x="148971" y="20306"/>
                  </a:lnTo>
                  <a:lnTo>
                    <a:pt x="156765" y="16259"/>
                  </a:lnTo>
                  <a:lnTo>
                    <a:pt x="164274" y="15654"/>
                  </a:lnTo>
                  <a:lnTo>
                    <a:pt x="172259" y="16644"/>
                  </a:lnTo>
                  <a:lnTo>
                    <a:pt x="181482" y="17385"/>
                  </a:lnTo>
                  <a:lnTo>
                    <a:pt x="170052" y="0"/>
                  </a:lnTo>
                  <a:close/>
                </a:path>
              </a:pathLst>
            </a:custGeom>
            <a:solidFill>
              <a:srgbClr val="676767"/>
            </a:solidFill>
          </p:spPr>
          <p:txBody>
            <a:bodyPr wrap="square" lIns="0" tIns="0" rIns="0" bIns="0" rtlCol="0"/>
            <a:lstStyle/>
            <a:p>
              <a:endParaRPr sz="2397">
                <a:solidFill>
                  <a:prstClr val="black"/>
                </a:solidFill>
              </a:endParaRPr>
            </a:p>
          </p:txBody>
        </p:sp>
        <p:pic>
          <p:nvPicPr>
            <p:cNvPr id="13" name="object 13"/>
            <p:cNvPicPr/>
            <p:nvPr/>
          </p:nvPicPr>
          <p:blipFill>
            <a:blip r:embed="rId5" cstate="print"/>
            <a:stretch>
              <a:fillRect/>
            </a:stretch>
          </p:blipFill>
          <p:spPr>
            <a:xfrm>
              <a:off x="8049767" y="3008325"/>
              <a:ext cx="269748" cy="257606"/>
            </a:xfrm>
            <a:prstGeom prst="rect">
              <a:avLst/>
            </a:prstGeom>
          </p:spPr>
        </p:pic>
        <p:sp>
          <p:nvSpPr>
            <p:cNvPr id="14" name="object 14"/>
            <p:cNvSpPr/>
            <p:nvPr/>
          </p:nvSpPr>
          <p:spPr>
            <a:xfrm>
              <a:off x="8168640" y="3128918"/>
              <a:ext cx="37465" cy="23495"/>
            </a:xfrm>
            <a:custGeom>
              <a:avLst/>
              <a:gdLst/>
              <a:ahLst/>
              <a:cxnLst/>
              <a:rect l="l" t="t" r="r" b="b"/>
              <a:pathLst>
                <a:path w="37465" h="23494">
                  <a:moveTo>
                    <a:pt x="7274" y="0"/>
                  </a:moveTo>
                  <a:lnTo>
                    <a:pt x="0" y="8870"/>
                  </a:lnTo>
                  <a:lnTo>
                    <a:pt x="7239" y="15055"/>
                  </a:lnTo>
                  <a:lnTo>
                    <a:pt x="16478" y="20157"/>
                  </a:lnTo>
                  <a:lnTo>
                    <a:pt x="26717" y="23139"/>
                  </a:lnTo>
                  <a:lnTo>
                    <a:pt x="36956" y="22967"/>
                  </a:lnTo>
                  <a:lnTo>
                    <a:pt x="32682" y="9691"/>
                  </a:lnTo>
                  <a:lnTo>
                    <a:pt x="20478" y="1154"/>
                  </a:lnTo>
                  <a:lnTo>
                    <a:pt x="7274" y="0"/>
                  </a:lnTo>
                  <a:close/>
                </a:path>
              </a:pathLst>
            </a:custGeom>
            <a:solidFill>
              <a:srgbClr val="676767"/>
            </a:solidFill>
          </p:spPr>
          <p:txBody>
            <a:bodyPr wrap="square" lIns="0" tIns="0" rIns="0" bIns="0" rtlCol="0"/>
            <a:lstStyle/>
            <a:p>
              <a:endParaRPr sz="2397">
                <a:solidFill>
                  <a:prstClr val="black"/>
                </a:solidFill>
              </a:endParaRPr>
            </a:p>
          </p:txBody>
        </p:sp>
        <p:pic>
          <p:nvPicPr>
            <p:cNvPr id="15" name="object 15"/>
            <p:cNvPicPr/>
            <p:nvPr/>
          </p:nvPicPr>
          <p:blipFill>
            <a:blip r:embed="rId6" cstate="print"/>
            <a:stretch>
              <a:fillRect/>
            </a:stretch>
          </p:blipFill>
          <p:spPr>
            <a:xfrm>
              <a:off x="7766303" y="3044951"/>
              <a:ext cx="672083" cy="443484"/>
            </a:xfrm>
            <a:prstGeom prst="rect">
              <a:avLst/>
            </a:prstGeom>
          </p:spPr>
        </p:pic>
        <p:sp>
          <p:nvSpPr>
            <p:cNvPr id="16" name="object 16"/>
            <p:cNvSpPr/>
            <p:nvPr/>
          </p:nvSpPr>
          <p:spPr>
            <a:xfrm>
              <a:off x="7887842" y="3164331"/>
              <a:ext cx="433705" cy="210185"/>
            </a:xfrm>
            <a:custGeom>
              <a:avLst/>
              <a:gdLst/>
              <a:ahLst/>
              <a:cxnLst/>
              <a:rect l="l" t="t" r="r" b="b"/>
              <a:pathLst>
                <a:path w="433704" h="210185">
                  <a:moveTo>
                    <a:pt x="150844" y="0"/>
                  </a:moveTo>
                  <a:lnTo>
                    <a:pt x="100697" y="19367"/>
                  </a:lnTo>
                  <a:lnTo>
                    <a:pt x="63283" y="47815"/>
                  </a:lnTo>
                  <a:lnTo>
                    <a:pt x="46100" y="59943"/>
                  </a:lnTo>
                  <a:lnTo>
                    <a:pt x="31664" y="67649"/>
                  </a:lnTo>
                  <a:lnTo>
                    <a:pt x="15954" y="75580"/>
                  </a:lnTo>
                  <a:lnTo>
                    <a:pt x="3792" y="86107"/>
                  </a:lnTo>
                  <a:lnTo>
                    <a:pt x="0" y="101599"/>
                  </a:lnTo>
                  <a:lnTo>
                    <a:pt x="34841" y="91287"/>
                  </a:lnTo>
                  <a:lnTo>
                    <a:pt x="65087" y="69008"/>
                  </a:lnTo>
                  <a:lnTo>
                    <a:pt x="95333" y="47753"/>
                  </a:lnTo>
                  <a:lnTo>
                    <a:pt x="130175" y="40512"/>
                  </a:lnTo>
                  <a:lnTo>
                    <a:pt x="141908" y="42302"/>
                  </a:lnTo>
                  <a:lnTo>
                    <a:pt x="152892" y="46450"/>
                  </a:lnTo>
                  <a:lnTo>
                    <a:pt x="163375" y="51121"/>
                  </a:lnTo>
                  <a:lnTo>
                    <a:pt x="173608" y="54482"/>
                  </a:lnTo>
                  <a:lnTo>
                    <a:pt x="187386" y="55215"/>
                  </a:lnTo>
                  <a:lnTo>
                    <a:pt x="213989" y="53679"/>
                  </a:lnTo>
                  <a:lnTo>
                    <a:pt x="227837" y="54482"/>
                  </a:lnTo>
                  <a:lnTo>
                    <a:pt x="262139" y="60674"/>
                  </a:lnTo>
                  <a:lnTo>
                    <a:pt x="292893" y="73151"/>
                  </a:lnTo>
                  <a:lnTo>
                    <a:pt x="321599" y="88772"/>
                  </a:lnTo>
                  <a:lnTo>
                    <a:pt x="349757" y="104393"/>
                  </a:lnTo>
                  <a:lnTo>
                    <a:pt x="336500" y="75574"/>
                  </a:lnTo>
                  <a:lnTo>
                    <a:pt x="308467" y="55102"/>
                  </a:lnTo>
                  <a:lnTo>
                    <a:pt x="271266" y="41939"/>
                  </a:lnTo>
                  <a:lnTo>
                    <a:pt x="230504" y="35051"/>
                  </a:lnTo>
                  <a:lnTo>
                    <a:pt x="203586" y="35516"/>
                  </a:lnTo>
                  <a:lnTo>
                    <a:pt x="177657" y="34670"/>
                  </a:lnTo>
                  <a:lnTo>
                    <a:pt x="155799" y="29158"/>
                  </a:lnTo>
                  <a:lnTo>
                    <a:pt x="141097" y="15620"/>
                  </a:lnTo>
                  <a:lnTo>
                    <a:pt x="164296" y="20437"/>
                  </a:lnTo>
                  <a:lnTo>
                    <a:pt x="186483" y="23193"/>
                  </a:lnTo>
                  <a:lnTo>
                    <a:pt x="235965" y="26669"/>
                  </a:lnTo>
                  <a:lnTo>
                    <a:pt x="310514" y="45434"/>
                  </a:lnTo>
                  <a:lnTo>
                    <a:pt x="360679" y="84962"/>
                  </a:lnTo>
                  <a:lnTo>
                    <a:pt x="364876" y="109930"/>
                  </a:lnTo>
                  <a:lnTo>
                    <a:pt x="366140" y="118236"/>
                  </a:lnTo>
                  <a:lnTo>
                    <a:pt x="372369" y="128639"/>
                  </a:lnTo>
                  <a:lnTo>
                    <a:pt x="381682" y="139064"/>
                  </a:lnTo>
                  <a:lnTo>
                    <a:pt x="392019" y="149490"/>
                  </a:lnTo>
                  <a:lnTo>
                    <a:pt x="401320" y="159892"/>
                  </a:lnTo>
                  <a:lnTo>
                    <a:pt x="415194" y="186943"/>
                  </a:lnTo>
                  <a:lnTo>
                    <a:pt x="422286" y="198897"/>
                  </a:lnTo>
                  <a:lnTo>
                    <a:pt x="431164" y="209803"/>
                  </a:lnTo>
                  <a:lnTo>
                    <a:pt x="433486" y="187533"/>
                  </a:lnTo>
                  <a:lnTo>
                    <a:pt x="420842" y="148135"/>
                  </a:lnTo>
                  <a:lnTo>
                    <a:pt x="396589" y="119633"/>
                  </a:lnTo>
                  <a:lnTo>
                    <a:pt x="391159" y="114184"/>
                  </a:lnTo>
                  <a:lnTo>
                    <a:pt x="387730" y="107187"/>
                  </a:lnTo>
                  <a:lnTo>
                    <a:pt x="384937" y="96775"/>
                  </a:lnTo>
                  <a:lnTo>
                    <a:pt x="383381" y="86661"/>
                  </a:lnTo>
                  <a:lnTo>
                    <a:pt x="381301" y="77094"/>
                  </a:lnTo>
                  <a:lnTo>
                    <a:pt x="352688" y="46315"/>
                  </a:lnTo>
                  <a:lnTo>
                    <a:pt x="317261" y="27400"/>
                  </a:lnTo>
                  <a:lnTo>
                    <a:pt x="277762" y="13676"/>
                  </a:lnTo>
                  <a:lnTo>
                    <a:pt x="241300" y="7238"/>
                  </a:lnTo>
                  <a:lnTo>
                    <a:pt x="227105" y="7631"/>
                  </a:lnTo>
                  <a:lnTo>
                    <a:pt x="212899" y="8286"/>
                  </a:lnTo>
                  <a:lnTo>
                    <a:pt x="198669" y="8417"/>
                  </a:lnTo>
                  <a:lnTo>
                    <a:pt x="184403" y="7238"/>
                  </a:lnTo>
                  <a:lnTo>
                    <a:pt x="167743" y="2988"/>
                  </a:lnTo>
                  <a:lnTo>
                    <a:pt x="150844" y="0"/>
                  </a:lnTo>
                  <a:close/>
                </a:path>
              </a:pathLst>
            </a:custGeom>
            <a:solidFill>
              <a:srgbClr val="676767"/>
            </a:solidFill>
          </p:spPr>
          <p:txBody>
            <a:bodyPr wrap="square" lIns="0" tIns="0" rIns="0" bIns="0" rtlCol="0"/>
            <a:lstStyle/>
            <a:p>
              <a:endParaRPr sz="2397">
                <a:solidFill>
                  <a:prstClr val="black"/>
                </a:solidFill>
              </a:endParaRPr>
            </a:p>
          </p:txBody>
        </p:sp>
        <p:pic>
          <p:nvPicPr>
            <p:cNvPr id="17" name="object 17"/>
            <p:cNvPicPr/>
            <p:nvPr/>
          </p:nvPicPr>
          <p:blipFill>
            <a:blip r:embed="rId7" cstate="print"/>
            <a:stretch>
              <a:fillRect/>
            </a:stretch>
          </p:blipFill>
          <p:spPr>
            <a:xfrm>
              <a:off x="7802879" y="3054095"/>
              <a:ext cx="281889" cy="269748"/>
            </a:xfrm>
            <a:prstGeom prst="rect">
              <a:avLst/>
            </a:prstGeom>
          </p:spPr>
        </p:pic>
        <p:sp>
          <p:nvSpPr>
            <p:cNvPr id="18" name="object 18"/>
            <p:cNvSpPr/>
            <p:nvPr/>
          </p:nvSpPr>
          <p:spPr>
            <a:xfrm>
              <a:off x="7921752" y="3175253"/>
              <a:ext cx="48895" cy="34290"/>
            </a:xfrm>
            <a:custGeom>
              <a:avLst/>
              <a:gdLst/>
              <a:ahLst/>
              <a:cxnLst/>
              <a:rect l="l" t="t" r="r" b="b"/>
              <a:pathLst>
                <a:path w="48895" h="34289">
                  <a:moveTo>
                    <a:pt x="48768" y="0"/>
                  </a:moveTo>
                  <a:lnTo>
                    <a:pt x="31039" y="142"/>
                  </a:lnTo>
                  <a:lnTo>
                    <a:pt x="16668" y="7238"/>
                  </a:lnTo>
                  <a:lnTo>
                    <a:pt x="6155" y="19288"/>
                  </a:lnTo>
                  <a:lnTo>
                    <a:pt x="0" y="34289"/>
                  </a:lnTo>
                  <a:lnTo>
                    <a:pt x="14085" y="30771"/>
                  </a:lnTo>
                  <a:lnTo>
                    <a:pt x="28194" y="24050"/>
                  </a:lnTo>
                  <a:lnTo>
                    <a:pt x="40397" y="13876"/>
                  </a:lnTo>
                  <a:lnTo>
                    <a:pt x="48768" y="0"/>
                  </a:lnTo>
                  <a:close/>
                </a:path>
              </a:pathLst>
            </a:custGeom>
            <a:solidFill>
              <a:srgbClr val="676767"/>
            </a:solidFill>
          </p:spPr>
          <p:txBody>
            <a:bodyPr wrap="square" lIns="0" tIns="0" rIns="0" bIns="0" rtlCol="0"/>
            <a:lstStyle/>
            <a:p>
              <a:endParaRPr sz="2397">
                <a:solidFill>
                  <a:prstClr val="black"/>
                </a:solidFill>
              </a:endParaRPr>
            </a:p>
          </p:txBody>
        </p:sp>
        <p:pic>
          <p:nvPicPr>
            <p:cNvPr id="19" name="object 19"/>
            <p:cNvPicPr/>
            <p:nvPr/>
          </p:nvPicPr>
          <p:blipFill>
            <a:blip r:embed="rId8" cstate="print"/>
            <a:stretch>
              <a:fillRect/>
            </a:stretch>
          </p:blipFill>
          <p:spPr>
            <a:xfrm>
              <a:off x="7726679" y="3099879"/>
              <a:ext cx="419163" cy="400875"/>
            </a:xfrm>
            <a:prstGeom prst="rect">
              <a:avLst/>
            </a:prstGeom>
          </p:spPr>
        </p:pic>
        <p:sp>
          <p:nvSpPr>
            <p:cNvPr id="20" name="object 20"/>
            <p:cNvSpPr/>
            <p:nvPr/>
          </p:nvSpPr>
          <p:spPr>
            <a:xfrm>
              <a:off x="7847965" y="3218578"/>
              <a:ext cx="183515" cy="168275"/>
            </a:xfrm>
            <a:custGeom>
              <a:avLst/>
              <a:gdLst/>
              <a:ahLst/>
              <a:cxnLst/>
              <a:rect l="l" t="t" r="r" b="b"/>
              <a:pathLst>
                <a:path w="183515" h="168275">
                  <a:moveTo>
                    <a:pt x="163139" y="0"/>
                  </a:moveTo>
                  <a:lnTo>
                    <a:pt x="113291" y="22038"/>
                  </a:lnTo>
                  <a:lnTo>
                    <a:pt x="78450" y="70026"/>
                  </a:lnTo>
                  <a:lnTo>
                    <a:pt x="72770" y="79230"/>
                  </a:lnTo>
                  <a:lnTo>
                    <a:pt x="65436" y="85004"/>
                  </a:lnTo>
                  <a:lnTo>
                    <a:pt x="56292" y="90279"/>
                  </a:lnTo>
                  <a:lnTo>
                    <a:pt x="46624" y="95553"/>
                  </a:lnTo>
                  <a:lnTo>
                    <a:pt x="37718" y="101328"/>
                  </a:lnTo>
                  <a:lnTo>
                    <a:pt x="23074" y="116010"/>
                  </a:lnTo>
                  <a:lnTo>
                    <a:pt x="9715" y="131443"/>
                  </a:lnTo>
                  <a:lnTo>
                    <a:pt x="928" y="148423"/>
                  </a:lnTo>
                  <a:lnTo>
                    <a:pt x="0" y="167749"/>
                  </a:lnTo>
                  <a:lnTo>
                    <a:pt x="12346" y="159680"/>
                  </a:lnTo>
                  <a:lnTo>
                    <a:pt x="22193" y="148730"/>
                  </a:lnTo>
                  <a:lnTo>
                    <a:pt x="40385" y="123426"/>
                  </a:lnTo>
                  <a:lnTo>
                    <a:pt x="52951" y="113970"/>
                  </a:lnTo>
                  <a:lnTo>
                    <a:pt x="89026" y="87485"/>
                  </a:lnTo>
                  <a:lnTo>
                    <a:pt x="94805" y="73689"/>
                  </a:lnTo>
                  <a:lnTo>
                    <a:pt x="97778" y="66500"/>
                  </a:lnTo>
                  <a:lnTo>
                    <a:pt x="102488" y="59799"/>
                  </a:lnTo>
                  <a:lnTo>
                    <a:pt x="118953" y="42255"/>
                  </a:lnTo>
                  <a:lnTo>
                    <a:pt x="138953" y="29081"/>
                  </a:lnTo>
                  <a:lnTo>
                    <a:pt x="160978" y="17454"/>
                  </a:lnTo>
                  <a:lnTo>
                    <a:pt x="183514" y="4554"/>
                  </a:lnTo>
                  <a:lnTo>
                    <a:pt x="163139" y="0"/>
                  </a:lnTo>
                  <a:close/>
                </a:path>
              </a:pathLst>
            </a:custGeom>
            <a:solidFill>
              <a:srgbClr val="676767"/>
            </a:solidFill>
          </p:spPr>
          <p:txBody>
            <a:bodyPr wrap="square" lIns="0" tIns="0" rIns="0" bIns="0" rtlCol="0"/>
            <a:lstStyle/>
            <a:p>
              <a:endParaRPr sz="2397">
                <a:solidFill>
                  <a:prstClr val="black"/>
                </a:solidFill>
              </a:endParaRPr>
            </a:p>
          </p:txBody>
        </p:sp>
        <p:pic>
          <p:nvPicPr>
            <p:cNvPr id="21" name="object 21"/>
            <p:cNvPicPr/>
            <p:nvPr/>
          </p:nvPicPr>
          <p:blipFill>
            <a:blip r:embed="rId9" cstate="print"/>
            <a:stretch>
              <a:fillRect/>
            </a:stretch>
          </p:blipFill>
          <p:spPr>
            <a:xfrm>
              <a:off x="7833359" y="3105937"/>
              <a:ext cx="632485" cy="629386"/>
            </a:xfrm>
            <a:prstGeom prst="rect">
              <a:avLst/>
            </a:prstGeom>
          </p:spPr>
        </p:pic>
        <p:sp>
          <p:nvSpPr>
            <p:cNvPr id="22" name="object 22"/>
            <p:cNvSpPr/>
            <p:nvPr/>
          </p:nvSpPr>
          <p:spPr>
            <a:xfrm>
              <a:off x="7955279" y="3226726"/>
              <a:ext cx="393700" cy="391795"/>
            </a:xfrm>
            <a:custGeom>
              <a:avLst/>
              <a:gdLst/>
              <a:ahLst/>
              <a:cxnLst/>
              <a:rect l="l" t="t" r="r" b="b"/>
              <a:pathLst>
                <a:path w="393700" h="391795">
                  <a:moveTo>
                    <a:pt x="146270" y="0"/>
                  </a:moveTo>
                  <a:lnTo>
                    <a:pt x="82305" y="7997"/>
                  </a:lnTo>
                  <a:lnTo>
                    <a:pt x="37468" y="26610"/>
                  </a:lnTo>
                  <a:lnTo>
                    <a:pt x="8806" y="52649"/>
                  </a:lnTo>
                  <a:lnTo>
                    <a:pt x="0" y="69812"/>
                  </a:lnTo>
                  <a:lnTo>
                    <a:pt x="15527" y="67782"/>
                  </a:lnTo>
                  <a:lnTo>
                    <a:pt x="27257" y="59763"/>
                  </a:lnTo>
                  <a:lnTo>
                    <a:pt x="37486" y="49148"/>
                  </a:lnTo>
                  <a:lnTo>
                    <a:pt x="48514" y="39332"/>
                  </a:lnTo>
                  <a:lnTo>
                    <a:pt x="98963" y="22130"/>
                  </a:lnTo>
                  <a:lnTo>
                    <a:pt x="150967" y="21412"/>
                  </a:lnTo>
                  <a:lnTo>
                    <a:pt x="200898" y="33727"/>
                  </a:lnTo>
                  <a:lnTo>
                    <a:pt x="245130" y="55624"/>
                  </a:lnTo>
                  <a:lnTo>
                    <a:pt x="280035" y="83655"/>
                  </a:lnTo>
                  <a:lnTo>
                    <a:pt x="303808" y="113461"/>
                  </a:lnTo>
                  <a:lnTo>
                    <a:pt x="327971" y="151266"/>
                  </a:lnTo>
                  <a:lnTo>
                    <a:pt x="349684" y="194398"/>
                  </a:lnTo>
                  <a:lnTo>
                    <a:pt x="366106" y="240188"/>
                  </a:lnTo>
                  <a:lnTo>
                    <a:pt x="374396" y="285966"/>
                  </a:lnTo>
                  <a:lnTo>
                    <a:pt x="374292" y="312560"/>
                  </a:lnTo>
                  <a:lnTo>
                    <a:pt x="369038" y="364654"/>
                  </a:lnTo>
                  <a:lnTo>
                    <a:pt x="368935" y="391249"/>
                  </a:lnTo>
                  <a:lnTo>
                    <a:pt x="379565" y="381410"/>
                  </a:lnTo>
                  <a:lnTo>
                    <a:pt x="385111" y="366357"/>
                  </a:lnTo>
                  <a:lnTo>
                    <a:pt x="388633" y="349208"/>
                  </a:lnTo>
                  <a:lnTo>
                    <a:pt x="393192" y="333083"/>
                  </a:lnTo>
                  <a:lnTo>
                    <a:pt x="393192" y="291554"/>
                  </a:lnTo>
                  <a:lnTo>
                    <a:pt x="384275" y="241401"/>
                  </a:lnTo>
                  <a:lnTo>
                    <a:pt x="369770" y="193466"/>
                  </a:lnTo>
                  <a:lnTo>
                    <a:pt x="349898" y="148656"/>
                  </a:lnTo>
                  <a:lnTo>
                    <a:pt x="324881" y="107880"/>
                  </a:lnTo>
                  <a:lnTo>
                    <a:pt x="294941" y="72045"/>
                  </a:lnTo>
                  <a:lnTo>
                    <a:pt x="260300" y="42058"/>
                  </a:lnTo>
                  <a:lnTo>
                    <a:pt x="221179" y="18829"/>
                  </a:lnTo>
                  <a:lnTo>
                    <a:pt x="177800" y="3264"/>
                  </a:lnTo>
                  <a:lnTo>
                    <a:pt x="146270" y="0"/>
                  </a:lnTo>
                  <a:close/>
                </a:path>
              </a:pathLst>
            </a:custGeom>
            <a:solidFill>
              <a:srgbClr val="676767"/>
            </a:solidFill>
          </p:spPr>
          <p:txBody>
            <a:bodyPr wrap="square" lIns="0" tIns="0" rIns="0" bIns="0" rtlCol="0"/>
            <a:lstStyle/>
            <a:p>
              <a:endParaRPr sz="2397">
                <a:solidFill>
                  <a:prstClr val="black"/>
                </a:solidFill>
              </a:endParaRPr>
            </a:p>
          </p:txBody>
        </p:sp>
        <p:pic>
          <p:nvPicPr>
            <p:cNvPr id="23" name="object 23"/>
            <p:cNvPicPr/>
            <p:nvPr/>
          </p:nvPicPr>
          <p:blipFill>
            <a:blip r:embed="rId10" cstate="print"/>
            <a:stretch>
              <a:fillRect/>
            </a:stretch>
          </p:blipFill>
          <p:spPr>
            <a:xfrm>
              <a:off x="7705344" y="3136391"/>
              <a:ext cx="726948" cy="580644"/>
            </a:xfrm>
            <a:prstGeom prst="rect">
              <a:avLst/>
            </a:prstGeom>
          </p:spPr>
        </p:pic>
        <p:sp>
          <p:nvSpPr>
            <p:cNvPr id="24" name="object 24"/>
            <p:cNvSpPr/>
            <p:nvPr/>
          </p:nvSpPr>
          <p:spPr>
            <a:xfrm>
              <a:off x="7827264" y="3258311"/>
              <a:ext cx="488950" cy="341630"/>
            </a:xfrm>
            <a:custGeom>
              <a:avLst/>
              <a:gdLst/>
              <a:ahLst/>
              <a:cxnLst/>
              <a:rect l="l" t="t" r="r" b="b"/>
              <a:pathLst>
                <a:path w="488950" h="341629">
                  <a:moveTo>
                    <a:pt x="283336" y="0"/>
                  </a:moveTo>
                  <a:lnTo>
                    <a:pt x="226329" y="4794"/>
                  </a:lnTo>
                  <a:lnTo>
                    <a:pt x="183514" y="21970"/>
                  </a:lnTo>
                  <a:lnTo>
                    <a:pt x="154672" y="43705"/>
                  </a:lnTo>
                  <a:lnTo>
                    <a:pt x="143001" y="52324"/>
                  </a:lnTo>
                  <a:lnTo>
                    <a:pt x="134489" y="55610"/>
                  </a:lnTo>
                  <a:lnTo>
                    <a:pt x="125475" y="58134"/>
                  </a:lnTo>
                  <a:lnTo>
                    <a:pt x="116462" y="61182"/>
                  </a:lnTo>
                  <a:lnTo>
                    <a:pt x="72830" y="90473"/>
                  </a:lnTo>
                  <a:lnTo>
                    <a:pt x="41782" y="127015"/>
                  </a:lnTo>
                  <a:lnTo>
                    <a:pt x="16831" y="170249"/>
                  </a:lnTo>
                  <a:lnTo>
                    <a:pt x="0" y="214756"/>
                  </a:lnTo>
                  <a:lnTo>
                    <a:pt x="0" y="231267"/>
                  </a:lnTo>
                  <a:lnTo>
                    <a:pt x="10721" y="229748"/>
                  </a:lnTo>
                  <a:lnTo>
                    <a:pt x="19192" y="217122"/>
                  </a:lnTo>
                  <a:lnTo>
                    <a:pt x="32384" y="184404"/>
                  </a:lnTo>
                  <a:lnTo>
                    <a:pt x="46525" y="156192"/>
                  </a:lnTo>
                  <a:lnTo>
                    <a:pt x="86998" y="102768"/>
                  </a:lnTo>
                  <a:lnTo>
                    <a:pt x="121816" y="82099"/>
                  </a:lnTo>
                  <a:lnTo>
                    <a:pt x="139930" y="77610"/>
                  </a:lnTo>
                  <a:lnTo>
                    <a:pt x="148462" y="74294"/>
                  </a:lnTo>
                  <a:lnTo>
                    <a:pt x="161728" y="66353"/>
                  </a:lnTo>
                  <a:lnTo>
                    <a:pt x="174005" y="56102"/>
                  </a:lnTo>
                  <a:lnTo>
                    <a:pt x="186307" y="45327"/>
                  </a:lnTo>
                  <a:lnTo>
                    <a:pt x="199643" y="35813"/>
                  </a:lnTo>
                  <a:lnTo>
                    <a:pt x="245525" y="23316"/>
                  </a:lnTo>
                  <a:lnTo>
                    <a:pt x="290760" y="26418"/>
                  </a:lnTo>
                  <a:lnTo>
                    <a:pt x="332753" y="41547"/>
                  </a:lnTo>
                  <a:lnTo>
                    <a:pt x="368905" y="65131"/>
                  </a:lnTo>
                  <a:lnTo>
                    <a:pt x="396620" y="93599"/>
                  </a:lnTo>
                  <a:lnTo>
                    <a:pt x="420864" y="128045"/>
                  </a:lnTo>
                  <a:lnTo>
                    <a:pt x="442833" y="168957"/>
                  </a:lnTo>
                  <a:lnTo>
                    <a:pt x="459253" y="215560"/>
                  </a:lnTo>
                  <a:lnTo>
                    <a:pt x="466851" y="267081"/>
                  </a:lnTo>
                  <a:lnTo>
                    <a:pt x="467292" y="284083"/>
                  </a:lnTo>
                  <a:lnTo>
                    <a:pt x="466470" y="302133"/>
                  </a:lnTo>
                  <a:lnTo>
                    <a:pt x="467173" y="321230"/>
                  </a:lnTo>
                  <a:lnTo>
                    <a:pt x="472185" y="341375"/>
                  </a:lnTo>
                  <a:lnTo>
                    <a:pt x="483834" y="327138"/>
                  </a:lnTo>
                  <a:lnTo>
                    <a:pt x="488410" y="310054"/>
                  </a:lnTo>
                  <a:lnTo>
                    <a:pt x="488938" y="291423"/>
                  </a:lnTo>
                  <a:lnTo>
                    <a:pt x="488441" y="272542"/>
                  </a:lnTo>
                  <a:lnTo>
                    <a:pt x="481853" y="214413"/>
                  </a:lnTo>
                  <a:lnTo>
                    <a:pt x="464121" y="160702"/>
                  </a:lnTo>
                  <a:lnTo>
                    <a:pt x="438292" y="112682"/>
                  </a:lnTo>
                  <a:lnTo>
                    <a:pt x="407415" y="71628"/>
                  </a:lnTo>
                  <a:lnTo>
                    <a:pt x="354472" y="24431"/>
                  </a:lnTo>
                  <a:lnTo>
                    <a:pt x="320530" y="7709"/>
                  </a:lnTo>
                  <a:lnTo>
                    <a:pt x="283336" y="0"/>
                  </a:lnTo>
                  <a:close/>
                </a:path>
              </a:pathLst>
            </a:custGeom>
            <a:solidFill>
              <a:srgbClr val="676767"/>
            </a:solidFill>
          </p:spPr>
          <p:txBody>
            <a:bodyPr wrap="square" lIns="0" tIns="0" rIns="0" bIns="0" rtlCol="0"/>
            <a:lstStyle/>
            <a:p>
              <a:endParaRPr sz="2397">
                <a:solidFill>
                  <a:prstClr val="black"/>
                </a:solidFill>
              </a:endParaRPr>
            </a:p>
          </p:txBody>
        </p:sp>
        <p:pic>
          <p:nvPicPr>
            <p:cNvPr id="25" name="object 25"/>
            <p:cNvPicPr/>
            <p:nvPr/>
          </p:nvPicPr>
          <p:blipFill>
            <a:blip r:embed="rId11" cstate="print"/>
            <a:stretch>
              <a:fillRect/>
            </a:stretch>
          </p:blipFill>
          <p:spPr>
            <a:xfrm>
              <a:off x="7751064" y="3151682"/>
              <a:ext cx="285038" cy="281889"/>
            </a:xfrm>
            <a:prstGeom prst="rect">
              <a:avLst/>
            </a:prstGeom>
          </p:spPr>
        </p:pic>
        <p:sp>
          <p:nvSpPr>
            <p:cNvPr id="26" name="object 26"/>
            <p:cNvSpPr/>
            <p:nvPr/>
          </p:nvSpPr>
          <p:spPr>
            <a:xfrm>
              <a:off x="7869935" y="3270503"/>
              <a:ext cx="52069" cy="48895"/>
            </a:xfrm>
            <a:custGeom>
              <a:avLst/>
              <a:gdLst/>
              <a:ahLst/>
              <a:cxnLst/>
              <a:rect l="l" t="t" r="r" b="b"/>
              <a:pathLst>
                <a:path w="52070" h="48895">
                  <a:moveTo>
                    <a:pt x="51816" y="0"/>
                  </a:moveTo>
                  <a:lnTo>
                    <a:pt x="32200" y="6119"/>
                  </a:lnTo>
                  <a:lnTo>
                    <a:pt x="15668" y="16287"/>
                  </a:lnTo>
                  <a:lnTo>
                    <a:pt x="4256" y="30503"/>
                  </a:lnTo>
                  <a:lnTo>
                    <a:pt x="0" y="48768"/>
                  </a:lnTo>
                  <a:lnTo>
                    <a:pt x="16543" y="40790"/>
                  </a:lnTo>
                  <a:lnTo>
                    <a:pt x="32051" y="31527"/>
                  </a:lnTo>
                  <a:lnTo>
                    <a:pt x="44487" y="18692"/>
                  </a:lnTo>
                  <a:lnTo>
                    <a:pt x="51816" y="0"/>
                  </a:lnTo>
                  <a:close/>
                </a:path>
              </a:pathLst>
            </a:custGeom>
            <a:solidFill>
              <a:srgbClr val="676767"/>
            </a:solidFill>
          </p:spPr>
          <p:txBody>
            <a:bodyPr wrap="square" lIns="0" tIns="0" rIns="0" bIns="0" rtlCol="0"/>
            <a:lstStyle/>
            <a:p>
              <a:endParaRPr sz="2397">
                <a:solidFill>
                  <a:prstClr val="black"/>
                </a:solidFill>
              </a:endParaRPr>
            </a:p>
          </p:txBody>
        </p:sp>
        <p:pic>
          <p:nvPicPr>
            <p:cNvPr id="27" name="object 27"/>
            <p:cNvPicPr/>
            <p:nvPr/>
          </p:nvPicPr>
          <p:blipFill>
            <a:blip r:embed="rId12" cstate="print"/>
            <a:stretch>
              <a:fillRect/>
            </a:stretch>
          </p:blipFill>
          <p:spPr>
            <a:xfrm>
              <a:off x="7720584" y="3172967"/>
              <a:ext cx="632485" cy="754380"/>
            </a:xfrm>
            <a:prstGeom prst="rect">
              <a:avLst/>
            </a:prstGeom>
          </p:spPr>
        </p:pic>
        <p:sp>
          <p:nvSpPr>
            <p:cNvPr id="28" name="object 28"/>
            <p:cNvSpPr/>
            <p:nvPr/>
          </p:nvSpPr>
          <p:spPr>
            <a:xfrm>
              <a:off x="7843761" y="3294413"/>
              <a:ext cx="392430" cy="517525"/>
            </a:xfrm>
            <a:custGeom>
              <a:avLst/>
              <a:gdLst/>
              <a:ahLst/>
              <a:cxnLst/>
              <a:rect l="l" t="t" r="r" b="b"/>
              <a:pathLst>
                <a:path w="392429" h="517525">
                  <a:moveTo>
                    <a:pt x="243339" y="0"/>
                  </a:moveTo>
                  <a:lnTo>
                    <a:pt x="194020" y="10929"/>
                  </a:lnTo>
                  <a:lnTo>
                    <a:pt x="144522" y="60352"/>
                  </a:lnTo>
                  <a:lnTo>
                    <a:pt x="121296" y="91279"/>
                  </a:lnTo>
                  <a:lnTo>
                    <a:pt x="91118" y="120584"/>
                  </a:lnTo>
                  <a:lnTo>
                    <a:pt x="65035" y="151985"/>
                  </a:lnTo>
                  <a:lnTo>
                    <a:pt x="46573" y="193323"/>
                  </a:lnTo>
                  <a:lnTo>
                    <a:pt x="38979" y="214778"/>
                  </a:lnTo>
                  <a:lnTo>
                    <a:pt x="30110" y="234662"/>
                  </a:lnTo>
                  <a:lnTo>
                    <a:pt x="7377" y="276111"/>
                  </a:lnTo>
                  <a:lnTo>
                    <a:pt x="0" y="296795"/>
                  </a:lnTo>
                  <a:lnTo>
                    <a:pt x="646" y="317466"/>
                  </a:lnTo>
                  <a:lnTo>
                    <a:pt x="17575" y="305530"/>
                  </a:lnTo>
                  <a:lnTo>
                    <a:pt x="29491" y="288176"/>
                  </a:lnTo>
                  <a:lnTo>
                    <a:pt x="38383" y="268227"/>
                  </a:lnTo>
                  <a:lnTo>
                    <a:pt x="46239" y="248505"/>
                  </a:lnTo>
                  <a:lnTo>
                    <a:pt x="57483" y="224579"/>
                  </a:lnTo>
                  <a:lnTo>
                    <a:pt x="77922" y="176728"/>
                  </a:lnTo>
                  <a:lnTo>
                    <a:pt x="102481" y="142575"/>
                  </a:lnTo>
                  <a:lnTo>
                    <a:pt x="133207" y="112833"/>
                  </a:lnTo>
                  <a:lnTo>
                    <a:pt x="167649" y="85774"/>
                  </a:lnTo>
                  <a:lnTo>
                    <a:pt x="214762" y="66494"/>
                  </a:lnTo>
                  <a:lnTo>
                    <a:pt x="241819" y="63593"/>
                  </a:lnTo>
                  <a:lnTo>
                    <a:pt x="285234" y="74701"/>
                  </a:lnTo>
                  <a:lnTo>
                    <a:pt x="321575" y="100550"/>
                  </a:lnTo>
                  <a:lnTo>
                    <a:pt x="348869" y="136209"/>
                  </a:lnTo>
                  <a:lnTo>
                    <a:pt x="365136" y="176750"/>
                  </a:lnTo>
                  <a:lnTo>
                    <a:pt x="366928" y="197046"/>
                  </a:lnTo>
                  <a:lnTo>
                    <a:pt x="365470" y="217104"/>
                  </a:lnTo>
                  <a:lnTo>
                    <a:pt x="362511" y="237686"/>
                  </a:lnTo>
                  <a:lnTo>
                    <a:pt x="359802" y="259554"/>
                  </a:lnTo>
                  <a:lnTo>
                    <a:pt x="354195" y="314148"/>
                  </a:lnTo>
                  <a:lnTo>
                    <a:pt x="343038" y="363027"/>
                  </a:lnTo>
                  <a:lnTo>
                    <a:pt x="322834" y="401572"/>
                  </a:lnTo>
                  <a:lnTo>
                    <a:pt x="290079" y="425162"/>
                  </a:lnTo>
                  <a:lnTo>
                    <a:pt x="306300" y="404528"/>
                  </a:lnTo>
                  <a:lnTo>
                    <a:pt x="319258" y="380299"/>
                  </a:lnTo>
                  <a:lnTo>
                    <a:pt x="329692" y="352974"/>
                  </a:lnTo>
                  <a:lnTo>
                    <a:pt x="338339" y="323054"/>
                  </a:lnTo>
                  <a:lnTo>
                    <a:pt x="343150" y="304926"/>
                  </a:lnTo>
                  <a:lnTo>
                    <a:pt x="346721" y="285763"/>
                  </a:lnTo>
                  <a:lnTo>
                    <a:pt x="344769" y="268672"/>
                  </a:lnTo>
                  <a:lnTo>
                    <a:pt x="333005" y="256760"/>
                  </a:lnTo>
                  <a:lnTo>
                    <a:pt x="326014" y="269652"/>
                  </a:lnTo>
                  <a:lnTo>
                    <a:pt x="323560" y="283033"/>
                  </a:lnTo>
                  <a:lnTo>
                    <a:pt x="323129" y="296390"/>
                  </a:lnTo>
                  <a:lnTo>
                    <a:pt x="322210" y="309211"/>
                  </a:lnTo>
                  <a:lnTo>
                    <a:pt x="307736" y="355058"/>
                  </a:lnTo>
                  <a:lnTo>
                    <a:pt x="284631" y="395876"/>
                  </a:lnTo>
                  <a:lnTo>
                    <a:pt x="254563" y="430597"/>
                  </a:lnTo>
                  <a:lnTo>
                    <a:pt x="219204" y="458156"/>
                  </a:lnTo>
                  <a:lnTo>
                    <a:pt x="180224" y="477486"/>
                  </a:lnTo>
                  <a:lnTo>
                    <a:pt x="127980" y="487519"/>
                  </a:lnTo>
                  <a:lnTo>
                    <a:pt x="107126" y="496560"/>
                  </a:lnTo>
                  <a:lnTo>
                    <a:pt x="99833" y="516221"/>
                  </a:lnTo>
                  <a:lnTo>
                    <a:pt x="110992" y="517173"/>
                  </a:lnTo>
                  <a:lnTo>
                    <a:pt x="120614" y="513744"/>
                  </a:lnTo>
                  <a:lnTo>
                    <a:pt x="129212" y="508791"/>
                  </a:lnTo>
                  <a:lnTo>
                    <a:pt x="137298" y="505172"/>
                  </a:lnTo>
                  <a:lnTo>
                    <a:pt x="153729" y="502249"/>
                  </a:lnTo>
                  <a:lnTo>
                    <a:pt x="170160" y="500647"/>
                  </a:lnTo>
                  <a:lnTo>
                    <a:pt x="185590" y="498546"/>
                  </a:lnTo>
                  <a:lnTo>
                    <a:pt x="199020" y="494123"/>
                  </a:lnTo>
                  <a:lnTo>
                    <a:pt x="213806" y="486665"/>
                  </a:lnTo>
                  <a:lnTo>
                    <a:pt x="239329" y="469655"/>
                  </a:lnTo>
                  <a:lnTo>
                    <a:pt x="252614" y="463770"/>
                  </a:lnTo>
                  <a:lnTo>
                    <a:pt x="290794" y="449943"/>
                  </a:lnTo>
                  <a:lnTo>
                    <a:pt x="324877" y="427829"/>
                  </a:lnTo>
                  <a:lnTo>
                    <a:pt x="350350" y="395105"/>
                  </a:lnTo>
                  <a:lnTo>
                    <a:pt x="365282" y="356695"/>
                  </a:lnTo>
                  <a:lnTo>
                    <a:pt x="373917" y="312852"/>
                  </a:lnTo>
                  <a:lnTo>
                    <a:pt x="380497" y="263834"/>
                  </a:lnTo>
                  <a:lnTo>
                    <a:pt x="389266" y="209897"/>
                  </a:lnTo>
                  <a:lnTo>
                    <a:pt x="389266" y="207103"/>
                  </a:lnTo>
                  <a:lnTo>
                    <a:pt x="391933" y="201642"/>
                  </a:lnTo>
                  <a:lnTo>
                    <a:pt x="391933" y="196054"/>
                  </a:lnTo>
                  <a:lnTo>
                    <a:pt x="385174" y="156066"/>
                  </a:lnTo>
                  <a:lnTo>
                    <a:pt x="366430" y="118001"/>
                  </a:lnTo>
                  <a:lnTo>
                    <a:pt x="338006" y="84691"/>
                  </a:lnTo>
                  <a:lnTo>
                    <a:pt x="302206" y="58969"/>
                  </a:lnTo>
                  <a:lnTo>
                    <a:pt x="261332" y="43668"/>
                  </a:lnTo>
                  <a:lnTo>
                    <a:pt x="217689" y="41622"/>
                  </a:lnTo>
                  <a:lnTo>
                    <a:pt x="208061" y="43305"/>
                  </a:lnTo>
                  <a:lnTo>
                    <a:pt x="198671" y="46797"/>
                  </a:lnTo>
                  <a:lnTo>
                    <a:pt x="188757" y="49766"/>
                  </a:lnTo>
                  <a:lnTo>
                    <a:pt x="177557" y="49877"/>
                  </a:lnTo>
                  <a:lnTo>
                    <a:pt x="184953" y="40977"/>
                  </a:lnTo>
                  <a:lnTo>
                    <a:pt x="194623" y="34684"/>
                  </a:lnTo>
                  <a:lnTo>
                    <a:pt x="205793" y="30464"/>
                  </a:lnTo>
                  <a:lnTo>
                    <a:pt x="217689" y="27779"/>
                  </a:lnTo>
                  <a:lnTo>
                    <a:pt x="231284" y="25217"/>
                  </a:lnTo>
                  <a:lnTo>
                    <a:pt x="247868" y="23667"/>
                  </a:lnTo>
                  <a:lnTo>
                    <a:pt x="261427" y="20046"/>
                  </a:lnTo>
                  <a:lnTo>
                    <a:pt x="265949" y="11269"/>
                  </a:lnTo>
                  <a:lnTo>
                    <a:pt x="262429" y="3702"/>
                  </a:lnTo>
                  <a:lnTo>
                    <a:pt x="253884" y="553"/>
                  </a:lnTo>
                  <a:lnTo>
                    <a:pt x="243339" y="0"/>
                  </a:lnTo>
                  <a:close/>
                </a:path>
              </a:pathLst>
            </a:custGeom>
            <a:solidFill>
              <a:srgbClr val="676767"/>
            </a:solidFill>
          </p:spPr>
          <p:txBody>
            <a:bodyPr wrap="square" lIns="0" tIns="0" rIns="0" bIns="0" rtlCol="0"/>
            <a:lstStyle/>
            <a:p>
              <a:endParaRPr sz="2397">
                <a:solidFill>
                  <a:prstClr val="black"/>
                </a:solidFill>
              </a:endParaRPr>
            </a:p>
          </p:txBody>
        </p:sp>
        <p:pic>
          <p:nvPicPr>
            <p:cNvPr id="29" name="object 29"/>
            <p:cNvPicPr/>
            <p:nvPr/>
          </p:nvPicPr>
          <p:blipFill>
            <a:blip r:embed="rId13" cstate="print"/>
            <a:stretch>
              <a:fillRect/>
            </a:stretch>
          </p:blipFill>
          <p:spPr>
            <a:xfrm>
              <a:off x="8001000" y="3188208"/>
              <a:ext cx="397764" cy="525780"/>
            </a:xfrm>
            <a:prstGeom prst="rect">
              <a:avLst/>
            </a:prstGeom>
          </p:spPr>
        </p:pic>
        <p:sp>
          <p:nvSpPr>
            <p:cNvPr id="30" name="object 30"/>
            <p:cNvSpPr/>
            <p:nvPr/>
          </p:nvSpPr>
          <p:spPr>
            <a:xfrm>
              <a:off x="8119871" y="3308669"/>
              <a:ext cx="163195" cy="291465"/>
            </a:xfrm>
            <a:custGeom>
              <a:avLst/>
              <a:gdLst/>
              <a:ahLst/>
              <a:cxnLst/>
              <a:rect l="l" t="t" r="r" b="b"/>
              <a:pathLst>
                <a:path w="163195" h="291464">
                  <a:moveTo>
                    <a:pt x="21210" y="0"/>
                  </a:moveTo>
                  <a:lnTo>
                    <a:pt x="0" y="2728"/>
                  </a:lnTo>
                  <a:lnTo>
                    <a:pt x="5125" y="15559"/>
                  </a:lnTo>
                  <a:lnTo>
                    <a:pt x="14811" y="22985"/>
                  </a:lnTo>
                  <a:lnTo>
                    <a:pt x="26521" y="27838"/>
                  </a:lnTo>
                  <a:lnTo>
                    <a:pt x="37719" y="32954"/>
                  </a:lnTo>
                  <a:lnTo>
                    <a:pt x="78263" y="68911"/>
                  </a:lnTo>
                  <a:lnTo>
                    <a:pt x="110617" y="115250"/>
                  </a:lnTo>
                  <a:lnTo>
                    <a:pt x="123459" y="151334"/>
                  </a:lnTo>
                  <a:lnTo>
                    <a:pt x="132206" y="189418"/>
                  </a:lnTo>
                  <a:lnTo>
                    <a:pt x="134643" y="195651"/>
                  </a:lnTo>
                  <a:lnTo>
                    <a:pt x="140565" y="209117"/>
                  </a:lnTo>
                  <a:lnTo>
                    <a:pt x="143001" y="216850"/>
                  </a:lnTo>
                  <a:lnTo>
                    <a:pt x="143829" y="236190"/>
                  </a:lnTo>
                  <a:lnTo>
                    <a:pt x="141335" y="256030"/>
                  </a:lnTo>
                  <a:lnTo>
                    <a:pt x="140340" y="274822"/>
                  </a:lnTo>
                  <a:lnTo>
                    <a:pt x="145669" y="291018"/>
                  </a:lnTo>
                  <a:lnTo>
                    <a:pt x="156567" y="276604"/>
                  </a:lnTo>
                  <a:lnTo>
                    <a:pt x="161893" y="255998"/>
                  </a:lnTo>
                  <a:lnTo>
                    <a:pt x="163171" y="232296"/>
                  </a:lnTo>
                  <a:lnTo>
                    <a:pt x="161925" y="208595"/>
                  </a:lnTo>
                  <a:lnTo>
                    <a:pt x="154816" y="167967"/>
                  </a:lnTo>
                  <a:lnTo>
                    <a:pt x="139350" y="126267"/>
                  </a:lnTo>
                  <a:lnTo>
                    <a:pt x="118312" y="86615"/>
                  </a:lnTo>
                  <a:lnTo>
                    <a:pt x="94487" y="52131"/>
                  </a:lnTo>
                  <a:lnTo>
                    <a:pt x="48244" y="11951"/>
                  </a:lnTo>
                  <a:lnTo>
                    <a:pt x="21210" y="0"/>
                  </a:lnTo>
                  <a:close/>
                </a:path>
              </a:pathLst>
            </a:custGeom>
            <a:solidFill>
              <a:srgbClr val="676767"/>
            </a:solidFill>
          </p:spPr>
          <p:txBody>
            <a:bodyPr wrap="square" lIns="0" tIns="0" rIns="0" bIns="0" rtlCol="0"/>
            <a:lstStyle/>
            <a:p>
              <a:endParaRPr sz="2397">
                <a:solidFill>
                  <a:prstClr val="black"/>
                </a:solidFill>
              </a:endParaRPr>
            </a:p>
          </p:txBody>
        </p:sp>
        <p:pic>
          <p:nvPicPr>
            <p:cNvPr id="31" name="object 31"/>
            <p:cNvPicPr/>
            <p:nvPr/>
          </p:nvPicPr>
          <p:blipFill>
            <a:blip r:embed="rId14" cstate="print"/>
            <a:stretch>
              <a:fillRect/>
            </a:stretch>
          </p:blipFill>
          <p:spPr>
            <a:xfrm>
              <a:off x="7720584" y="3227768"/>
              <a:ext cx="361188" cy="437451"/>
            </a:xfrm>
            <a:prstGeom prst="rect">
              <a:avLst/>
            </a:prstGeom>
          </p:spPr>
        </p:pic>
        <p:pic>
          <p:nvPicPr>
            <p:cNvPr id="32" name="object 32"/>
            <p:cNvPicPr/>
            <p:nvPr/>
          </p:nvPicPr>
          <p:blipFill>
            <a:blip r:embed="rId15" cstate="print"/>
            <a:stretch>
              <a:fillRect/>
            </a:stretch>
          </p:blipFill>
          <p:spPr>
            <a:xfrm>
              <a:off x="7839075" y="3346703"/>
              <a:ext cx="128777" cy="204215"/>
            </a:xfrm>
            <a:prstGeom prst="rect">
              <a:avLst/>
            </a:prstGeom>
          </p:spPr>
        </p:pic>
        <p:pic>
          <p:nvPicPr>
            <p:cNvPr id="33" name="object 33"/>
            <p:cNvPicPr/>
            <p:nvPr/>
          </p:nvPicPr>
          <p:blipFill>
            <a:blip r:embed="rId16" cstate="print"/>
            <a:stretch>
              <a:fillRect/>
            </a:stretch>
          </p:blipFill>
          <p:spPr>
            <a:xfrm>
              <a:off x="7754111" y="3258311"/>
              <a:ext cx="559333" cy="626364"/>
            </a:xfrm>
            <a:prstGeom prst="rect">
              <a:avLst/>
            </a:prstGeom>
          </p:spPr>
        </p:pic>
        <p:sp>
          <p:nvSpPr>
            <p:cNvPr id="34" name="object 34"/>
            <p:cNvSpPr/>
            <p:nvPr/>
          </p:nvSpPr>
          <p:spPr>
            <a:xfrm>
              <a:off x="7876032" y="3380324"/>
              <a:ext cx="320675" cy="389255"/>
            </a:xfrm>
            <a:custGeom>
              <a:avLst/>
              <a:gdLst/>
              <a:ahLst/>
              <a:cxnLst/>
              <a:rect l="l" t="t" r="r" b="b"/>
              <a:pathLst>
                <a:path w="320675" h="389254">
                  <a:moveTo>
                    <a:pt x="203192" y="0"/>
                  </a:moveTo>
                  <a:lnTo>
                    <a:pt x="160391" y="9683"/>
                  </a:lnTo>
                  <a:lnTo>
                    <a:pt x="120523" y="34070"/>
                  </a:lnTo>
                  <a:lnTo>
                    <a:pt x="86105" y="62089"/>
                  </a:lnTo>
                  <a:lnTo>
                    <a:pt x="61595" y="92109"/>
                  </a:lnTo>
                  <a:lnTo>
                    <a:pt x="56594" y="125256"/>
                  </a:lnTo>
                  <a:lnTo>
                    <a:pt x="61595" y="158403"/>
                  </a:lnTo>
                  <a:lnTo>
                    <a:pt x="61259" y="184172"/>
                  </a:lnTo>
                  <a:lnTo>
                    <a:pt x="49539" y="227519"/>
                  </a:lnTo>
                  <a:lnTo>
                    <a:pt x="17065" y="271258"/>
                  </a:lnTo>
                  <a:lnTo>
                    <a:pt x="5895" y="286310"/>
                  </a:lnTo>
                  <a:lnTo>
                    <a:pt x="0" y="304707"/>
                  </a:lnTo>
                  <a:lnTo>
                    <a:pt x="18220" y="300996"/>
                  </a:lnTo>
                  <a:lnTo>
                    <a:pt x="33178" y="291594"/>
                  </a:lnTo>
                  <a:lnTo>
                    <a:pt x="66585" y="250268"/>
                  </a:lnTo>
                  <a:lnTo>
                    <a:pt x="84139" y="214414"/>
                  </a:lnTo>
                  <a:lnTo>
                    <a:pt x="90392" y="179302"/>
                  </a:lnTo>
                  <a:lnTo>
                    <a:pt x="90392" y="163166"/>
                  </a:lnTo>
                  <a:lnTo>
                    <a:pt x="91392" y="148076"/>
                  </a:lnTo>
                  <a:lnTo>
                    <a:pt x="96393" y="133511"/>
                  </a:lnTo>
                  <a:lnTo>
                    <a:pt x="102177" y="126121"/>
                  </a:lnTo>
                  <a:lnTo>
                    <a:pt x="110188" y="120017"/>
                  </a:lnTo>
                  <a:lnTo>
                    <a:pt x="118699" y="114437"/>
                  </a:lnTo>
                  <a:lnTo>
                    <a:pt x="125984" y="108619"/>
                  </a:lnTo>
                  <a:lnTo>
                    <a:pt x="136695" y="95927"/>
                  </a:lnTo>
                  <a:lnTo>
                    <a:pt x="145669" y="83473"/>
                  </a:lnTo>
                  <a:lnTo>
                    <a:pt x="154166" y="72543"/>
                  </a:lnTo>
                  <a:lnTo>
                    <a:pt x="163449" y="64423"/>
                  </a:lnTo>
                  <a:lnTo>
                    <a:pt x="185880" y="56924"/>
                  </a:lnTo>
                  <a:lnTo>
                    <a:pt x="210311" y="55866"/>
                  </a:lnTo>
                  <a:lnTo>
                    <a:pt x="232743" y="62548"/>
                  </a:lnTo>
                  <a:lnTo>
                    <a:pt x="249174" y="78266"/>
                  </a:lnTo>
                  <a:lnTo>
                    <a:pt x="259437" y="101763"/>
                  </a:lnTo>
                  <a:lnTo>
                    <a:pt x="260889" y="129368"/>
                  </a:lnTo>
                  <a:lnTo>
                    <a:pt x="254508" y="188756"/>
                  </a:lnTo>
                  <a:lnTo>
                    <a:pt x="245901" y="234462"/>
                  </a:lnTo>
                  <a:lnTo>
                    <a:pt x="231759" y="272655"/>
                  </a:lnTo>
                  <a:lnTo>
                    <a:pt x="184912" y="329599"/>
                  </a:lnTo>
                  <a:lnTo>
                    <a:pt x="145049" y="353427"/>
                  </a:lnTo>
                  <a:lnTo>
                    <a:pt x="127244" y="366514"/>
                  </a:lnTo>
                  <a:lnTo>
                    <a:pt x="115189" y="387638"/>
                  </a:lnTo>
                  <a:lnTo>
                    <a:pt x="123263" y="388983"/>
                  </a:lnTo>
                  <a:lnTo>
                    <a:pt x="131302" y="386209"/>
                  </a:lnTo>
                  <a:lnTo>
                    <a:pt x="147320" y="376589"/>
                  </a:lnTo>
                  <a:lnTo>
                    <a:pt x="182245" y="359952"/>
                  </a:lnTo>
                  <a:lnTo>
                    <a:pt x="226425" y="321312"/>
                  </a:lnTo>
                  <a:lnTo>
                    <a:pt x="262509" y="266099"/>
                  </a:lnTo>
                  <a:lnTo>
                    <a:pt x="275042" y="225108"/>
                  </a:lnTo>
                  <a:lnTo>
                    <a:pt x="282308" y="174173"/>
                  </a:lnTo>
                  <a:lnTo>
                    <a:pt x="282241" y="121916"/>
                  </a:lnTo>
                  <a:lnTo>
                    <a:pt x="272774" y="76956"/>
                  </a:lnTo>
                  <a:lnTo>
                    <a:pt x="251841" y="47913"/>
                  </a:lnTo>
                  <a:lnTo>
                    <a:pt x="210321" y="33569"/>
                  </a:lnTo>
                  <a:lnTo>
                    <a:pt x="172544" y="43378"/>
                  </a:lnTo>
                  <a:lnTo>
                    <a:pt x="138382" y="66987"/>
                  </a:lnTo>
                  <a:lnTo>
                    <a:pt x="107707" y="94048"/>
                  </a:lnTo>
                  <a:lnTo>
                    <a:pt x="80391" y="114207"/>
                  </a:lnTo>
                  <a:lnTo>
                    <a:pt x="82786" y="100386"/>
                  </a:lnTo>
                  <a:lnTo>
                    <a:pt x="91455" y="90696"/>
                  </a:lnTo>
                  <a:lnTo>
                    <a:pt x="102625" y="83078"/>
                  </a:lnTo>
                  <a:lnTo>
                    <a:pt x="112522" y="75472"/>
                  </a:lnTo>
                  <a:lnTo>
                    <a:pt x="117856" y="70011"/>
                  </a:lnTo>
                  <a:lnTo>
                    <a:pt x="120523" y="61756"/>
                  </a:lnTo>
                  <a:lnTo>
                    <a:pt x="125984" y="56168"/>
                  </a:lnTo>
                  <a:lnTo>
                    <a:pt x="144277" y="42452"/>
                  </a:lnTo>
                  <a:lnTo>
                    <a:pt x="166131" y="31308"/>
                  </a:lnTo>
                  <a:lnTo>
                    <a:pt x="190009" y="24307"/>
                  </a:lnTo>
                  <a:lnTo>
                    <a:pt x="214375" y="23021"/>
                  </a:lnTo>
                  <a:lnTo>
                    <a:pt x="255297" y="34501"/>
                  </a:lnTo>
                  <a:lnTo>
                    <a:pt x="282670" y="65137"/>
                  </a:lnTo>
                  <a:lnTo>
                    <a:pt x="297993" y="109228"/>
                  </a:lnTo>
                  <a:lnTo>
                    <a:pt x="302768" y="161070"/>
                  </a:lnTo>
                  <a:lnTo>
                    <a:pt x="317549" y="146030"/>
                  </a:lnTo>
                  <a:lnTo>
                    <a:pt x="315966" y="90043"/>
                  </a:lnTo>
                  <a:lnTo>
                    <a:pt x="281156" y="27962"/>
                  </a:lnTo>
                  <a:lnTo>
                    <a:pt x="244817" y="5824"/>
                  </a:lnTo>
                  <a:lnTo>
                    <a:pt x="203192" y="0"/>
                  </a:lnTo>
                  <a:close/>
                </a:path>
              </a:pathLst>
            </a:custGeom>
            <a:solidFill>
              <a:srgbClr val="676767"/>
            </a:solidFill>
          </p:spPr>
          <p:txBody>
            <a:bodyPr wrap="square" lIns="0" tIns="0" rIns="0" bIns="0" rtlCol="0"/>
            <a:lstStyle/>
            <a:p>
              <a:endParaRPr sz="2397">
                <a:solidFill>
                  <a:prstClr val="black"/>
                </a:solidFill>
              </a:endParaRPr>
            </a:p>
          </p:txBody>
        </p:sp>
        <p:pic>
          <p:nvPicPr>
            <p:cNvPr id="35" name="object 35"/>
            <p:cNvPicPr/>
            <p:nvPr/>
          </p:nvPicPr>
          <p:blipFill>
            <a:blip r:embed="rId17" cstate="print"/>
            <a:stretch>
              <a:fillRect/>
            </a:stretch>
          </p:blipFill>
          <p:spPr>
            <a:xfrm>
              <a:off x="7955279" y="3328466"/>
              <a:ext cx="278892" cy="263601"/>
            </a:xfrm>
            <a:prstGeom prst="rect">
              <a:avLst/>
            </a:prstGeom>
          </p:spPr>
        </p:pic>
        <p:sp>
          <p:nvSpPr>
            <p:cNvPr id="36" name="object 36"/>
            <p:cNvSpPr/>
            <p:nvPr/>
          </p:nvSpPr>
          <p:spPr>
            <a:xfrm>
              <a:off x="8076438" y="3448843"/>
              <a:ext cx="41910" cy="29209"/>
            </a:xfrm>
            <a:custGeom>
              <a:avLst/>
              <a:gdLst/>
              <a:ahLst/>
              <a:cxnLst/>
              <a:rect l="l" t="t" r="r" b="b"/>
              <a:pathLst>
                <a:path w="41909" h="29210">
                  <a:moveTo>
                    <a:pt x="22923" y="0"/>
                  </a:moveTo>
                  <a:lnTo>
                    <a:pt x="4937" y="170"/>
                  </a:lnTo>
                  <a:lnTo>
                    <a:pt x="0" y="15462"/>
                  </a:lnTo>
                  <a:lnTo>
                    <a:pt x="11973" y="17940"/>
                  </a:lnTo>
                  <a:lnTo>
                    <a:pt x="22923" y="21193"/>
                  </a:lnTo>
                  <a:lnTo>
                    <a:pt x="32825" y="24945"/>
                  </a:lnTo>
                  <a:lnTo>
                    <a:pt x="41655" y="28924"/>
                  </a:lnTo>
                  <a:lnTo>
                    <a:pt x="39862" y="10925"/>
                  </a:lnTo>
                  <a:lnTo>
                    <a:pt x="22923" y="0"/>
                  </a:lnTo>
                  <a:close/>
                </a:path>
              </a:pathLst>
            </a:custGeom>
            <a:solidFill>
              <a:srgbClr val="676767"/>
            </a:solidFill>
          </p:spPr>
          <p:txBody>
            <a:bodyPr wrap="square" lIns="0" tIns="0" rIns="0" bIns="0" rtlCol="0"/>
            <a:lstStyle/>
            <a:p>
              <a:endParaRPr sz="2397">
                <a:solidFill>
                  <a:prstClr val="black"/>
                </a:solidFill>
              </a:endParaRPr>
            </a:p>
          </p:txBody>
        </p:sp>
        <p:pic>
          <p:nvPicPr>
            <p:cNvPr id="37" name="object 37"/>
            <p:cNvPicPr/>
            <p:nvPr/>
          </p:nvPicPr>
          <p:blipFill>
            <a:blip r:embed="rId18" cstate="print"/>
            <a:stretch>
              <a:fillRect/>
            </a:stretch>
          </p:blipFill>
          <p:spPr>
            <a:xfrm>
              <a:off x="7857744" y="3331425"/>
              <a:ext cx="327736" cy="349034"/>
            </a:xfrm>
            <a:prstGeom prst="rect">
              <a:avLst/>
            </a:prstGeom>
          </p:spPr>
        </p:pic>
        <p:sp>
          <p:nvSpPr>
            <p:cNvPr id="38" name="object 38"/>
            <p:cNvSpPr/>
            <p:nvPr/>
          </p:nvSpPr>
          <p:spPr>
            <a:xfrm>
              <a:off x="7977300" y="3451141"/>
              <a:ext cx="93980" cy="115570"/>
            </a:xfrm>
            <a:custGeom>
              <a:avLst/>
              <a:gdLst/>
              <a:ahLst/>
              <a:cxnLst/>
              <a:rect l="l" t="t" r="r" b="b"/>
              <a:pathLst>
                <a:path w="93979" h="115570">
                  <a:moveTo>
                    <a:pt x="78384" y="0"/>
                  </a:moveTo>
                  <a:lnTo>
                    <a:pt x="64466" y="5544"/>
                  </a:lnTo>
                  <a:lnTo>
                    <a:pt x="52548" y="18422"/>
                  </a:lnTo>
                  <a:lnTo>
                    <a:pt x="43130" y="31325"/>
                  </a:lnTo>
                  <a:lnTo>
                    <a:pt x="26753" y="49135"/>
                  </a:lnTo>
                  <a:lnTo>
                    <a:pt x="10126" y="69028"/>
                  </a:lnTo>
                  <a:lnTo>
                    <a:pt x="0" y="90993"/>
                  </a:lnTo>
                  <a:lnTo>
                    <a:pt x="3125" y="115018"/>
                  </a:lnTo>
                  <a:lnTo>
                    <a:pt x="12543" y="106900"/>
                  </a:lnTo>
                  <a:lnTo>
                    <a:pt x="18460" y="96174"/>
                  </a:lnTo>
                  <a:lnTo>
                    <a:pt x="23377" y="84425"/>
                  </a:lnTo>
                  <a:lnTo>
                    <a:pt x="29795" y="73235"/>
                  </a:lnTo>
                  <a:lnTo>
                    <a:pt x="41005" y="61448"/>
                  </a:lnTo>
                  <a:lnTo>
                    <a:pt x="53465" y="50184"/>
                  </a:lnTo>
                  <a:lnTo>
                    <a:pt x="65424" y="37873"/>
                  </a:lnTo>
                  <a:lnTo>
                    <a:pt x="75134" y="22943"/>
                  </a:lnTo>
                  <a:lnTo>
                    <a:pt x="80301" y="19976"/>
                  </a:lnTo>
                  <a:lnTo>
                    <a:pt x="86469" y="18069"/>
                  </a:lnTo>
                  <a:lnTo>
                    <a:pt x="91636" y="15138"/>
                  </a:lnTo>
                  <a:lnTo>
                    <a:pt x="93803" y="9100"/>
                  </a:lnTo>
                  <a:lnTo>
                    <a:pt x="78384" y="0"/>
                  </a:lnTo>
                  <a:close/>
                </a:path>
              </a:pathLst>
            </a:custGeom>
            <a:solidFill>
              <a:srgbClr val="676767"/>
            </a:solidFill>
          </p:spPr>
          <p:txBody>
            <a:bodyPr wrap="square" lIns="0" tIns="0" rIns="0" bIns="0" rtlCol="0"/>
            <a:lstStyle/>
            <a:p>
              <a:endParaRPr sz="2397">
                <a:solidFill>
                  <a:prstClr val="black"/>
                </a:solidFill>
              </a:endParaRPr>
            </a:p>
          </p:txBody>
        </p:sp>
        <p:pic>
          <p:nvPicPr>
            <p:cNvPr id="39" name="object 39"/>
            <p:cNvPicPr/>
            <p:nvPr/>
          </p:nvPicPr>
          <p:blipFill>
            <a:blip r:embed="rId19" cstate="print"/>
            <a:stretch>
              <a:fillRect/>
            </a:stretch>
          </p:blipFill>
          <p:spPr>
            <a:xfrm>
              <a:off x="7772400" y="3361943"/>
              <a:ext cx="467893" cy="525780"/>
            </a:xfrm>
            <a:prstGeom prst="rect">
              <a:avLst/>
            </a:prstGeom>
          </p:spPr>
        </p:pic>
        <p:sp>
          <p:nvSpPr>
            <p:cNvPr id="40" name="object 40"/>
            <p:cNvSpPr/>
            <p:nvPr/>
          </p:nvSpPr>
          <p:spPr>
            <a:xfrm>
              <a:off x="7891271" y="3482433"/>
              <a:ext cx="232410" cy="289560"/>
            </a:xfrm>
            <a:custGeom>
              <a:avLst/>
              <a:gdLst/>
              <a:ahLst/>
              <a:cxnLst/>
              <a:rect l="l" t="t" r="r" b="b"/>
              <a:pathLst>
                <a:path w="232409" h="289560">
                  <a:moveTo>
                    <a:pt x="186112" y="0"/>
                  </a:moveTo>
                  <a:lnTo>
                    <a:pt x="164592" y="8542"/>
                  </a:lnTo>
                  <a:lnTo>
                    <a:pt x="158932" y="14015"/>
                  </a:lnTo>
                  <a:lnTo>
                    <a:pt x="153796" y="21560"/>
                  </a:lnTo>
                  <a:lnTo>
                    <a:pt x="148661" y="30152"/>
                  </a:lnTo>
                  <a:lnTo>
                    <a:pt x="143001" y="38768"/>
                  </a:lnTo>
                  <a:lnTo>
                    <a:pt x="136489" y="44523"/>
                  </a:lnTo>
                  <a:lnTo>
                    <a:pt x="122463" y="54985"/>
                  </a:lnTo>
                  <a:lnTo>
                    <a:pt x="115950" y="60739"/>
                  </a:lnTo>
                  <a:lnTo>
                    <a:pt x="95386" y="94999"/>
                  </a:lnTo>
                  <a:lnTo>
                    <a:pt x="78882" y="132605"/>
                  </a:lnTo>
                  <a:lnTo>
                    <a:pt x="61354" y="168663"/>
                  </a:lnTo>
                  <a:lnTo>
                    <a:pt x="37719" y="198280"/>
                  </a:lnTo>
                  <a:lnTo>
                    <a:pt x="25020" y="206670"/>
                  </a:lnTo>
                  <a:lnTo>
                    <a:pt x="12811" y="213488"/>
                  </a:lnTo>
                  <a:lnTo>
                    <a:pt x="3625" y="222355"/>
                  </a:lnTo>
                  <a:lnTo>
                    <a:pt x="0" y="236888"/>
                  </a:lnTo>
                  <a:lnTo>
                    <a:pt x="8471" y="237491"/>
                  </a:lnTo>
                  <a:lnTo>
                    <a:pt x="17192" y="235809"/>
                  </a:lnTo>
                  <a:lnTo>
                    <a:pt x="63705" y="200792"/>
                  </a:lnTo>
                  <a:lnTo>
                    <a:pt x="88819" y="163849"/>
                  </a:lnTo>
                  <a:lnTo>
                    <a:pt x="111215" y="123212"/>
                  </a:lnTo>
                  <a:lnTo>
                    <a:pt x="134379" y="84288"/>
                  </a:lnTo>
                  <a:lnTo>
                    <a:pt x="161798" y="52484"/>
                  </a:lnTo>
                  <a:lnTo>
                    <a:pt x="166125" y="38425"/>
                  </a:lnTo>
                  <a:lnTo>
                    <a:pt x="171942" y="26402"/>
                  </a:lnTo>
                  <a:lnTo>
                    <a:pt x="180782" y="18498"/>
                  </a:lnTo>
                  <a:lnTo>
                    <a:pt x="194182" y="16797"/>
                  </a:lnTo>
                  <a:lnTo>
                    <a:pt x="206593" y="22988"/>
                  </a:lnTo>
                  <a:lnTo>
                    <a:pt x="210121" y="35657"/>
                  </a:lnTo>
                  <a:lnTo>
                    <a:pt x="207772" y="68994"/>
                  </a:lnTo>
                  <a:lnTo>
                    <a:pt x="207772" y="74582"/>
                  </a:lnTo>
                  <a:lnTo>
                    <a:pt x="210438" y="82837"/>
                  </a:lnTo>
                  <a:lnTo>
                    <a:pt x="210438" y="91092"/>
                  </a:lnTo>
                  <a:lnTo>
                    <a:pt x="189198" y="153275"/>
                  </a:lnTo>
                  <a:lnTo>
                    <a:pt x="145669" y="201074"/>
                  </a:lnTo>
                  <a:lnTo>
                    <a:pt x="121380" y="208807"/>
                  </a:lnTo>
                  <a:lnTo>
                    <a:pt x="113283" y="212123"/>
                  </a:lnTo>
                  <a:lnTo>
                    <a:pt x="99528" y="222958"/>
                  </a:lnTo>
                  <a:lnTo>
                    <a:pt x="86296" y="237174"/>
                  </a:lnTo>
                  <a:lnTo>
                    <a:pt x="73064" y="251914"/>
                  </a:lnTo>
                  <a:lnTo>
                    <a:pt x="59308" y="264320"/>
                  </a:lnTo>
                  <a:lnTo>
                    <a:pt x="47795" y="270922"/>
                  </a:lnTo>
                  <a:lnTo>
                    <a:pt x="37782" y="275703"/>
                  </a:lnTo>
                  <a:lnTo>
                    <a:pt x="29769" y="280983"/>
                  </a:lnTo>
                  <a:lnTo>
                    <a:pt x="24256" y="289085"/>
                  </a:lnTo>
                  <a:lnTo>
                    <a:pt x="56630" y="287432"/>
                  </a:lnTo>
                  <a:lnTo>
                    <a:pt x="82645" y="271575"/>
                  </a:lnTo>
                  <a:lnTo>
                    <a:pt x="105088" y="250027"/>
                  </a:lnTo>
                  <a:lnTo>
                    <a:pt x="126746" y="231300"/>
                  </a:lnTo>
                  <a:lnTo>
                    <a:pt x="138874" y="225938"/>
                  </a:lnTo>
                  <a:lnTo>
                    <a:pt x="150717" y="221362"/>
                  </a:lnTo>
                  <a:lnTo>
                    <a:pt x="162036" y="216263"/>
                  </a:lnTo>
                  <a:lnTo>
                    <a:pt x="191688" y="190386"/>
                  </a:lnTo>
                  <a:lnTo>
                    <a:pt x="219688" y="140071"/>
                  </a:lnTo>
                  <a:lnTo>
                    <a:pt x="227746" y="101534"/>
                  </a:lnTo>
                  <a:lnTo>
                    <a:pt x="227615" y="91727"/>
                  </a:lnTo>
                  <a:lnTo>
                    <a:pt x="226960" y="80873"/>
                  </a:lnTo>
                  <a:lnTo>
                    <a:pt x="226568" y="68994"/>
                  </a:lnTo>
                  <a:lnTo>
                    <a:pt x="227796" y="60346"/>
                  </a:lnTo>
                  <a:lnTo>
                    <a:pt x="230298" y="51151"/>
                  </a:lnTo>
                  <a:lnTo>
                    <a:pt x="232300" y="41955"/>
                  </a:lnTo>
                  <a:lnTo>
                    <a:pt x="232028" y="33307"/>
                  </a:lnTo>
                  <a:lnTo>
                    <a:pt x="224153" y="13918"/>
                  </a:lnTo>
                  <a:lnTo>
                    <a:pt x="207406" y="2303"/>
                  </a:lnTo>
                  <a:lnTo>
                    <a:pt x="186112" y="0"/>
                  </a:lnTo>
                  <a:close/>
                </a:path>
              </a:pathLst>
            </a:custGeom>
            <a:solidFill>
              <a:srgbClr val="676767"/>
            </a:solidFill>
          </p:spPr>
          <p:txBody>
            <a:bodyPr wrap="square" lIns="0" tIns="0" rIns="0" bIns="0" rtlCol="0"/>
            <a:lstStyle/>
            <a:p>
              <a:endParaRPr sz="2397">
                <a:solidFill>
                  <a:prstClr val="black"/>
                </a:solidFill>
              </a:endParaRPr>
            </a:p>
          </p:txBody>
        </p:sp>
        <p:pic>
          <p:nvPicPr>
            <p:cNvPr id="41" name="object 41"/>
            <p:cNvPicPr/>
            <p:nvPr/>
          </p:nvPicPr>
          <p:blipFill>
            <a:blip r:embed="rId20" cstate="print"/>
            <a:stretch>
              <a:fillRect/>
            </a:stretch>
          </p:blipFill>
          <p:spPr>
            <a:xfrm>
              <a:off x="7778496" y="3389312"/>
              <a:ext cx="425196" cy="474027"/>
            </a:xfrm>
            <a:prstGeom prst="rect">
              <a:avLst/>
            </a:prstGeom>
          </p:spPr>
        </p:pic>
        <p:sp>
          <p:nvSpPr>
            <p:cNvPr id="42" name="object 42"/>
            <p:cNvSpPr/>
            <p:nvPr/>
          </p:nvSpPr>
          <p:spPr>
            <a:xfrm>
              <a:off x="7897367" y="3508247"/>
              <a:ext cx="192405" cy="239395"/>
            </a:xfrm>
            <a:custGeom>
              <a:avLst/>
              <a:gdLst/>
              <a:ahLst/>
              <a:cxnLst/>
              <a:rect l="l" t="t" r="r" b="b"/>
              <a:pathLst>
                <a:path w="192404" h="239395">
                  <a:moveTo>
                    <a:pt x="187705" y="0"/>
                  </a:moveTo>
                  <a:lnTo>
                    <a:pt x="182372" y="0"/>
                  </a:lnTo>
                  <a:lnTo>
                    <a:pt x="175744" y="3996"/>
                  </a:lnTo>
                  <a:lnTo>
                    <a:pt x="171354" y="11112"/>
                  </a:lnTo>
                  <a:lnTo>
                    <a:pt x="168441" y="20323"/>
                  </a:lnTo>
                  <a:lnTo>
                    <a:pt x="166242" y="30606"/>
                  </a:lnTo>
                  <a:lnTo>
                    <a:pt x="144522" y="51403"/>
                  </a:lnTo>
                  <a:lnTo>
                    <a:pt x="127063" y="78200"/>
                  </a:lnTo>
                  <a:lnTo>
                    <a:pt x="113129" y="107616"/>
                  </a:lnTo>
                  <a:lnTo>
                    <a:pt x="101980" y="136270"/>
                  </a:lnTo>
                  <a:lnTo>
                    <a:pt x="90366" y="154187"/>
                  </a:lnTo>
                  <a:lnTo>
                    <a:pt x="52135" y="195260"/>
                  </a:lnTo>
                  <a:lnTo>
                    <a:pt x="16748" y="219249"/>
                  </a:lnTo>
                  <a:lnTo>
                    <a:pt x="7356" y="226089"/>
                  </a:lnTo>
                  <a:lnTo>
                    <a:pt x="0" y="236347"/>
                  </a:lnTo>
                  <a:lnTo>
                    <a:pt x="22324" y="239194"/>
                  </a:lnTo>
                  <a:lnTo>
                    <a:pt x="43910" y="227980"/>
                  </a:lnTo>
                  <a:lnTo>
                    <a:pt x="62972" y="210504"/>
                  </a:lnTo>
                  <a:lnTo>
                    <a:pt x="77724" y="194563"/>
                  </a:lnTo>
                  <a:lnTo>
                    <a:pt x="93573" y="178591"/>
                  </a:lnTo>
                  <a:lnTo>
                    <a:pt x="109934" y="166798"/>
                  </a:lnTo>
                  <a:lnTo>
                    <a:pt x="128319" y="157077"/>
                  </a:lnTo>
                  <a:lnTo>
                    <a:pt x="150240" y="147319"/>
                  </a:lnTo>
                  <a:lnTo>
                    <a:pt x="166318" y="130682"/>
                  </a:lnTo>
                  <a:lnTo>
                    <a:pt x="126110" y="130682"/>
                  </a:lnTo>
                  <a:lnTo>
                    <a:pt x="134548" y="112355"/>
                  </a:lnTo>
                  <a:lnTo>
                    <a:pt x="152471" y="76747"/>
                  </a:lnTo>
                  <a:lnTo>
                    <a:pt x="160908" y="58419"/>
                  </a:lnTo>
                  <a:lnTo>
                    <a:pt x="187337" y="58419"/>
                  </a:lnTo>
                  <a:lnTo>
                    <a:pt x="182372" y="38862"/>
                  </a:lnTo>
                  <a:lnTo>
                    <a:pt x="186973" y="29700"/>
                  </a:lnTo>
                  <a:lnTo>
                    <a:pt x="191087" y="19478"/>
                  </a:lnTo>
                  <a:lnTo>
                    <a:pt x="192176" y="9233"/>
                  </a:lnTo>
                  <a:lnTo>
                    <a:pt x="187705" y="0"/>
                  </a:lnTo>
                  <a:close/>
                </a:path>
                <a:path w="192404" h="239395">
                  <a:moveTo>
                    <a:pt x="187337" y="58419"/>
                  </a:moveTo>
                  <a:lnTo>
                    <a:pt x="163575" y="58419"/>
                  </a:lnTo>
                  <a:lnTo>
                    <a:pt x="163575" y="61213"/>
                  </a:lnTo>
                  <a:lnTo>
                    <a:pt x="166242" y="61213"/>
                  </a:lnTo>
                  <a:lnTo>
                    <a:pt x="164544" y="84534"/>
                  </a:lnTo>
                  <a:lnTo>
                    <a:pt x="156273" y="106330"/>
                  </a:lnTo>
                  <a:lnTo>
                    <a:pt x="142954" y="122935"/>
                  </a:lnTo>
                  <a:lnTo>
                    <a:pt x="126110" y="130682"/>
                  </a:lnTo>
                  <a:lnTo>
                    <a:pt x="166318" y="130682"/>
                  </a:lnTo>
                  <a:lnTo>
                    <a:pt x="168084" y="128855"/>
                  </a:lnTo>
                  <a:lnTo>
                    <a:pt x="182403" y="97329"/>
                  </a:lnTo>
                  <a:lnTo>
                    <a:pt x="188674" y="63684"/>
                  </a:lnTo>
                  <a:lnTo>
                    <a:pt x="187337" y="58419"/>
                  </a:lnTo>
                  <a:close/>
                </a:path>
              </a:pathLst>
            </a:custGeom>
            <a:solidFill>
              <a:srgbClr val="676767"/>
            </a:solidFill>
          </p:spPr>
          <p:txBody>
            <a:bodyPr wrap="square" lIns="0" tIns="0" rIns="0" bIns="0" rtlCol="0"/>
            <a:lstStyle/>
            <a:p>
              <a:endParaRPr sz="2397">
                <a:solidFill>
                  <a:prstClr val="black"/>
                </a:solidFill>
              </a:endParaRPr>
            </a:p>
          </p:txBody>
        </p:sp>
        <p:pic>
          <p:nvPicPr>
            <p:cNvPr id="43" name="object 43"/>
            <p:cNvPicPr/>
            <p:nvPr/>
          </p:nvPicPr>
          <p:blipFill>
            <a:blip r:embed="rId21" cstate="print"/>
            <a:stretch>
              <a:fillRect/>
            </a:stretch>
          </p:blipFill>
          <p:spPr>
            <a:xfrm>
              <a:off x="8116823" y="3398557"/>
              <a:ext cx="251459" cy="309460"/>
            </a:xfrm>
            <a:prstGeom prst="rect">
              <a:avLst/>
            </a:prstGeom>
          </p:spPr>
        </p:pic>
        <p:sp>
          <p:nvSpPr>
            <p:cNvPr id="44" name="object 44"/>
            <p:cNvSpPr/>
            <p:nvPr/>
          </p:nvSpPr>
          <p:spPr>
            <a:xfrm>
              <a:off x="8234679" y="3517391"/>
              <a:ext cx="19050" cy="76200"/>
            </a:xfrm>
            <a:custGeom>
              <a:avLst/>
              <a:gdLst/>
              <a:ahLst/>
              <a:cxnLst/>
              <a:rect l="l" t="t" r="r" b="b"/>
              <a:pathLst>
                <a:path w="19050" h="76200">
                  <a:moveTo>
                    <a:pt x="12700" y="0"/>
                  </a:moveTo>
                  <a:lnTo>
                    <a:pt x="3254" y="12317"/>
                  </a:lnTo>
                  <a:lnTo>
                    <a:pt x="0" y="32813"/>
                  </a:lnTo>
                  <a:lnTo>
                    <a:pt x="555" y="55953"/>
                  </a:lnTo>
                  <a:lnTo>
                    <a:pt x="2540" y="76199"/>
                  </a:lnTo>
                  <a:lnTo>
                    <a:pt x="13414" y="62686"/>
                  </a:lnTo>
                  <a:lnTo>
                    <a:pt x="19050" y="40195"/>
                  </a:lnTo>
                  <a:lnTo>
                    <a:pt x="18970" y="16656"/>
                  </a:lnTo>
                  <a:lnTo>
                    <a:pt x="12700" y="0"/>
                  </a:lnTo>
                  <a:close/>
                </a:path>
              </a:pathLst>
            </a:custGeom>
            <a:solidFill>
              <a:srgbClr val="676767"/>
            </a:solidFill>
          </p:spPr>
          <p:txBody>
            <a:bodyPr wrap="square" lIns="0" tIns="0" rIns="0" bIns="0" rtlCol="0"/>
            <a:lstStyle/>
            <a:p>
              <a:endParaRPr sz="2397">
                <a:solidFill>
                  <a:prstClr val="black"/>
                </a:solidFill>
              </a:endParaRPr>
            </a:p>
          </p:txBody>
        </p:sp>
        <p:pic>
          <p:nvPicPr>
            <p:cNvPr id="45" name="object 45"/>
            <p:cNvPicPr/>
            <p:nvPr/>
          </p:nvPicPr>
          <p:blipFill>
            <a:blip r:embed="rId22" cstate="print"/>
            <a:stretch>
              <a:fillRect/>
            </a:stretch>
          </p:blipFill>
          <p:spPr>
            <a:xfrm>
              <a:off x="7738871" y="3407663"/>
              <a:ext cx="297179" cy="361188"/>
            </a:xfrm>
            <a:prstGeom prst="rect">
              <a:avLst/>
            </a:prstGeom>
          </p:spPr>
        </p:pic>
        <p:sp>
          <p:nvSpPr>
            <p:cNvPr id="46" name="object 46"/>
            <p:cNvSpPr/>
            <p:nvPr/>
          </p:nvSpPr>
          <p:spPr>
            <a:xfrm>
              <a:off x="7859521" y="3526536"/>
              <a:ext cx="62230" cy="128270"/>
            </a:xfrm>
            <a:custGeom>
              <a:avLst/>
              <a:gdLst/>
              <a:ahLst/>
              <a:cxnLst/>
              <a:rect l="l" t="t" r="r" b="b"/>
              <a:pathLst>
                <a:path w="62229" h="128270">
                  <a:moveTo>
                    <a:pt x="55245" y="0"/>
                  </a:moveTo>
                  <a:lnTo>
                    <a:pt x="52577" y="0"/>
                  </a:lnTo>
                  <a:lnTo>
                    <a:pt x="52577" y="2793"/>
                  </a:lnTo>
                  <a:lnTo>
                    <a:pt x="49910" y="2793"/>
                  </a:lnTo>
                  <a:lnTo>
                    <a:pt x="49910" y="5587"/>
                  </a:lnTo>
                  <a:lnTo>
                    <a:pt x="37683" y="37218"/>
                  </a:lnTo>
                  <a:lnTo>
                    <a:pt x="19049" y="64706"/>
                  </a:lnTo>
                  <a:lnTo>
                    <a:pt x="3369" y="93241"/>
                  </a:lnTo>
                  <a:lnTo>
                    <a:pt x="0" y="128015"/>
                  </a:lnTo>
                  <a:lnTo>
                    <a:pt x="13271" y="117822"/>
                  </a:lnTo>
                  <a:lnTo>
                    <a:pt x="25304" y="105044"/>
                  </a:lnTo>
                  <a:lnTo>
                    <a:pt x="53748" y="61890"/>
                  </a:lnTo>
                  <a:lnTo>
                    <a:pt x="62027" y="23524"/>
                  </a:lnTo>
                  <a:lnTo>
                    <a:pt x="57784" y="2793"/>
                  </a:lnTo>
                  <a:lnTo>
                    <a:pt x="55245" y="2793"/>
                  </a:lnTo>
                  <a:lnTo>
                    <a:pt x="55245" y="0"/>
                  </a:lnTo>
                  <a:close/>
                </a:path>
              </a:pathLst>
            </a:custGeom>
            <a:solidFill>
              <a:srgbClr val="676767"/>
            </a:solidFill>
          </p:spPr>
          <p:txBody>
            <a:bodyPr wrap="square" lIns="0" tIns="0" rIns="0" bIns="0" rtlCol="0"/>
            <a:lstStyle/>
            <a:p>
              <a:endParaRPr sz="2397">
                <a:solidFill>
                  <a:prstClr val="black"/>
                </a:solidFill>
              </a:endParaRPr>
            </a:p>
          </p:txBody>
        </p:sp>
        <p:pic>
          <p:nvPicPr>
            <p:cNvPr id="47" name="object 47"/>
            <p:cNvPicPr/>
            <p:nvPr/>
          </p:nvPicPr>
          <p:blipFill>
            <a:blip r:embed="rId23" cstate="print"/>
            <a:stretch>
              <a:fillRect/>
            </a:stretch>
          </p:blipFill>
          <p:spPr>
            <a:xfrm>
              <a:off x="7885176" y="3489959"/>
              <a:ext cx="474027" cy="483082"/>
            </a:xfrm>
            <a:prstGeom prst="rect">
              <a:avLst/>
            </a:prstGeom>
          </p:spPr>
        </p:pic>
        <p:sp>
          <p:nvSpPr>
            <p:cNvPr id="48" name="object 48"/>
            <p:cNvSpPr/>
            <p:nvPr/>
          </p:nvSpPr>
          <p:spPr>
            <a:xfrm>
              <a:off x="8004047" y="3608831"/>
              <a:ext cx="240665" cy="248285"/>
            </a:xfrm>
            <a:custGeom>
              <a:avLst/>
              <a:gdLst/>
              <a:ahLst/>
              <a:cxnLst/>
              <a:rect l="l" t="t" r="r" b="b"/>
              <a:pathLst>
                <a:path w="240665" h="248285">
                  <a:moveTo>
                    <a:pt x="238759" y="0"/>
                  </a:moveTo>
                  <a:lnTo>
                    <a:pt x="233299" y="0"/>
                  </a:lnTo>
                  <a:lnTo>
                    <a:pt x="230631" y="2793"/>
                  </a:lnTo>
                  <a:lnTo>
                    <a:pt x="230631" y="5587"/>
                  </a:lnTo>
                  <a:lnTo>
                    <a:pt x="227837" y="8381"/>
                  </a:lnTo>
                  <a:lnTo>
                    <a:pt x="202120" y="79676"/>
                  </a:lnTo>
                  <a:lnTo>
                    <a:pt x="160020" y="136397"/>
                  </a:lnTo>
                  <a:lnTo>
                    <a:pt x="115966" y="155130"/>
                  </a:lnTo>
                  <a:lnTo>
                    <a:pt x="91386" y="163722"/>
                  </a:lnTo>
                  <a:lnTo>
                    <a:pt x="67818" y="178053"/>
                  </a:lnTo>
                  <a:lnTo>
                    <a:pt x="56896" y="187769"/>
                  </a:lnTo>
                  <a:lnTo>
                    <a:pt x="47498" y="199294"/>
                  </a:lnTo>
                  <a:lnTo>
                    <a:pt x="38100" y="211343"/>
                  </a:lnTo>
                  <a:lnTo>
                    <a:pt x="27177" y="222630"/>
                  </a:lnTo>
                  <a:lnTo>
                    <a:pt x="11541" y="229949"/>
                  </a:lnTo>
                  <a:lnTo>
                    <a:pt x="4228" y="236329"/>
                  </a:lnTo>
                  <a:lnTo>
                    <a:pt x="0" y="247649"/>
                  </a:lnTo>
                  <a:lnTo>
                    <a:pt x="16559" y="248062"/>
                  </a:lnTo>
                  <a:lnTo>
                    <a:pt x="30845" y="240379"/>
                  </a:lnTo>
                  <a:lnTo>
                    <a:pt x="44630" y="230076"/>
                  </a:lnTo>
                  <a:lnTo>
                    <a:pt x="59690" y="222630"/>
                  </a:lnTo>
                  <a:lnTo>
                    <a:pt x="89034" y="216433"/>
                  </a:lnTo>
                  <a:lnTo>
                    <a:pt x="119380" y="212867"/>
                  </a:lnTo>
                  <a:lnTo>
                    <a:pt x="143629" y="203039"/>
                  </a:lnTo>
                  <a:lnTo>
                    <a:pt x="154685" y="178053"/>
                  </a:lnTo>
                  <a:lnTo>
                    <a:pt x="137461" y="183074"/>
                  </a:lnTo>
                  <a:lnTo>
                    <a:pt x="118713" y="190976"/>
                  </a:lnTo>
                  <a:lnTo>
                    <a:pt x="98964" y="197306"/>
                  </a:lnTo>
                  <a:lnTo>
                    <a:pt x="78740" y="197611"/>
                  </a:lnTo>
                  <a:lnTo>
                    <a:pt x="96744" y="184544"/>
                  </a:lnTo>
                  <a:lnTo>
                    <a:pt x="117332" y="176418"/>
                  </a:lnTo>
                  <a:lnTo>
                    <a:pt x="138943" y="169840"/>
                  </a:lnTo>
                  <a:lnTo>
                    <a:pt x="160020" y="161416"/>
                  </a:lnTo>
                  <a:lnTo>
                    <a:pt x="191293" y="132159"/>
                  </a:lnTo>
                  <a:lnTo>
                    <a:pt x="214375" y="94614"/>
                  </a:lnTo>
                  <a:lnTo>
                    <a:pt x="235711" y="49402"/>
                  </a:lnTo>
                  <a:lnTo>
                    <a:pt x="240664" y="24963"/>
                  </a:lnTo>
                  <a:lnTo>
                    <a:pt x="238759" y="0"/>
                  </a:lnTo>
                  <a:close/>
                </a:path>
              </a:pathLst>
            </a:custGeom>
            <a:solidFill>
              <a:srgbClr val="676767"/>
            </a:solidFill>
          </p:spPr>
          <p:txBody>
            <a:bodyPr wrap="square" lIns="0" tIns="0" rIns="0" bIns="0" rtlCol="0"/>
            <a:lstStyle/>
            <a:p>
              <a:endParaRPr sz="2397">
                <a:solidFill>
                  <a:prstClr val="black"/>
                </a:solidFill>
              </a:endParaRPr>
            </a:p>
          </p:txBody>
        </p:sp>
        <p:pic>
          <p:nvPicPr>
            <p:cNvPr id="49" name="object 49"/>
            <p:cNvPicPr/>
            <p:nvPr/>
          </p:nvPicPr>
          <p:blipFill>
            <a:blip r:embed="rId24" cstate="print"/>
            <a:stretch>
              <a:fillRect/>
            </a:stretch>
          </p:blipFill>
          <p:spPr>
            <a:xfrm>
              <a:off x="8046720" y="3496055"/>
              <a:ext cx="376466" cy="403898"/>
            </a:xfrm>
            <a:prstGeom prst="rect">
              <a:avLst/>
            </a:prstGeom>
          </p:spPr>
        </p:pic>
        <p:sp>
          <p:nvSpPr>
            <p:cNvPr id="50" name="object 50"/>
            <p:cNvSpPr/>
            <p:nvPr/>
          </p:nvSpPr>
          <p:spPr>
            <a:xfrm>
              <a:off x="8165591" y="3614927"/>
              <a:ext cx="142240" cy="168910"/>
            </a:xfrm>
            <a:custGeom>
              <a:avLst/>
              <a:gdLst/>
              <a:ahLst/>
              <a:cxnLst/>
              <a:rect l="l" t="t" r="r" b="b"/>
              <a:pathLst>
                <a:path w="142240" h="168910">
                  <a:moveTo>
                    <a:pt x="141224" y="0"/>
                  </a:moveTo>
                  <a:lnTo>
                    <a:pt x="133096" y="0"/>
                  </a:lnTo>
                  <a:lnTo>
                    <a:pt x="121658" y="19506"/>
                  </a:lnTo>
                  <a:lnTo>
                    <a:pt x="113029" y="44227"/>
                  </a:lnTo>
                  <a:lnTo>
                    <a:pt x="102877" y="66901"/>
                  </a:lnTo>
                  <a:lnTo>
                    <a:pt x="86867" y="80264"/>
                  </a:lnTo>
                  <a:lnTo>
                    <a:pt x="92848" y="61454"/>
                  </a:lnTo>
                  <a:lnTo>
                    <a:pt x="101853" y="40084"/>
                  </a:lnTo>
                  <a:lnTo>
                    <a:pt x="106763" y="18738"/>
                  </a:lnTo>
                  <a:lnTo>
                    <a:pt x="100456" y="0"/>
                  </a:lnTo>
                  <a:lnTo>
                    <a:pt x="92559" y="6419"/>
                  </a:lnTo>
                  <a:lnTo>
                    <a:pt x="88233" y="15922"/>
                  </a:lnTo>
                  <a:lnTo>
                    <a:pt x="85955" y="26449"/>
                  </a:lnTo>
                  <a:lnTo>
                    <a:pt x="84200" y="35941"/>
                  </a:lnTo>
                  <a:lnTo>
                    <a:pt x="74068" y="65605"/>
                  </a:lnTo>
                  <a:lnTo>
                    <a:pt x="43660" y="120790"/>
                  </a:lnTo>
                  <a:lnTo>
                    <a:pt x="16019" y="147744"/>
                  </a:lnTo>
                  <a:lnTo>
                    <a:pt x="8143" y="152844"/>
                  </a:lnTo>
                  <a:lnTo>
                    <a:pt x="2291" y="158992"/>
                  </a:lnTo>
                  <a:lnTo>
                    <a:pt x="0" y="168783"/>
                  </a:lnTo>
                  <a:lnTo>
                    <a:pt x="24415" y="167899"/>
                  </a:lnTo>
                  <a:lnTo>
                    <a:pt x="42735" y="153527"/>
                  </a:lnTo>
                  <a:lnTo>
                    <a:pt x="58007" y="132939"/>
                  </a:lnTo>
                  <a:lnTo>
                    <a:pt x="73278" y="113411"/>
                  </a:lnTo>
                  <a:lnTo>
                    <a:pt x="81843" y="108073"/>
                  </a:lnTo>
                  <a:lnTo>
                    <a:pt x="98925" y="99444"/>
                  </a:lnTo>
                  <a:lnTo>
                    <a:pt x="105917" y="94107"/>
                  </a:lnTo>
                  <a:lnTo>
                    <a:pt x="121739" y="76259"/>
                  </a:lnTo>
                  <a:lnTo>
                    <a:pt x="134762" y="53244"/>
                  </a:lnTo>
                  <a:lnTo>
                    <a:pt x="142190" y="27134"/>
                  </a:lnTo>
                  <a:lnTo>
                    <a:pt x="141224" y="0"/>
                  </a:lnTo>
                  <a:close/>
                </a:path>
              </a:pathLst>
            </a:custGeom>
            <a:solidFill>
              <a:srgbClr val="676767"/>
            </a:solidFill>
          </p:spPr>
          <p:txBody>
            <a:bodyPr wrap="square" lIns="0" tIns="0" rIns="0" bIns="0" rtlCol="0"/>
            <a:lstStyle/>
            <a:p>
              <a:endParaRPr sz="2397">
                <a:solidFill>
                  <a:prstClr val="black"/>
                </a:solidFill>
              </a:endParaRPr>
            </a:p>
          </p:txBody>
        </p:sp>
        <p:pic>
          <p:nvPicPr>
            <p:cNvPr id="51" name="object 51"/>
            <p:cNvPicPr/>
            <p:nvPr/>
          </p:nvPicPr>
          <p:blipFill>
            <a:blip r:embed="rId25" cstate="print"/>
            <a:stretch>
              <a:fillRect/>
            </a:stretch>
          </p:blipFill>
          <p:spPr>
            <a:xfrm>
              <a:off x="8016240" y="3590543"/>
              <a:ext cx="391629" cy="361188"/>
            </a:xfrm>
            <a:prstGeom prst="rect">
              <a:avLst/>
            </a:prstGeom>
          </p:spPr>
        </p:pic>
        <p:sp>
          <p:nvSpPr>
            <p:cNvPr id="52" name="object 52"/>
            <p:cNvSpPr/>
            <p:nvPr/>
          </p:nvSpPr>
          <p:spPr>
            <a:xfrm>
              <a:off x="8135111" y="3709415"/>
              <a:ext cx="159385" cy="128270"/>
            </a:xfrm>
            <a:custGeom>
              <a:avLst/>
              <a:gdLst/>
              <a:ahLst/>
              <a:cxnLst/>
              <a:rect l="l" t="t" r="r" b="b"/>
              <a:pathLst>
                <a:path w="159384" h="128270">
                  <a:moveTo>
                    <a:pt x="158877" y="0"/>
                  </a:moveTo>
                  <a:lnTo>
                    <a:pt x="153416" y="0"/>
                  </a:lnTo>
                  <a:lnTo>
                    <a:pt x="135453" y="11503"/>
                  </a:lnTo>
                  <a:lnTo>
                    <a:pt x="120777" y="27162"/>
                  </a:lnTo>
                  <a:lnTo>
                    <a:pt x="107624" y="43844"/>
                  </a:lnTo>
                  <a:lnTo>
                    <a:pt x="94234" y="58420"/>
                  </a:lnTo>
                  <a:lnTo>
                    <a:pt x="83260" y="68353"/>
                  </a:lnTo>
                  <a:lnTo>
                    <a:pt x="71024" y="77216"/>
                  </a:lnTo>
                  <a:lnTo>
                    <a:pt x="58265" y="85030"/>
                  </a:lnTo>
                  <a:lnTo>
                    <a:pt x="45720" y="91821"/>
                  </a:lnTo>
                  <a:lnTo>
                    <a:pt x="32914" y="99458"/>
                  </a:lnTo>
                  <a:lnTo>
                    <a:pt x="19859" y="106822"/>
                  </a:lnTo>
                  <a:lnTo>
                    <a:pt x="8304" y="115734"/>
                  </a:lnTo>
                  <a:lnTo>
                    <a:pt x="0" y="128016"/>
                  </a:lnTo>
                  <a:lnTo>
                    <a:pt x="32575" y="119306"/>
                  </a:lnTo>
                  <a:lnTo>
                    <a:pt x="60578" y="102250"/>
                  </a:lnTo>
                  <a:lnTo>
                    <a:pt x="88582" y="84171"/>
                  </a:lnTo>
                  <a:lnTo>
                    <a:pt x="121158" y="72390"/>
                  </a:lnTo>
                  <a:lnTo>
                    <a:pt x="126345" y="66847"/>
                  </a:lnTo>
                  <a:lnTo>
                    <a:pt x="132556" y="61579"/>
                  </a:lnTo>
                  <a:lnTo>
                    <a:pt x="137767" y="54762"/>
                  </a:lnTo>
                  <a:lnTo>
                    <a:pt x="138543" y="51149"/>
                  </a:lnTo>
                  <a:lnTo>
                    <a:pt x="124844" y="51149"/>
                  </a:lnTo>
                  <a:lnTo>
                    <a:pt x="121158" y="50038"/>
                  </a:lnTo>
                  <a:lnTo>
                    <a:pt x="133105" y="38719"/>
                  </a:lnTo>
                  <a:lnTo>
                    <a:pt x="146065" y="28162"/>
                  </a:lnTo>
                  <a:lnTo>
                    <a:pt x="156001" y="16033"/>
                  </a:lnTo>
                  <a:lnTo>
                    <a:pt x="158877" y="0"/>
                  </a:lnTo>
                  <a:close/>
                </a:path>
                <a:path w="159384" h="128270">
                  <a:moveTo>
                    <a:pt x="139954" y="44577"/>
                  </a:moveTo>
                  <a:lnTo>
                    <a:pt x="133266" y="45037"/>
                  </a:lnTo>
                  <a:lnTo>
                    <a:pt x="128555" y="48355"/>
                  </a:lnTo>
                  <a:lnTo>
                    <a:pt x="124844" y="51149"/>
                  </a:lnTo>
                  <a:lnTo>
                    <a:pt x="138543" y="51149"/>
                  </a:lnTo>
                  <a:lnTo>
                    <a:pt x="139954" y="44577"/>
                  </a:lnTo>
                  <a:close/>
                </a:path>
              </a:pathLst>
            </a:custGeom>
            <a:solidFill>
              <a:srgbClr val="676767"/>
            </a:solidFill>
          </p:spPr>
          <p:txBody>
            <a:bodyPr wrap="square" lIns="0" tIns="0" rIns="0" bIns="0" rtlCol="0"/>
            <a:lstStyle/>
            <a:p>
              <a:endParaRPr sz="2397">
                <a:solidFill>
                  <a:prstClr val="black"/>
                </a:solidFill>
              </a:endParaRPr>
            </a:p>
          </p:txBody>
        </p:sp>
        <p:pic>
          <p:nvPicPr>
            <p:cNvPr id="53" name="object 53"/>
            <p:cNvPicPr/>
            <p:nvPr/>
          </p:nvPicPr>
          <p:blipFill>
            <a:blip r:embed="rId26" cstate="print"/>
            <a:stretch>
              <a:fillRect/>
            </a:stretch>
          </p:blipFill>
          <p:spPr>
            <a:xfrm>
              <a:off x="7845552" y="3691127"/>
              <a:ext cx="300177" cy="260603"/>
            </a:xfrm>
            <a:prstGeom prst="rect">
              <a:avLst/>
            </a:prstGeom>
          </p:spPr>
        </p:pic>
        <p:sp>
          <p:nvSpPr>
            <p:cNvPr id="54" name="object 54"/>
            <p:cNvSpPr/>
            <p:nvPr/>
          </p:nvSpPr>
          <p:spPr>
            <a:xfrm>
              <a:off x="7964423" y="3808823"/>
              <a:ext cx="67310" cy="27940"/>
            </a:xfrm>
            <a:custGeom>
              <a:avLst/>
              <a:gdLst/>
              <a:ahLst/>
              <a:cxnLst/>
              <a:rect l="l" t="t" r="r" b="b"/>
              <a:pathLst>
                <a:path w="67309" h="27939">
                  <a:moveTo>
                    <a:pt x="49399" y="0"/>
                  </a:moveTo>
                  <a:lnTo>
                    <a:pt x="28479" y="2430"/>
                  </a:lnTo>
                  <a:lnTo>
                    <a:pt x="10084" y="9314"/>
                  </a:lnTo>
                  <a:lnTo>
                    <a:pt x="0" y="21877"/>
                  </a:lnTo>
                  <a:lnTo>
                    <a:pt x="17281" y="27870"/>
                  </a:lnTo>
                  <a:lnTo>
                    <a:pt x="37576" y="24195"/>
                  </a:lnTo>
                  <a:lnTo>
                    <a:pt x="55846" y="14091"/>
                  </a:lnTo>
                  <a:lnTo>
                    <a:pt x="67055" y="795"/>
                  </a:lnTo>
                  <a:lnTo>
                    <a:pt x="49399" y="0"/>
                  </a:lnTo>
                  <a:close/>
                </a:path>
              </a:pathLst>
            </a:custGeom>
            <a:solidFill>
              <a:srgbClr val="676767"/>
            </a:solidFill>
          </p:spPr>
          <p:txBody>
            <a:bodyPr wrap="square" lIns="0" tIns="0" rIns="0" bIns="0" rtlCol="0"/>
            <a:lstStyle/>
            <a:p>
              <a:endParaRPr sz="2397">
                <a:solidFill>
                  <a:prstClr val="black"/>
                </a:solidFill>
              </a:endParaRPr>
            </a:p>
          </p:txBody>
        </p:sp>
        <p:pic>
          <p:nvPicPr>
            <p:cNvPr id="55" name="object 55"/>
            <p:cNvPicPr/>
            <p:nvPr/>
          </p:nvPicPr>
          <p:blipFill>
            <a:blip r:embed="rId27" cstate="print"/>
            <a:stretch>
              <a:fillRect/>
            </a:stretch>
          </p:blipFill>
          <p:spPr>
            <a:xfrm>
              <a:off x="7933944" y="3715511"/>
              <a:ext cx="288035" cy="257606"/>
            </a:xfrm>
            <a:prstGeom prst="rect">
              <a:avLst/>
            </a:prstGeom>
          </p:spPr>
        </p:pic>
        <p:sp>
          <p:nvSpPr>
            <p:cNvPr id="56" name="object 56"/>
            <p:cNvSpPr/>
            <p:nvPr/>
          </p:nvSpPr>
          <p:spPr>
            <a:xfrm>
              <a:off x="8055637" y="3833621"/>
              <a:ext cx="52069" cy="25400"/>
            </a:xfrm>
            <a:custGeom>
              <a:avLst/>
              <a:gdLst/>
              <a:ahLst/>
              <a:cxnLst/>
              <a:rect l="l" t="t" r="r" b="b"/>
              <a:pathLst>
                <a:path w="52070" h="25400">
                  <a:moveTo>
                    <a:pt x="35012" y="0"/>
                  </a:moveTo>
                  <a:lnTo>
                    <a:pt x="14481" y="2793"/>
                  </a:lnTo>
                  <a:lnTo>
                    <a:pt x="0" y="11874"/>
                  </a:lnTo>
                  <a:lnTo>
                    <a:pt x="1115" y="25145"/>
                  </a:lnTo>
                  <a:lnTo>
                    <a:pt x="22578" y="25145"/>
                  </a:lnTo>
                  <a:lnTo>
                    <a:pt x="31307" y="21697"/>
                  </a:lnTo>
                  <a:lnTo>
                    <a:pt x="40310" y="18510"/>
                  </a:lnTo>
                  <a:lnTo>
                    <a:pt x="47813" y="13751"/>
                  </a:lnTo>
                  <a:lnTo>
                    <a:pt x="52042" y="5587"/>
                  </a:lnTo>
                  <a:lnTo>
                    <a:pt x="35012" y="0"/>
                  </a:lnTo>
                  <a:close/>
                </a:path>
              </a:pathLst>
            </a:custGeom>
            <a:solidFill>
              <a:srgbClr val="676767"/>
            </a:solidFill>
          </p:spPr>
          <p:txBody>
            <a:bodyPr wrap="square" lIns="0" tIns="0" rIns="0" bIns="0" rtlCol="0"/>
            <a:lstStyle/>
            <a:p>
              <a:endParaRPr sz="2397">
                <a:solidFill>
                  <a:prstClr val="black"/>
                </a:solidFill>
              </a:endParaRPr>
            </a:p>
          </p:txBody>
        </p:sp>
        <p:pic>
          <p:nvPicPr>
            <p:cNvPr id="57" name="object 57"/>
            <p:cNvPicPr/>
            <p:nvPr/>
          </p:nvPicPr>
          <p:blipFill>
            <a:blip r:embed="rId28" cstate="print"/>
            <a:stretch>
              <a:fillRect/>
            </a:stretch>
          </p:blipFill>
          <p:spPr>
            <a:xfrm>
              <a:off x="2971800" y="1584959"/>
              <a:ext cx="3301746" cy="2734817"/>
            </a:xfrm>
            <a:prstGeom prst="rect">
              <a:avLst/>
            </a:prstGeom>
          </p:spPr>
        </p:pic>
        <p:sp>
          <p:nvSpPr>
            <p:cNvPr id="58" name="object 58"/>
            <p:cNvSpPr/>
            <p:nvPr/>
          </p:nvSpPr>
          <p:spPr>
            <a:xfrm>
              <a:off x="7239000" y="1475231"/>
              <a:ext cx="1606550" cy="1408430"/>
            </a:xfrm>
            <a:custGeom>
              <a:avLst/>
              <a:gdLst/>
              <a:ahLst/>
              <a:cxnLst/>
              <a:rect l="l" t="t" r="r" b="b"/>
              <a:pathLst>
                <a:path w="1606550" h="1408430">
                  <a:moveTo>
                    <a:pt x="1606296" y="0"/>
                  </a:moveTo>
                  <a:lnTo>
                    <a:pt x="0" y="0"/>
                  </a:lnTo>
                  <a:lnTo>
                    <a:pt x="0" y="1408176"/>
                  </a:lnTo>
                  <a:lnTo>
                    <a:pt x="1606296" y="1408176"/>
                  </a:lnTo>
                  <a:lnTo>
                    <a:pt x="1606296" y="0"/>
                  </a:lnTo>
                  <a:close/>
                </a:path>
              </a:pathLst>
            </a:custGeom>
            <a:solidFill>
              <a:srgbClr val="FF0000">
                <a:alpha val="85096"/>
              </a:srgbClr>
            </a:solidFill>
          </p:spPr>
          <p:txBody>
            <a:bodyPr wrap="square" lIns="0" tIns="0" rIns="0" bIns="0" rtlCol="0"/>
            <a:lstStyle/>
            <a:p>
              <a:endParaRPr sz="2397">
                <a:solidFill>
                  <a:prstClr val="black"/>
                </a:solidFill>
              </a:endParaRPr>
            </a:p>
          </p:txBody>
        </p:sp>
      </p:grpSp>
      <p:sp>
        <p:nvSpPr>
          <p:cNvPr id="59" name="object 59"/>
          <p:cNvSpPr txBox="1"/>
          <p:nvPr/>
        </p:nvSpPr>
        <p:spPr>
          <a:xfrm>
            <a:off x="10094441" y="3343931"/>
            <a:ext cx="1200784" cy="427446"/>
          </a:xfrm>
          <a:prstGeom prst="rect">
            <a:avLst/>
          </a:prstGeom>
        </p:spPr>
        <p:txBody>
          <a:bodyPr vert="horz" wrap="square" lIns="0" tIns="16912" rIns="0" bIns="0" rtlCol="0">
            <a:spAutoFit/>
          </a:bodyPr>
          <a:lstStyle/>
          <a:p>
            <a:pPr marR="6765" algn="ctr">
              <a:lnSpc>
                <a:spcPts val="1911"/>
              </a:lnSpc>
              <a:spcBef>
                <a:spcPts val="133"/>
              </a:spcBef>
            </a:pPr>
            <a:r>
              <a:rPr sz="1598" spc="-7" dirty="0">
                <a:solidFill>
                  <a:srgbClr val="FFFFFF"/>
                </a:solidFill>
                <a:latin typeface="Arial"/>
                <a:cs typeface="Arial"/>
              </a:rPr>
              <a:t>U</a:t>
            </a:r>
            <a:r>
              <a:rPr sz="1598" spc="-13" dirty="0">
                <a:solidFill>
                  <a:srgbClr val="FFFFFF"/>
                </a:solidFill>
                <a:latin typeface="Arial"/>
                <a:cs typeface="Arial"/>
              </a:rPr>
              <a:t>R</a:t>
            </a:r>
            <a:r>
              <a:rPr sz="1598" spc="-7" dirty="0">
                <a:solidFill>
                  <a:srgbClr val="FFFFFF"/>
                </a:solidFill>
                <a:latin typeface="Arial"/>
                <a:cs typeface="Arial"/>
              </a:rPr>
              <a:t>L</a:t>
            </a:r>
            <a:r>
              <a:rPr sz="1598" spc="-60" dirty="0">
                <a:solidFill>
                  <a:srgbClr val="FFFFFF"/>
                </a:solidFill>
                <a:latin typeface="Arial"/>
                <a:cs typeface="Arial"/>
              </a:rPr>
              <a:t> </a:t>
            </a:r>
            <a:r>
              <a:rPr sz="1598" spc="13" dirty="0">
                <a:solidFill>
                  <a:srgbClr val="FFFFFF"/>
                </a:solidFill>
                <a:latin typeface="Arial"/>
                <a:cs typeface="Arial"/>
              </a:rPr>
              <a:t>F</a:t>
            </a:r>
            <a:r>
              <a:rPr sz="1598" spc="20" dirty="0">
                <a:solidFill>
                  <a:srgbClr val="FFFFFF"/>
                </a:solidFill>
                <a:latin typeface="Arial"/>
                <a:cs typeface="Arial"/>
              </a:rPr>
              <a:t>il</a:t>
            </a:r>
            <a:r>
              <a:rPr sz="1598" dirty="0">
                <a:solidFill>
                  <a:srgbClr val="FFFFFF"/>
                </a:solidFill>
                <a:latin typeface="Arial"/>
                <a:cs typeface="Arial"/>
              </a:rPr>
              <a:t>t</a:t>
            </a:r>
            <a:r>
              <a:rPr sz="1598" spc="7" dirty="0">
                <a:solidFill>
                  <a:srgbClr val="FFFFFF"/>
                </a:solidFill>
                <a:latin typeface="Arial"/>
                <a:cs typeface="Arial"/>
              </a:rPr>
              <a:t>er</a:t>
            </a:r>
            <a:r>
              <a:rPr sz="1598" spc="-7" dirty="0">
                <a:solidFill>
                  <a:srgbClr val="FFFFFF"/>
                </a:solidFill>
                <a:latin typeface="Arial"/>
                <a:cs typeface="Arial"/>
              </a:rPr>
              <a:t>i</a:t>
            </a:r>
            <a:r>
              <a:rPr sz="1598" spc="-40" dirty="0">
                <a:solidFill>
                  <a:srgbClr val="FFFFFF"/>
                </a:solidFill>
                <a:latin typeface="Arial"/>
                <a:cs typeface="Arial"/>
              </a:rPr>
              <a:t>n</a:t>
            </a:r>
            <a:r>
              <a:rPr sz="1598" spc="-7" dirty="0">
                <a:solidFill>
                  <a:srgbClr val="FFFFFF"/>
                </a:solidFill>
                <a:latin typeface="Arial"/>
                <a:cs typeface="Arial"/>
              </a:rPr>
              <a:t>g</a:t>
            </a:r>
            <a:endParaRPr sz="1598">
              <a:solidFill>
                <a:prstClr val="black"/>
              </a:solidFill>
              <a:latin typeface="Arial"/>
              <a:cs typeface="Arial"/>
            </a:endParaRPr>
          </a:p>
          <a:p>
            <a:pPr marR="4228" algn="ctr">
              <a:lnSpc>
                <a:spcPts val="1272"/>
              </a:lnSpc>
            </a:pPr>
            <a:r>
              <a:rPr sz="1065" spc="-13" dirty="0">
                <a:solidFill>
                  <a:srgbClr val="FFFFFF"/>
                </a:solidFill>
                <a:latin typeface="Arial"/>
                <a:cs typeface="Arial"/>
              </a:rPr>
              <a:t>(subscription)</a:t>
            </a:r>
            <a:endParaRPr sz="1065">
              <a:solidFill>
                <a:prstClr val="black"/>
              </a:solidFill>
              <a:latin typeface="Arial"/>
              <a:cs typeface="Arial"/>
            </a:endParaRPr>
          </a:p>
        </p:txBody>
      </p:sp>
      <p:sp>
        <p:nvSpPr>
          <p:cNvPr id="60" name="object 60"/>
          <p:cNvSpPr/>
          <p:nvPr/>
        </p:nvSpPr>
        <p:spPr>
          <a:xfrm>
            <a:off x="5036603" y="1964550"/>
            <a:ext cx="2229061" cy="3868724"/>
          </a:xfrm>
          <a:custGeom>
            <a:avLst/>
            <a:gdLst/>
            <a:ahLst/>
            <a:cxnLst/>
            <a:rect l="l" t="t" r="r" b="b"/>
            <a:pathLst>
              <a:path w="1673860" h="2905125">
                <a:moveTo>
                  <a:pt x="1673352" y="0"/>
                </a:moveTo>
                <a:lnTo>
                  <a:pt x="0" y="0"/>
                </a:lnTo>
                <a:lnTo>
                  <a:pt x="0" y="2904743"/>
                </a:lnTo>
                <a:lnTo>
                  <a:pt x="1673352" y="2904743"/>
                </a:lnTo>
                <a:lnTo>
                  <a:pt x="1673352" y="0"/>
                </a:lnTo>
                <a:close/>
              </a:path>
            </a:pathLst>
          </a:custGeom>
          <a:solidFill>
            <a:srgbClr val="FF0000">
              <a:alpha val="85096"/>
            </a:srgbClr>
          </a:solidFill>
        </p:spPr>
        <p:txBody>
          <a:bodyPr wrap="square" lIns="0" tIns="0" rIns="0" bIns="0" rtlCol="0"/>
          <a:lstStyle/>
          <a:p>
            <a:endParaRPr sz="2397">
              <a:solidFill>
                <a:prstClr val="black"/>
              </a:solidFill>
            </a:endParaRPr>
          </a:p>
        </p:txBody>
      </p:sp>
      <p:sp>
        <p:nvSpPr>
          <p:cNvPr id="61" name="object 61"/>
          <p:cNvSpPr txBox="1"/>
          <p:nvPr/>
        </p:nvSpPr>
        <p:spPr>
          <a:xfrm>
            <a:off x="5662196" y="3755512"/>
            <a:ext cx="1059565" cy="754780"/>
          </a:xfrm>
          <a:prstGeom prst="rect">
            <a:avLst/>
          </a:prstGeom>
        </p:spPr>
        <p:txBody>
          <a:bodyPr vert="horz" wrap="square" lIns="0" tIns="16912" rIns="0" bIns="0" rtlCol="0">
            <a:spAutoFit/>
          </a:bodyPr>
          <a:lstStyle/>
          <a:p>
            <a:pPr marL="16913" marR="6765" indent="56657" algn="just">
              <a:spcBef>
                <a:spcPts val="133"/>
              </a:spcBef>
            </a:pPr>
            <a:r>
              <a:rPr sz="1598" dirty="0">
                <a:solidFill>
                  <a:srgbClr val="FFFFFF"/>
                </a:solidFill>
                <a:latin typeface="Arial"/>
                <a:cs typeface="Arial"/>
              </a:rPr>
              <a:t>Firepower </a:t>
            </a:r>
            <a:r>
              <a:rPr sz="1598" spc="-433" dirty="0">
                <a:solidFill>
                  <a:srgbClr val="FFFFFF"/>
                </a:solidFill>
                <a:latin typeface="Arial"/>
                <a:cs typeface="Arial"/>
              </a:rPr>
              <a:t> </a:t>
            </a:r>
            <a:r>
              <a:rPr sz="1598" spc="-13" dirty="0">
                <a:solidFill>
                  <a:srgbClr val="FFFFFF"/>
                </a:solidFill>
                <a:latin typeface="Arial"/>
                <a:cs typeface="Arial"/>
              </a:rPr>
              <a:t>A</a:t>
            </a:r>
            <a:r>
              <a:rPr sz="1598" spc="-7" dirty="0">
                <a:solidFill>
                  <a:srgbClr val="FFFFFF"/>
                </a:solidFill>
                <a:latin typeface="Arial"/>
                <a:cs typeface="Arial"/>
              </a:rPr>
              <a:t>na</a:t>
            </a:r>
            <a:r>
              <a:rPr sz="1598" spc="20" dirty="0">
                <a:solidFill>
                  <a:srgbClr val="FFFFFF"/>
                </a:solidFill>
                <a:latin typeface="Arial"/>
                <a:cs typeface="Arial"/>
              </a:rPr>
              <a:t>l</a:t>
            </a:r>
            <a:r>
              <a:rPr sz="1598" dirty="0">
                <a:solidFill>
                  <a:srgbClr val="FFFFFF"/>
                </a:solidFill>
                <a:latin typeface="Arial"/>
                <a:cs typeface="Arial"/>
              </a:rPr>
              <a:t>yt</a:t>
            </a:r>
            <a:r>
              <a:rPr sz="1598" spc="27" dirty="0">
                <a:solidFill>
                  <a:srgbClr val="FFFFFF"/>
                </a:solidFill>
                <a:latin typeface="Arial"/>
                <a:cs typeface="Arial"/>
              </a:rPr>
              <a:t>i</a:t>
            </a:r>
            <a:r>
              <a:rPr sz="1598" dirty="0">
                <a:solidFill>
                  <a:srgbClr val="FFFFFF"/>
                </a:solidFill>
                <a:latin typeface="Arial"/>
                <a:cs typeface="Arial"/>
              </a:rPr>
              <a:t>cs</a:t>
            </a:r>
            <a:r>
              <a:rPr sz="1598" spc="-67" dirty="0">
                <a:solidFill>
                  <a:srgbClr val="FFFFFF"/>
                </a:solidFill>
                <a:latin typeface="Arial"/>
                <a:cs typeface="Arial"/>
              </a:rPr>
              <a:t> </a:t>
            </a:r>
            <a:r>
              <a:rPr sz="1598" dirty="0">
                <a:solidFill>
                  <a:srgbClr val="FFFFFF"/>
                </a:solidFill>
                <a:latin typeface="Arial"/>
                <a:cs typeface="Arial"/>
              </a:rPr>
              <a:t>&amp;  </a:t>
            </a:r>
            <a:r>
              <a:rPr sz="1598" spc="-13" dirty="0">
                <a:solidFill>
                  <a:srgbClr val="FFFFFF"/>
                </a:solidFill>
                <a:latin typeface="Arial"/>
                <a:cs typeface="Arial"/>
              </a:rPr>
              <a:t>A</a:t>
            </a:r>
            <a:r>
              <a:rPr sz="1598" spc="-7" dirty="0">
                <a:solidFill>
                  <a:srgbClr val="FFFFFF"/>
                </a:solidFill>
                <a:latin typeface="Arial"/>
                <a:cs typeface="Arial"/>
              </a:rPr>
              <a:t>u</a:t>
            </a:r>
            <a:r>
              <a:rPr sz="1598" dirty="0">
                <a:solidFill>
                  <a:srgbClr val="FFFFFF"/>
                </a:solidFill>
                <a:latin typeface="Arial"/>
                <a:cs typeface="Arial"/>
              </a:rPr>
              <a:t>t</a:t>
            </a:r>
            <a:r>
              <a:rPr sz="1598" spc="7" dirty="0">
                <a:solidFill>
                  <a:srgbClr val="FFFFFF"/>
                </a:solidFill>
                <a:latin typeface="Arial"/>
                <a:cs typeface="Arial"/>
              </a:rPr>
              <a:t>o</a:t>
            </a:r>
            <a:r>
              <a:rPr sz="1598" spc="-53" dirty="0">
                <a:solidFill>
                  <a:srgbClr val="FFFFFF"/>
                </a:solidFill>
                <a:latin typeface="Arial"/>
                <a:cs typeface="Arial"/>
              </a:rPr>
              <a:t>m</a:t>
            </a:r>
            <a:r>
              <a:rPr sz="1598" spc="-7" dirty="0">
                <a:solidFill>
                  <a:srgbClr val="FFFFFF"/>
                </a:solidFill>
                <a:latin typeface="Arial"/>
                <a:cs typeface="Arial"/>
              </a:rPr>
              <a:t>a</a:t>
            </a:r>
            <a:r>
              <a:rPr sz="1598" dirty="0">
                <a:solidFill>
                  <a:srgbClr val="FFFFFF"/>
                </a:solidFill>
                <a:latin typeface="Arial"/>
                <a:cs typeface="Arial"/>
              </a:rPr>
              <a:t>t</a:t>
            </a:r>
            <a:r>
              <a:rPr sz="1598" spc="27" dirty="0">
                <a:solidFill>
                  <a:srgbClr val="FFFFFF"/>
                </a:solidFill>
                <a:latin typeface="Arial"/>
                <a:cs typeface="Arial"/>
              </a:rPr>
              <a:t>i</a:t>
            </a:r>
            <a:r>
              <a:rPr sz="1598" spc="-7" dirty="0">
                <a:solidFill>
                  <a:srgbClr val="FFFFFF"/>
                </a:solidFill>
                <a:latin typeface="Arial"/>
                <a:cs typeface="Arial"/>
              </a:rPr>
              <a:t>on</a:t>
            </a:r>
            <a:endParaRPr sz="1598">
              <a:solidFill>
                <a:prstClr val="black"/>
              </a:solidFill>
              <a:latin typeface="Arial"/>
              <a:cs typeface="Arial"/>
            </a:endParaRPr>
          </a:p>
        </p:txBody>
      </p:sp>
      <p:grpSp>
        <p:nvGrpSpPr>
          <p:cNvPr id="62" name="object 62"/>
          <p:cNvGrpSpPr/>
          <p:nvPr/>
        </p:nvGrpSpPr>
        <p:grpSpPr>
          <a:xfrm>
            <a:off x="5316674" y="1964549"/>
            <a:ext cx="4241643" cy="3739344"/>
            <a:chOff x="3986784" y="1475231"/>
            <a:chExt cx="3185160" cy="2807970"/>
          </a:xfrm>
        </p:grpSpPr>
        <p:pic>
          <p:nvPicPr>
            <p:cNvPr id="63" name="object 63"/>
            <p:cNvPicPr/>
            <p:nvPr/>
          </p:nvPicPr>
          <p:blipFill>
            <a:blip r:embed="rId29" cstate="print"/>
            <a:stretch>
              <a:fillRect/>
            </a:stretch>
          </p:blipFill>
          <p:spPr>
            <a:xfrm>
              <a:off x="3986784" y="1734311"/>
              <a:ext cx="1223010" cy="942594"/>
            </a:xfrm>
            <a:prstGeom prst="rect">
              <a:avLst/>
            </a:prstGeom>
          </p:spPr>
        </p:pic>
        <p:pic>
          <p:nvPicPr>
            <p:cNvPr id="64" name="object 64"/>
            <p:cNvPicPr/>
            <p:nvPr/>
          </p:nvPicPr>
          <p:blipFill>
            <a:blip r:embed="rId30" cstate="print"/>
            <a:stretch>
              <a:fillRect/>
            </a:stretch>
          </p:blipFill>
          <p:spPr>
            <a:xfrm>
              <a:off x="4041648" y="1776983"/>
              <a:ext cx="1115568" cy="835151"/>
            </a:xfrm>
            <a:prstGeom prst="rect">
              <a:avLst/>
            </a:prstGeom>
          </p:spPr>
        </p:pic>
        <p:pic>
          <p:nvPicPr>
            <p:cNvPr id="65" name="object 65"/>
            <p:cNvPicPr/>
            <p:nvPr/>
          </p:nvPicPr>
          <p:blipFill>
            <a:blip r:embed="rId31" cstate="print"/>
            <a:stretch>
              <a:fillRect/>
            </a:stretch>
          </p:blipFill>
          <p:spPr>
            <a:xfrm>
              <a:off x="4267200" y="3514343"/>
              <a:ext cx="768858" cy="768858"/>
            </a:xfrm>
            <a:prstGeom prst="rect">
              <a:avLst/>
            </a:prstGeom>
          </p:spPr>
        </p:pic>
        <p:sp>
          <p:nvSpPr>
            <p:cNvPr id="66" name="object 66"/>
            <p:cNvSpPr/>
            <p:nvPr/>
          </p:nvSpPr>
          <p:spPr>
            <a:xfrm>
              <a:off x="4321824" y="3555214"/>
              <a:ext cx="661035" cy="664210"/>
            </a:xfrm>
            <a:custGeom>
              <a:avLst/>
              <a:gdLst/>
              <a:ahLst/>
              <a:cxnLst/>
              <a:rect l="l" t="t" r="r" b="b"/>
              <a:pathLst>
                <a:path w="661035" h="664210">
                  <a:moveTo>
                    <a:pt x="261881" y="486535"/>
                  </a:moveTo>
                  <a:lnTo>
                    <a:pt x="136892" y="486535"/>
                  </a:lnTo>
                  <a:lnTo>
                    <a:pt x="150625" y="503444"/>
                  </a:lnTo>
                  <a:lnTo>
                    <a:pt x="165990" y="518756"/>
                  </a:lnTo>
                  <a:lnTo>
                    <a:pt x="182522" y="532385"/>
                  </a:lnTo>
                  <a:lnTo>
                    <a:pt x="199757" y="544244"/>
                  </a:lnTo>
                  <a:lnTo>
                    <a:pt x="184263" y="604835"/>
                  </a:lnTo>
                  <a:lnTo>
                    <a:pt x="181748" y="615641"/>
                  </a:lnTo>
                  <a:lnTo>
                    <a:pt x="183961" y="626387"/>
                  </a:lnTo>
                  <a:lnTo>
                    <a:pt x="190103" y="635971"/>
                  </a:lnTo>
                  <a:lnTo>
                    <a:pt x="199376" y="643291"/>
                  </a:lnTo>
                  <a:lnTo>
                    <a:pt x="254893" y="661469"/>
                  </a:lnTo>
                  <a:lnTo>
                    <a:pt x="265314" y="664154"/>
                  </a:lnTo>
                  <a:lnTo>
                    <a:pt x="275058" y="661465"/>
                  </a:lnTo>
                  <a:lnTo>
                    <a:pt x="283432" y="654716"/>
                  </a:lnTo>
                  <a:lnTo>
                    <a:pt x="289800" y="645196"/>
                  </a:lnTo>
                  <a:lnTo>
                    <a:pt x="307453" y="587538"/>
                  </a:lnTo>
                  <a:lnTo>
                    <a:pt x="372410" y="587538"/>
                  </a:lnTo>
                  <a:lnTo>
                    <a:pt x="393686" y="583563"/>
                  </a:lnTo>
                  <a:lnTo>
                    <a:pt x="514920" y="583563"/>
                  </a:lnTo>
                  <a:lnTo>
                    <a:pt x="492746" y="538808"/>
                  </a:lnTo>
                  <a:lnTo>
                    <a:pt x="507803" y="524427"/>
                  </a:lnTo>
                  <a:lnTo>
                    <a:pt x="522432" y="509490"/>
                  </a:lnTo>
                  <a:lnTo>
                    <a:pt x="525677" y="505724"/>
                  </a:lnTo>
                  <a:lnTo>
                    <a:pt x="321300" y="505724"/>
                  </a:lnTo>
                  <a:lnTo>
                    <a:pt x="278354" y="495279"/>
                  </a:lnTo>
                  <a:lnTo>
                    <a:pt x="261881" y="486535"/>
                  </a:lnTo>
                  <a:close/>
                </a:path>
                <a:path w="661035" h="664210">
                  <a:moveTo>
                    <a:pt x="514920" y="583563"/>
                  </a:moveTo>
                  <a:lnTo>
                    <a:pt x="393686" y="583563"/>
                  </a:lnTo>
                  <a:lnTo>
                    <a:pt x="418705" y="641704"/>
                  </a:lnTo>
                  <a:lnTo>
                    <a:pt x="427325" y="651322"/>
                  </a:lnTo>
                  <a:lnTo>
                    <a:pt x="437088" y="657583"/>
                  </a:lnTo>
                  <a:lnTo>
                    <a:pt x="447851" y="659747"/>
                  </a:lnTo>
                  <a:lnTo>
                    <a:pt x="459472" y="657071"/>
                  </a:lnTo>
                  <a:lnTo>
                    <a:pt x="510526" y="633690"/>
                  </a:lnTo>
                  <a:lnTo>
                    <a:pt x="517862" y="626592"/>
                  </a:lnTo>
                  <a:lnTo>
                    <a:pt x="522638" y="617574"/>
                  </a:lnTo>
                  <a:lnTo>
                    <a:pt x="523867" y="606926"/>
                  </a:lnTo>
                  <a:lnTo>
                    <a:pt x="520559" y="594942"/>
                  </a:lnTo>
                  <a:lnTo>
                    <a:pt x="514920" y="583563"/>
                  </a:lnTo>
                  <a:close/>
                </a:path>
                <a:path w="661035" h="664210">
                  <a:moveTo>
                    <a:pt x="372410" y="587538"/>
                  </a:moveTo>
                  <a:lnTo>
                    <a:pt x="307453" y="587538"/>
                  </a:lnTo>
                  <a:lnTo>
                    <a:pt x="328463" y="589058"/>
                  </a:lnTo>
                  <a:lnTo>
                    <a:pt x="350093" y="589270"/>
                  </a:lnTo>
                  <a:lnTo>
                    <a:pt x="371961" y="587622"/>
                  </a:lnTo>
                  <a:lnTo>
                    <a:pt x="372410" y="587538"/>
                  </a:lnTo>
                  <a:close/>
                </a:path>
                <a:path w="661035" h="664210">
                  <a:moveTo>
                    <a:pt x="43670" y="164171"/>
                  </a:moveTo>
                  <a:lnTo>
                    <a:pt x="1256" y="234592"/>
                  </a:lnTo>
                  <a:lnTo>
                    <a:pt x="0" y="247020"/>
                  </a:lnTo>
                  <a:lnTo>
                    <a:pt x="2922" y="258103"/>
                  </a:lnTo>
                  <a:lnTo>
                    <a:pt x="9489" y="266543"/>
                  </a:lnTo>
                  <a:lnTo>
                    <a:pt x="19163" y="271041"/>
                  </a:lnTo>
                  <a:lnTo>
                    <a:pt x="78980" y="295044"/>
                  </a:lnTo>
                  <a:lnTo>
                    <a:pt x="78579" y="316307"/>
                  </a:lnTo>
                  <a:lnTo>
                    <a:pt x="79297" y="338018"/>
                  </a:lnTo>
                  <a:lnTo>
                    <a:pt x="81444" y="359524"/>
                  </a:lnTo>
                  <a:lnTo>
                    <a:pt x="85330" y="380172"/>
                  </a:lnTo>
                  <a:lnTo>
                    <a:pt x="28942" y="407579"/>
                  </a:lnTo>
                  <a:lnTo>
                    <a:pt x="20621" y="413432"/>
                  </a:lnTo>
                  <a:lnTo>
                    <a:pt x="15908" y="422586"/>
                  </a:lnTo>
                  <a:lnTo>
                    <a:pt x="15172" y="433923"/>
                  </a:lnTo>
                  <a:lnTo>
                    <a:pt x="18782" y="446327"/>
                  </a:lnTo>
                  <a:lnTo>
                    <a:pt x="42404" y="496568"/>
                  </a:lnTo>
                  <a:lnTo>
                    <a:pt x="49827" y="507033"/>
                  </a:lnTo>
                  <a:lnTo>
                    <a:pt x="59691" y="513200"/>
                  </a:lnTo>
                  <a:lnTo>
                    <a:pt x="71104" y="514893"/>
                  </a:lnTo>
                  <a:lnTo>
                    <a:pt x="83171" y="511935"/>
                  </a:lnTo>
                  <a:lnTo>
                    <a:pt x="136892" y="486535"/>
                  </a:lnTo>
                  <a:lnTo>
                    <a:pt x="261881" y="486535"/>
                  </a:lnTo>
                  <a:lnTo>
                    <a:pt x="204561" y="443210"/>
                  </a:lnTo>
                  <a:lnTo>
                    <a:pt x="178167" y="402855"/>
                  </a:lnTo>
                  <a:lnTo>
                    <a:pt x="162633" y="357461"/>
                  </a:lnTo>
                  <a:lnTo>
                    <a:pt x="159262" y="312256"/>
                  </a:lnTo>
                  <a:lnTo>
                    <a:pt x="167372" y="269230"/>
                  </a:lnTo>
                  <a:lnTo>
                    <a:pt x="186276" y="230373"/>
                  </a:lnTo>
                  <a:lnTo>
                    <a:pt x="215291" y="197674"/>
                  </a:lnTo>
                  <a:lnTo>
                    <a:pt x="227880" y="189634"/>
                  </a:lnTo>
                  <a:lnTo>
                    <a:pt x="113016" y="189634"/>
                  </a:lnTo>
                  <a:lnTo>
                    <a:pt x="53199" y="165631"/>
                  </a:lnTo>
                  <a:lnTo>
                    <a:pt x="43670" y="164171"/>
                  </a:lnTo>
                  <a:close/>
                </a:path>
                <a:path w="661035" h="664210">
                  <a:moveTo>
                    <a:pt x="506812" y="157499"/>
                  </a:moveTo>
                  <a:lnTo>
                    <a:pt x="340877" y="157499"/>
                  </a:lnTo>
                  <a:lnTo>
                    <a:pt x="383780" y="168298"/>
                  </a:lnTo>
                  <a:lnTo>
                    <a:pt x="423338" y="190105"/>
                  </a:lnTo>
                  <a:lnTo>
                    <a:pt x="457378" y="221866"/>
                  </a:lnTo>
                  <a:lnTo>
                    <a:pt x="483729" y="262532"/>
                  </a:lnTo>
                  <a:lnTo>
                    <a:pt x="498513" y="306906"/>
                  </a:lnTo>
                  <a:lnTo>
                    <a:pt x="501673" y="351824"/>
                  </a:lnTo>
                  <a:lnTo>
                    <a:pt x="493714" y="395052"/>
                  </a:lnTo>
                  <a:lnTo>
                    <a:pt x="475140" y="434357"/>
                  </a:lnTo>
                  <a:lnTo>
                    <a:pt x="446455" y="467505"/>
                  </a:lnTo>
                  <a:lnTo>
                    <a:pt x="408164" y="492263"/>
                  </a:lnTo>
                  <a:lnTo>
                    <a:pt x="365312" y="504930"/>
                  </a:lnTo>
                  <a:lnTo>
                    <a:pt x="321300" y="505724"/>
                  </a:lnTo>
                  <a:lnTo>
                    <a:pt x="525677" y="505724"/>
                  </a:lnTo>
                  <a:lnTo>
                    <a:pt x="536251" y="493449"/>
                  </a:lnTo>
                  <a:lnTo>
                    <a:pt x="548880" y="475753"/>
                  </a:lnTo>
                  <a:lnTo>
                    <a:pt x="643029" y="475753"/>
                  </a:lnTo>
                  <a:lnTo>
                    <a:pt x="658481" y="427912"/>
                  </a:lnTo>
                  <a:lnTo>
                    <a:pt x="660951" y="417137"/>
                  </a:lnTo>
                  <a:lnTo>
                    <a:pt x="658433" y="406611"/>
                  </a:lnTo>
                  <a:lnTo>
                    <a:pt x="651462" y="397622"/>
                  </a:lnTo>
                  <a:lnTo>
                    <a:pt x="640574" y="391463"/>
                  </a:lnTo>
                  <a:lnTo>
                    <a:pt x="580757" y="367409"/>
                  </a:lnTo>
                  <a:lnTo>
                    <a:pt x="582372" y="347815"/>
                  </a:lnTo>
                  <a:lnTo>
                    <a:pt x="582058" y="326672"/>
                  </a:lnTo>
                  <a:lnTo>
                    <a:pt x="579506" y="304631"/>
                  </a:lnTo>
                  <a:lnTo>
                    <a:pt x="574407" y="282344"/>
                  </a:lnTo>
                  <a:lnTo>
                    <a:pt x="630922" y="254912"/>
                  </a:lnTo>
                  <a:lnTo>
                    <a:pt x="639220" y="249120"/>
                  </a:lnTo>
                  <a:lnTo>
                    <a:pt x="644161" y="240291"/>
                  </a:lnTo>
                  <a:lnTo>
                    <a:pt x="645531" y="229820"/>
                  </a:lnTo>
                  <a:lnTo>
                    <a:pt x="643114" y="219098"/>
                  </a:lnTo>
                  <a:lnTo>
                    <a:pt x="623705" y="178839"/>
                  </a:lnTo>
                  <a:lnTo>
                    <a:pt x="525004" y="178839"/>
                  </a:lnTo>
                  <a:lnTo>
                    <a:pt x="511236" y="161926"/>
                  </a:lnTo>
                  <a:lnTo>
                    <a:pt x="506812" y="157499"/>
                  </a:lnTo>
                  <a:close/>
                </a:path>
                <a:path w="661035" h="664210">
                  <a:moveTo>
                    <a:pt x="643029" y="475753"/>
                  </a:moveTo>
                  <a:lnTo>
                    <a:pt x="548880" y="475753"/>
                  </a:lnTo>
                  <a:lnTo>
                    <a:pt x="606538" y="496860"/>
                  </a:lnTo>
                  <a:lnTo>
                    <a:pt x="617281" y="499969"/>
                  </a:lnTo>
                  <a:lnTo>
                    <a:pt x="627524" y="497976"/>
                  </a:lnTo>
                  <a:lnTo>
                    <a:pt x="636006" y="491361"/>
                  </a:lnTo>
                  <a:lnTo>
                    <a:pt x="641463" y="480604"/>
                  </a:lnTo>
                  <a:lnTo>
                    <a:pt x="643029" y="475753"/>
                  </a:lnTo>
                  <a:close/>
                </a:path>
                <a:path w="661035" h="664210">
                  <a:moveTo>
                    <a:pt x="323802" y="247270"/>
                  </a:moveTo>
                  <a:lnTo>
                    <a:pt x="290943" y="253896"/>
                  </a:lnTo>
                  <a:lnTo>
                    <a:pt x="265283" y="273796"/>
                  </a:lnTo>
                  <a:lnTo>
                    <a:pt x="249779" y="301090"/>
                  </a:lnTo>
                  <a:lnTo>
                    <a:pt x="245490" y="332888"/>
                  </a:lnTo>
                  <a:lnTo>
                    <a:pt x="253478" y="366304"/>
                  </a:lnTo>
                  <a:lnTo>
                    <a:pt x="275139" y="393612"/>
                  </a:lnTo>
                  <a:lnTo>
                    <a:pt x="304278" y="410897"/>
                  </a:lnTo>
                  <a:lnTo>
                    <a:pt x="336845" y="416442"/>
                  </a:lnTo>
                  <a:lnTo>
                    <a:pt x="368794" y="408532"/>
                  </a:lnTo>
                  <a:lnTo>
                    <a:pt x="395382" y="389897"/>
                  </a:lnTo>
                  <a:lnTo>
                    <a:pt x="410815" y="362480"/>
                  </a:lnTo>
                  <a:lnTo>
                    <a:pt x="414603" y="330002"/>
                  </a:lnTo>
                  <a:lnTo>
                    <a:pt x="406259" y="296187"/>
                  </a:lnTo>
                  <a:lnTo>
                    <a:pt x="384901" y="269309"/>
                  </a:lnTo>
                  <a:lnTo>
                    <a:pt x="356268" y="252706"/>
                  </a:lnTo>
                  <a:lnTo>
                    <a:pt x="323802" y="247270"/>
                  </a:lnTo>
                  <a:close/>
                </a:path>
                <a:path w="661035" h="664210">
                  <a:moveTo>
                    <a:pt x="213957" y="5633"/>
                  </a:moveTo>
                  <a:lnTo>
                    <a:pt x="154164" y="29741"/>
                  </a:lnTo>
                  <a:lnTo>
                    <a:pt x="136858" y="56834"/>
                  </a:lnTo>
                  <a:lnTo>
                    <a:pt x="139178" y="67587"/>
                  </a:lnTo>
                  <a:lnTo>
                    <a:pt x="169150" y="126642"/>
                  </a:lnTo>
                  <a:lnTo>
                    <a:pt x="153235" y="139789"/>
                  </a:lnTo>
                  <a:lnTo>
                    <a:pt x="138701" y="154852"/>
                  </a:lnTo>
                  <a:lnTo>
                    <a:pt x="125358" y="171559"/>
                  </a:lnTo>
                  <a:lnTo>
                    <a:pt x="113016" y="189634"/>
                  </a:lnTo>
                  <a:lnTo>
                    <a:pt x="227880" y="189634"/>
                  </a:lnTo>
                  <a:lnTo>
                    <a:pt x="253732" y="173124"/>
                  </a:lnTo>
                  <a:lnTo>
                    <a:pt x="296803" y="158757"/>
                  </a:lnTo>
                  <a:lnTo>
                    <a:pt x="340877" y="157499"/>
                  </a:lnTo>
                  <a:lnTo>
                    <a:pt x="506812" y="157499"/>
                  </a:lnTo>
                  <a:lnTo>
                    <a:pt x="495635" y="146311"/>
                  </a:lnTo>
                  <a:lnTo>
                    <a:pt x="478462" y="131816"/>
                  </a:lnTo>
                  <a:lnTo>
                    <a:pt x="459980" y="118260"/>
                  </a:lnTo>
                  <a:lnTo>
                    <a:pt x="472465" y="81811"/>
                  </a:lnTo>
                  <a:lnTo>
                    <a:pt x="268210" y="81811"/>
                  </a:lnTo>
                  <a:lnTo>
                    <a:pt x="241032" y="20724"/>
                  </a:lnTo>
                  <a:lnTo>
                    <a:pt x="233658" y="12852"/>
                  </a:lnTo>
                  <a:lnTo>
                    <a:pt x="224522" y="7469"/>
                  </a:lnTo>
                  <a:lnTo>
                    <a:pt x="213957" y="5633"/>
                  </a:lnTo>
                  <a:close/>
                </a:path>
                <a:path w="661035" h="664210">
                  <a:moveTo>
                    <a:pt x="590760" y="150455"/>
                  </a:moveTo>
                  <a:lnTo>
                    <a:pt x="578725" y="153439"/>
                  </a:lnTo>
                  <a:lnTo>
                    <a:pt x="525004" y="178839"/>
                  </a:lnTo>
                  <a:lnTo>
                    <a:pt x="623705" y="178839"/>
                  </a:lnTo>
                  <a:lnTo>
                    <a:pt x="617460" y="165885"/>
                  </a:lnTo>
                  <a:lnTo>
                    <a:pt x="611211" y="157154"/>
                  </a:lnTo>
                  <a:lnTo>
                    <a:pt x="601950" y="151852"/>
                  </a:lnTo>
                  <a:lnTo>
                    <a:pt x="590760" y="150455"/>
                  </a:lnTo>
                  <a:close/>
                </a:path>
                <a:path w="661035" h="664210">
                  <a:moveTo>
                    <a:pt x="311040" y="75033"/>
                  </a:moveTo>
                  <a:lnTo>
                    <a:pt x="289649" y="77356"/>
                  </a:lnTo>
                  <a:lnTo>
                    <a:pt x="268210" y="81811"/>
                  </a:lnTo>
                  <a:lnTo>
                    <a:pt x="472465" y="81811"/>
                  </a:lnTo>
                  <a:lnTo>
                    <a:pt x="473814" y="77874"/>
                  </a:lnTo>
                  <a:lnTo>
                    <a:pt x="354443" y="77874"/>
                  </a:lnTo>
                  <a:lnTo>
                    <a:pt x="332575" y="75114"/>
                  </a:lnTo>
                  <a:lnTo>
                    <a:pt x="311040" y="75033"/>
                  </a:lnTo>
                  <a:close/>
                </a:path>
                <a:path w="661035" h="664210">
                  <a:moveTo>
                    <a:pt x="397456" y="0"/>
                  </a:moveTo>
                  <a:lnTo>
                    <a:pt x="386383" y="2595"/>
                  </a:lnTo>
                  <a:lnTo>
                    <a:pt x="377596" y="9429"/>
                  </a:lnTo>
                  <a:lnTo>
                    <a:pt x="372096" y="20216"/>
                  </a:lnTo>
                  <a:lnTo>
                    <a:pt x="354443" y="77874"/>
                  </a:lnTo>
                  <a:lnTo>
                    <a:pt x="473814" y="77874"/>
                  </a:lnTo>
                  <a:lnTo>
                    <a:pt x="480427" y="58570"/>
                  </a:lnTo>
                  <a:lnTo>
                    <a:pt x="480415" y="47696"/>
                  </a:lnTo>
                  <a:lnTo>
                    <a:pt x="409815" y="1928"/>
                  </a:lnTo>
                  <a:lnTo>
                    <a:pt x="397456" y="0"/>
                  </a:lnTo>
                  <a:close/>
                </a:path>
              </a:pathLst>
            </a:custGeom>
            <a:solidFill>
              <a:srgbClr val="FFFFFF"/>
            </a:solidFill>
          </p:spPr>
          <p:txBody>
            <a:bodyPr wrap="square" lIns="0" tIns="0" rIns="0" bIns="0" rtlCol="0"/>
            <a:lstStyle/>
            <a:p>
              <a:endParaRPr sz="2397">
                <a:solidFill>
                  <a:prstClr val="black"/>
                </a:solidFill>
              </a:endParaRPr>
            </a:p>
          </p:txBody>
        </p:sp>
        <p:sp>
          <p:nvSpPr>
            <p:cNvPr id="67" name="object 67"/>
            <p:cNvSpPr/>
            <p:nvPr/>
          </p:nvSpPr>
          <p:spPr>
            <a:xfrm>
              <a:off x="5556504" y="1475231"/>
              <a:ext cx="1615440" cy="1408430"/>
            </a:xfrm>
            <a:custGeom>
              <a:avLst/>
              <a:gdLst/>
              <a:ahLst/>
              <a:cxnLst/>
              <a:rect l="l" t="t" r="r" b="b"/>
              <a:pathLst>
                <a:path w="1615440" h="1408430">
                  <a:moveTo>
                    <a:pt x="1615440" y="0"/>
                  </a:moveTo>
                  <a:lnTo>
                    <a:pt x="0" y="0"/>
                  </a:lnTo>
                  <a:lnTo>
                    <a:pt x="0" y="1408176"/>
                  </a:lnTo>
                  <a:lnTo>
                    <a:pt x="1615440" y="1408176"/>
                  </a:lnTo>
                  <a:lnTo>
                    <a:pt x="1615440" y="0"/>
                  </a:lnTo>
                  <a:close/>
                </a:path>
              </a:pathLst>
            </a:custGeom>
            <a:solidFill>
              <a:srgbClr val="FF0000">
                <a:alpha val="85096"/>
              </a:srgbClr>
            </a:solidFill>
          </p:spPr>
          <p:txBody>
            <a:bodyPr wrap="square" lIns="0" tIns="0" rIns="0" bIns="0" rtlCol="0"/>
            <a:lstStyle/>
            <a:p>
              <a:endParaRPr sz="2397">
                <a:solidFill>
                  <a:prstClr val="black"/>
                </a:solidFill>
              </a:endParaRPr>
            </a:p>
          </p:txBody>
        </p:sp>
      </p:grpSp>
      <p:sp>
        <p:nvSpPr>
          <p:cNvPr id="68" name="object 68"/>
          <p:cNvSpPr txBox="1"/>
          <p:nvPr/>
        </p:nvSpPr>
        <p:spPr>
          <a:xfrm>
            <a:off x="7602053" y="3061763"/>
            <a:ext cx="1753821" cy="673347"/>
          </a:xfrm>
          <a:prstGeom prst="rect">
            <a:avLst/>
          </a:prstGeom>
        </p:spPr>
        <p:txBody>
          <a:bodyPr vert="horz" wrap="square" lIns="0" tIns="16912" rIns="0" bIns="0" rtlCol="0">
            <a:spAutoFit/>
          </a:bodyPr>
          <a:lstStyle/>
          <a:p>
            <a:pPr algn="ctr">
              <a:spcBef>
                <a:spcPts val="133"/>
              </a:spcBef>
            </a:pPr>
            <a:r>
              <a:rPr sz="1598" spc="-13" dirty="0">
                <a:solidFill>
                  <a:srgbClr val="FFFFFF"/>
                </a:solidFill>
                <a:latin typeface="Arial"/>
                <a:cs typeface="Arial"/>
              </a:rPr>
              <a:t>A</a:t>
            </a:r>
            <a:r>
              <a:rPr sz="1598" dirty="0">
                <a:solidFill>
                  <a:srgbClr val="FFFFFF"/>
                </a:solidFill>
                <a:latin typeface="Arial"/>
                <a:cs typeface="Arial"/>
              </a:rPr>
              <a:t>dvanced</a:t>
            </a:r>
            <a:r>
              <a:rPr sz="1598" spc="-60" dirty="0">
                <a:solidFill>
                  <a:srgbClr val="FFFFFF"/>
                </a:solidFill>
                <a:latin typeface="Arial"/>
                <a:cs typeface="Arial"/>
              </a:rPr>
              <a:t> </a:t>
            </a:r>
            <a:r>
              <a:rPr sz="1598" spc="-27" dirty="0">
                <a:solidFill>
                  <a:srgbClr val="FFFFFF"/>
                </a:solidFill>
                <a:latin typeface="Arial"/>
                <a:cs typeface="Arial"/>
              </a:rPr>
              <a:t>M</a:t>
            </a:r>
            <a:r>
              <a:rPr sz="1598" dirty="0">
                <a:solidFill>
                  <a:srgbClr val="FFFFFF"/>
                </a:solidFill>
                <a:latin typeface="Arial"/>
                <a:cs typeface="Arial"/>
              </a:rPr>
              <a:t>a</a:t>
            </a:r>
            <a:r>
              <a:rPr sz="1598" spc="27" dirty="0">
                <a:solidFill>
                  <a:srgbClr val="FFFFFF"/>
                </a:solidFill>
                <a:latin typeface="Arial"/>
                <a:cs typeface="Arial"/>
              </a:rPr>
              <a:t>l</a:t>
            </a:r>
            <a:r>
              <a:rPr sz="1598" spc="-40" dirty="0">
                <a:solidFill>
                  <a:srgbClr val="FFFFFF"/>
                </a:solidFill>
                <a:latin typeface="Arial"/>
                <a:cs typeface="Arial"/>
              </a:rPr>
              <a:t>w</a:t>
            </a:r>
            <a:r>
              <a:rPr sz="1598" dirty="0">
                <a:solidFill>
                  <a:srgbClr val="FFFFFF"/>
                </a:solidFill>
                <a:latin typeface="Arial"/>
                <a:cs typeface="Arial"/>
              </a:rPr>
              <a:t>a</a:t>
            </a:r>
            <a:r>
              <a:rPr sz="1598" spc="7" dirty="0">
                <a:solidFill>
                  <a:srgbClr val="FFFFFF"/>
                </a:solidFill>
                <a:latin typeface="Arial"/>
                <a:cs typeface="Arial"/>
              </a:rPr>
              <a:t>r</a:t>
            </a:r>
            <a:r>
              <a:rPr sz="1598" dirty="0">
                <a:solidFill>
                  <a:srgbClr val="FFFFFF"/>
                </a:solidFill>
                <a:latin typeface="Arial"/>
                <a:cs typeface="Arial"/>
              </a:rPr>
              <a:t>e</a:t>
            </a:r>
            <a:endParaRPr sz="1598">
              <a:solidFill>
                <a:prstClr val="black"/>
              </a:solidFill>
              <a:latin typeface="Arial"/>
              <a:cs typeface="Arial"/>
            </a:endParaRPr>
          </a:p>
          <a:p>
            <a:pPr algn="ctr">
              <a:lnSpc>
                <a:spcPts val="1911"/>
              </a:lnSpc>
              <a:spcBef>
                <a:spcPts val="7"/>
              </a:spcBef>
            </a:pPr>
            <a:r>
              <a:rPr sz="1598" dirty="0">
                <a:solidFill>
                  <a:srgbClr val="FFFFFF"/>
                </a:solidFill>
                <a:latin typeface="Arial"/>
                <a:cs typeface="Arial"/>
              </a:rPr>
              <a:t>Protection</a:t>
            </a:r>
            <a:endParaRPr sz="1598">
              <a:solidFill>
                <a:prstClr val="black"/>
              </a:solidFill>
              <a:latin typeface="Arial"/>
              <a:cs typeface="Arial"/>
            </a:endParaRPr>
          </a:p>
          <a:p>
            <a:pPr algn="ctr">
              <a:lnSpc>
                <a:spcPts val="1272"/>
              </a:lnSpc>
            </a:pPr>
            <a:r>
              <a:rPr sz="1065" spc="-13" dirty="0">
                <a:solidFill>
                  <a:srgbClr val="FFFFFF"/>
                </a:solidFill>
                <a:latin typeface="Arial"/>
                <a:cs typeface="Arial"/>
              </a:rPr>
              <a:t>(subscription)</a:t>
            </a:r>
            <a:endParaRPr sz="1065">
              <a:solidFill>
                <a:prstClr val="black"/>
              </a:solidFill>
              <a:latin typeface="Arial"/>
              <a:cs typeface="Arial"/>
            </a:endParaRPr>
          </a:p>
        </p:txBody>
      </p:sp>
      <p:grpSp>
        <p:nvGrpSpPr>
          <p:cNvPr id="69" name="object 69"/>
          <p:cNvGrpSpPr/>
          <p:nvPr/>
        </p:nvGrpSpPr>
        <p:grpSpPr>
          <a:xfrm>
            <a:off x="2714862" y="1936137"/>
            <a:ext cx="6470705" cy="1911953"/>
            <a:chOff x="2033016" y="1453895"/>
            <a:chExt cx="4859020" cy="1435735"/>
          </a:xfrm>
        </p:grpSpPr>
        <p:sp>
          <p:nvSpPr>
            <p:cNvPr id="70" name="object 70"/>
            <p:cNvSpPr/>
            <p:nvPr/>
          </p:nvSpPr>
          <p:spPr>
            <a:xfrm>
              <a:off x="5829387" y="1784857"/>
              <a:ext cx="1057910" cy="405130"/>
            </a:xfrm>
            <a:custGeom>
              <a:avLst/>
              <a:gdLst/>
              <a:ahLst/>
              <a:cxnLst/>
              <a:rect l="l" t="t" r="r" b="b"/>
              <a:pathLst>
                <a:path w="1057909" h="405130">
                  <a:moveTo>
                    <a:pt x="198667" y="0"/>
                  </a:moveTo>
                  <a:lnTo>
                    <a:pt x="142406" y="7619"/>
                  </a:lnTo>
                  <a:lnTo>
                    <a:pt x="98337" y="26669"/>
                  </a:lnTo>
                  <a:lnTo>
                    <a:pt x="60491" y="55879"/>
                  </a:lnTo>
                  <a:lnTo>
                    <a:pt x="28106" y="97789"/>
                  </a:lnTo>
                  <a:lnTo>
                    <a:pt x="7532" y="146049"/>
                  </a:lnTo>
                  <a:lnTo>
                    <a:pt x="2" y="198119"/>
                  </a:lnTo>
                  <a:lnTo>
                    <a:pt x="0" y="203199"/>
                  </a:lnTo>
                  <a:lnTo>
                    <a:pt x="293" y="215899"/>
                  </a:lnTo>
                  <a:lnTo>
                    <a:pt x="10580" y="269239"/>
                  </a:lnTo>
                  <a:lnTo>
                    <a:pt x="31408" y="313689"/>
                  </a:lnTo>
                  <a:lnTo>
                    <a:pt x="60491" y="350519"/>
                  </a:lnTo>
                  <a:lnTo>
                    <a:pt x="98337" y="379729"/>
                  </a:lnTo>
                  <a:lnTo>
                    <a:pt x="142406" y="397509"/>
                  </a:lnTo>
                  <a:lnTo>
                    <a:pt x="160821" y="402589"/>
                  </a:lnTo>
                  <a:lnTo>
                    <a:pt x="179871" y="405129"/>
                  </a:lnTo>
                  <a:lnTo>
                    <a:pt x="217717" y="405129"/>
                  </a:lnTo>
                  <a:lnTo>
                    <a:pt x="261024" y="398779"/>
                  </a:lnTo>
                  <a:lnTo>
                    <a:pt x="303315" y="386079"/>
                  </a:lnTo>
                  <a:lnTo>
                    <a:pt x="372276" y="356869"/>
                  </a:lnTo>
                  <a:lnTo>
                    <a:pt x="388439" y="347979"/>
                  </a:lnTo>
                  <a:lnTo>
                    <a:pt x="181141" y="347979"/>
                  </a:lnTo>
                  <a:lnTo>
                    <a:pt x="165647" y="345439"/>
                  </a:lnTo>
                  <a:lnTo>
                    <a:pt x="126023" y="332739"/>
                  </a:lnTo>
                  <a:lnTo>
                    <a:pt x="87161" y="304799"/>
                  </a:lnTo>
                  <a:lnTo>
                    <a:pt x="62396" y="269239"/>
                  </a:lnTo>
                  <a:lnTo>
                    <a:pt x="55157" y="248919"/>
                  </a:lnTo>
                  <a:lnTo>
                    <a:pt x="52109" y="240029"/>
                  </a:lnTo>
                  <a:lnTo>
                    <a:pt x="50077" y="229869"/>
                  </a:lnTo>
                  <a:lnTo>
                    <a:pt x="48553" y="220979"/>
                  </a:lnTo>
                  <a:lnTo>
                    <a:pt x="47664" y="212089"/>
                  </a:lnTo>
                  <a:lnTo>
                    <a:pt x="47482" y="205739"/>
                  </a:lnTo>
                  <a:lnTo>
                    <a:pt x="47555" y="198119"/>
                  </a:lnTo>
                  <a:lnTo>
                    <a:pt x="55157" y="157479"/>
                  </a:lnTo>
                  <a:lnTo>
                    <a:pt x="58332" y="147319"/>
                  </a:lnTo>
                  <a:lnTo>
                    <a:pt x="79922" y="110489"/>
                  </a:lnTo>
                  <a:lnTo>
                    <a:pt x="114720" y="80009"/>
                  </a:lnTo>
                  <a:lnTo>
                    <a:pt x="151296" y="64769"/>
                  </a:lnTo>
                  <a:lnTo>
                    <a:pt x="197778" y="57150"/>
                  </a:lnTo>
                  <a:lnTo>
                    <a:pt x="386130" y="57150"/>
                  </a:lnTo>
                  <a:lnTo>
                    <a:pt x="372276" y="49529"/>
                  </a:lnTo>
                  <a:lnTo>
                    <a:pt x="326810" y="27939"/>
                  </a:lnTo>
                  <a:lnTo>
                    <a:pt x="282233" y="12700"/>
                  </a:lnTo>
                  <a:lnTo>
                    <a:pt x="239180" y="3809"/>
                  </a:lnTo>
                  <a:lnTo>
                    <a:pt x="217717" y="1269"/>
                  </a:lnTo>
                  <a:lnTo>
                    <a:pt x="198667" y="0"/>
                  </a:lnTo>
                  <a:close/>
                </a:path>
                <a:path w="1057909" h="405130">
                  <a:moveTo>
                    <a:pt x="617455" y="241299"/>
                  </a:moveTo>
                  <a:lnTo>
                    <a:pt x="528486" y="241299"/>
                  </a:lnTo>
                  <a:lnTo>
                    <a:pt x="546393" y="257809"/>
                  </a:lnTo>
                  <a:lnTo>
                    <a:pt x="587668" y="293369"/>
                  </a:lnTo>
                  <a:lnTo>
                    <a:pt x="635039" y="327659"/>
                  </a:lnTo>
                  <a:lnTo>
                    <a:pt x="684950" y="356869"/>
                  </a:lnTo>
                  <a:lnTo>
                    <a:pt x="730670" y="377189"/>
                  </a:lnTo>
                  <a:lnTo>
                    <a:pt x="775247" y="393699"/>
                  </a:lnTo>
                  <a:lnTo>
                    <a:pt x="818300" y="402589"/>
                  </a:lnTo>
                  <a:lnTo>
                    <a:pt x="839763" y="405129"/>
                  </a:lnTo>
                  <a:lnTo>
                    <a:pt x="877609" y="405129"/>
                  </a:lnTo>
                  <a:lnTo>
                    <a:pt x="896405" y="402589"/>
                  </a:lnTo>
                  <a:lnTo>
                    <a:pt x="915074" y="397509"/>
                  </a:lnTo>
                  <a:lnTo>
                    <a:pt x="930187" y="393699"/>
                  </a:lnTo>
                  <a:lnTo>
                    <a:pt x="985051" y="361949"/>
                  </a:lnTo>
                  <a:lnTo>
                    <a:pt x="999204" y="347979"/>
                  </a:lnTo>
                  <a:lnTo>
                    <a:pt x="827825" y="347979"/>
                  </a:lnTo>
                  <a:lnTo>
                    <a:pt x="813601" y="345439"/>
                  </a:lnTo>
                  <a:lnTo>
                    <a:pt x="756578" y="327659"/>
                  </a:lnTo>
                  <a:lnTo>
                    <a:pt x="701206" y="298449"/>
                  </a:lnTo>
                  <a:lnTo>
                    <a:pt x="675044" y="281939"/>
                  </a:lnTo>
                  <a:lnTo>
                    <a:pt x="662598" y="274319"/>
                  </a:lnTo>
                  <a:lnTo>
                    <a:pt x="650660" y="265429"/>
                  </a:lnTo>
                  <a:lnTo>
                    <a:pt x="639484" y="257809"/>
                  </a:lnTo>
                  <a:lnTo>
                    <a:pt x="628816" y="250189"/>
                  </a:lnTo>
                  <a:lnTo>
                    <a:pt x="619037" y="242569"/>
                  </a:lnTo>
                  <a:lnTo>
                    <a:pt x="617455" y="241299"/>
                  </a:lnTo>
                  <a:close/>
                </a:path>
                <a:path w="1057909" h="405130">
                  <a:moveTo>
                    <a:pt x="573063" y="203199"/>
                  </a:moveTo>
                  <a:lnTo>
                    <a:pt x="484290" y="203199"/>
                  </a:lnTo>
                  <a:lnTo>
                    <a:pt x="482258" y="205739"/>
                  </a:lnTo>
                  <a:lnTo>
                    <a:pt x="479083" y="208279"/>
                  </a:lnTo>
                  <a:lnTo>
                    <a:pt x="475019" y="212089"/>
                  </a:lnTo>
                  <a:lnTo>
                    <a:pt x="469431" y="217169"/>
                  </a:lnTo>
                  <a:lnTo>
                    <a:pt x="463081" y="222249"/>
                  </a:lnTo>
                  <a:lnTo>
                    <a:pt x="455842" y="228599"/>
                  </a:lnTo>
                  <a:lnTo>
                    <a:pt x="438443" y="242569"/>
                  </a:lnTo>
                  <a:lnTo>
                    <a:pt x="428410" y="250189"/>
                  </a:lnTo>
                  <a:lnTo>
                    <a:pt x="417996" y="257809"/>
                  </a:lnTo>
                  <a:lnTo>
                    <a:pt x="406566" y="265429"/>
                  </a:lnTo>
                  <a:lnTo>
                    <a:pt x="394882" y="274319"/>
                  </a:lnTo>
                  <a:lnTo>
                    <a:pt x="382309" y="281939"/>
                  </a:lnTo>
                  <a:lnTo>
                    <a:pt x="369482" y="290829"/>
                  </a:lnTo>
                  <a:lnTo>
                    <a:pt x="356274" y="298449"/>
                  </a:lnTo>
                  <a:lnTo>
                    <a:pt x="342812" y="306069"/>
                  </a:lnTo>
                  <a:lnTo>
                    <a:pt x="314872" y="321309"/>
                  </a:lnTo>
                  <a:lnTo>
                    <a:pt x="300902" y="327659"/>
                  </a:lnTo>
                  <a:lnTo>
                    <a:pt x="286297" y="332739"/>
                  </a:lnTo>
                  <a:lnTo>
                    <a:pt x="272327" y="337819"/>
                  </a:lnTo>
                  <a:lnTo>
                    <a:pt x="243625" y="345439"/>
                  </a:lnTo>
                  <a:lnTo>
                    <a:pt x="229655" y="347979"/>
                  </a:lnTo>
                  <a:lnTo>
                    <a:pt x="388439" y="347979"/>
                  </a:lnTo>
                  <a:lnTo>
                    <a:pt x="422441" y="327659"/>
                  </a:lnTo>
                  <a:lnTo>
                    <a:pt x="469812" y="293369"/>
                  </a:lnTo>
                  <a:lnTo>
                    <a:pt x="510833" y="257809"/>
                  </a:lnTo>
                  <a:lnTo>
                    <a:pt x="528486" y="241299"/>
                  </a:lnTo>
                  <a:lnTo>
                    <a:pt x="617455" y="241299"/>
                  </a:lnTo>
                  <a:lnTo>
                    <a:pt x="601638" y="228599"/>
                  </a:lnTo>
                  <a:lnTo>
                    <a:pt x="594399" y="222249"/>
                  </a:lnTo>
                  <a:lnTo>
                    <a:pt x="587795" y="217169"/>
                  </a:lnTo>
                  <a:lnTo>
                    <a:pt x="582461" y="212089"/>
                  </a:lnTo>
                  <a:lnTo>
                    <a:pt x="574968" y="205739"/>
                  </a:lnTo>
                  <a:lnTo>
                    <a:pt x="573063" y="203199"/>
                  </a:lnTo>
                  <a:close/>
                </a:path>
                <a:path w="1057909" h="405130">
                  <a:moveTo>
                    <a:pt x="998043" y="57150"/>
                  </a:moveTo>
                  <a:lnTo>
                    <a:pt x="859702" y="57150"/>
                  </a:lnTo>
                  <a:lnTo>
                    <a:pt x="876339" y="58419"/>
                  </a:lnTo>
                  <a:lnTo>
                    <a:pt x="891579" y="60959"/>
                  </a:lnTo>
                  <a:lnTo>
                    <a:pt x="931457" y="73659"/>
                  </a:lnTo>
                  <a:lnTo>
                    <a:pt x="970319" y="101600"/>
                  </a:lnTo>
                  <a:lnTo>
                    <a:pt x="995084" y="138429"/>
                  </a:lnTo>
                  <a:lnTo>
                    <a:pt x="1007403" y="176529"/>
                  </a:lnTo>
                  <a:lnTo>
                    <a:pt x="1009816" y="194309"/>
                  </a:lnTo>
                  <a:lnTo>
                    <a:pt x="1009816" y="212089"/>
                  </a:lnTo>
                  <a:lnTo>
                    <a:pt x="999148" y="259079"/>
                  </a:lnTo>
                  <a:lnTo>
                    <a:pt x="977558" y="295909"/>
                  </a:lnTo>
                  <a:lnTo>
                    <a:pt x="942633" y="326389"/>
                  </a:lnTo>
                  <a:lnTo>
                    <a:pt x="906057" y="341629"/>
                  </a:lnTo>
                  <a:lnTo>
                    <a:pt x="876339" y="347979"/>
                  </a:lnTo>
                  <a:lnTo>
                    <a:pt x="999204" y="347979"/>
                  </a:lnTo>
                  <a:lnTo>
                    <a:pt x="1026072" y="313689"/>
                  </a:lnTo>
                  <a:lnTo>
                    <a:pt x="1046900" y="269239"/>
                  </a:lnTo>
                  <a:lnTo>
                    <a:pt x="1057187" y="215899"/>
                  </a:lnTo>
                  <a:lnTo>
                    <a:pt x="1057480" y="203199"/>
                  </a:lnTo>
                  <a:lnTo>
                    <a:pt x="1057468" y="198119"/>
                  </a:lnTo>
                  <a:lnTo>
                    <a:pt x="1049694" y="146049"/>
                  </a:lnTo>
                  <a:lnTo>
                    <a:pt x="1029374" y="97789"/>
                  </a:lnTo>
                  <a:lnTo>
                    <a:pt x="1008673" y="68579"/>
                  </a:lnTo>
                  <a:lnTo>
                    <a:pt x="998043" y="57150"/>
                  </a:lnTo>
                  <a:close/>
                </a:path>
                <a:path w="1057909" h="405130">
                  <a:moveTo>
                    <a:pt x="386130" y="57150"/>
                  </a:moveTo>
                  <a:lnTo>
                    <a:pt x="215812" y="57150"/>
                  </a:lnTo>
                  <a:lnTo>
                    <a:pt x="229655" y="58419"/>
                  </a:lnTo>
                  <a:lnTo>
                    <a:pt x="243625" y="60959"/>
                  </a:lnTo>
                  <a:lnTo>
                    <a:pt x="272327" y="68579"/>
                  </a:lnTo>
                  <a:lnTo>
                    <a:pt x="286297" y="73659"/>
                  </a:lnTo>
                  <a:lnTo>
                    <a:pt x="300902" y="78739"/>
                  </a:lnTo>
                  <a:lnTo>
                    <a:pt x="342812" y="100329"/>
                  </a:lnTo>
                  <a:lnTo>
                    <a:pt x="382309" y="124459"/>
                  </a:lnTo>
                  <a:lnTo>
                    <a:pt x="394882" y="132079"/>
                  </a:lnTo>
                  <a:lnTo>
                    <a:pt x="406566" y="139699"/>
                  </a:lnTo>
                  <a:lnTo>
                    <a:pt x="417996" y="148589"/>
                  </a:lnTo>
                  <a:lnTo>
                    <a:pt x="428410" y="156209"/>
                  </a:lnTo>
                  <a:lnTo>
                    <a:pt x="447460" y="171449"/>
                  </a:lnTo>
                  <a:lnTo>
                    <a:pt x="455842" y="177799"/>
                  </a:lnTo>
                  <a:lnTo>
                    <a:pt x="463081" y="184149"/>
                  </a:lnTo>
                  <a:lnTo>
                    <a:pt x="469431" y="189229"/>
                  </a:lnTo>
                  <a:lnTo>
                    <a:pt x="475019" y="194309"/>
                  </a:lnTo>
                  <a:lnTo>
                    <a:pt x="479083" y="198119"/>
                  </a:lnTo>
                  <a:lnTo>
                    <a:pt x="482258" y="200659"/>
                  </a:lnTo>
                  <a:lnTo>
                    <a:pt x="484290" y="201929"/>
                  </a:lnTo>
                  <a:lnTo>
                    <a:pt x="484925" y="203199"/>
                  </a:lnTo>
                  <a:lnTo>
                    <a:pt x="572555" y="203199"/>
                  </a:lnTo>
                  <a:lnTo>
                    <a:pt x="573063" y="201929"/>
                  </a:lnTo>
                  <a:lnTo>
                    <a:pt x="574968" y="200659"/>
                  </a:lnTo>
                  <a:lnTo>
                    <a:pt x="582461" y="194309"/>
                  </a:lnTo>
                  <a:lnTo>
                    <a:pt x="587795" y="189229"/>
                  </a:lnTo>
                  <a:lnTo>
                    <a:pt x="594399" y="184149"/>
                  </a:lnTo>
                  <a:lnTo>
                    <a:pt x="601638" y="177799"/>
                  </a:lnTo>
                  <a:lnTo>
                    <a:pt x="610020" y="171449"/>
                  </a:lnTo>
                  <a:lnTo>
                    <a:pt x="617534" y="165099"/>
                  </a:lnTo>
                  <a:lnTo>
                    <a:pt x="528486" y="165099"/>
                  </a:lnTo>
                  <a:lnTo>
                    <a:pt x="510833" y="147319"/>
                  </a:lnTo>
                  <a:lnTo>
                    <a:pt x="469812" y="113029"/>
                  </a:lnTo>
                  <a:lnTo>
                    <a:pt x="422441" y="78739"/>
                  </a:lnTo>
                  <a:lnTo>
                    <a:pt x="397676" y="63500"/>
                  </a:lnTo>
                  <a:lnTo>
                    <a:pt x="386130" y="57150"/>
                  </a:lnTo>
                  <a:close/>
                </a:path>
                <a:path w="1057909" h="405130">
                  <a:moveTo>
                    <a:pt x="858559" y="0"/>
                  </a:moveTo>
                  <a:lnTo>
                    <a:pt x="818300" y="3809"/>
                  </a:lnTo>
                  <a:lnTo>
                    <a:pt x="775247" y="12700"/>
                  </a:lnTo>
                  <a:lnTo>
                    <a:pt x="730670" y="27939"/>
                  </a:lnTo>
                  <a:lnTo>
                    <a:pt x="684950" y="49529"/>
                  </a:lnTo>
                  <a:lnTo>
                    <a:pt x="635039" y="78739"/>
                  </a:lnTo>
                  <a:lnTo>
                    <a:pt x="587668" y="113029"/>
                  </a:lnTo>
                  <a:lnTo>
                    <a:pt x="546393" y="147319"/>
                  </a:lnTo>
                  <a:lnTo>
                    <a:pt x="528486" y="165099"/>
                  </a:lnTo>
                  <a:lnTo>
                    <a:pt x="617534" y="165099"/>
                  </a:lnTo>
                  <a:lnTo>
                    <a:pt x="619037" y="163829"/>
                  </a:lnTo>
                  <a:lnTo>
                    <a:pt x="628816" y="156209"/>
                  </a:lnTo>
                  <a:lnTo>
                    <a:pt x="650660" y="139699"/>
                  </a:lnTo>
                  <a:lnTo>
                    <a:pt x="662598" y="132079"/>
                  </a:lnTo>
                  <a:lnTo>
                    <a:pt x="675044" y="124459"/>
                  </a:lnTo>
                  <a:lnTo>
                    <a:pt x="687998" y="115569"/>
                  </a:lnTo>
                  <a:lnTo>
                    <a:pt x="728384" y="92709"/>
                  </a:lnTo>
                  <a:lnTo>
                    <a:pt x="785153" y="68579"/>
                  </a:lnTo>
                  <a:lnTo>
                    <a:pt x="827825" y="58419"/>
                  </a:lnTo>
                  <a:lnTo>
                    <a:pt x="841668" y="57150"/>
                  </a:lnTo>
                  <a:lnTo>
                    <a:pt x="998043" y="57150"/>
                  </a:lnTo>
                  <a:lnTo>
                    <a:pt x="996862" y="55879"/>
                  </a:lnTo>
                  <a:lnTo>
                    <a:pt x="959016" y="26669"/>
                  </a:lnTo>
                  <a:lnTo>
                    <a:pt x="915074" y="7619"/>
                  </a:lnTo>
                  <a:lnTo>
                    <a:pt x="877609" y="1269"/>
                  </a:lnTo>
                  <a:lnTo>
                    <a:pt x="858559" y="0"/>
                  </a:lnTo>
                  <a:close/>
                </a:path>
              </a:pathLst>
            </a:custGeom>
            <a:solidFill>
              <a:srgbClr val="676767"/>
            </a:solidFill>
          </p:spPr>
          <p:txBody>
            <a:bodyPr wrap="square" lIns="0" tIns="0" rIns="0" bIns="0" rtlCol="0"/>
            <a:lstStyle/>
            <a:p>
              <a:endParaRPr sz="2397">
                <a:solidFill>
                  <a:prstClr val="black"/>
                </a:solidFill>
              </a:endParaRPr>
            </a:p>
          </p:txBody>
        </p:sp>
        <p:sp>
          <p:nvSpPr>
            <p:cNvPr id="71" name="object 71"/>
            <p:cNvSpPr/>
            <p:nvPr/>
          </p:nvSpPr>
          <p:spPr>
            <a:xfrm>
              <a:off x="5829300" y="1784603"/>
              <a:ext cx="1057910" cy="405765"/>
            </a:xfrm>
            <a:custGeom>
              <a:avLst/>
              <a:gdLst/>
              <a:ahLst/>
              <a:cxnLst/>
              <a:rect l="l" t="t" r="r" b="b"/>
              <a:pathLst>
                <a:path w="1057909" h="405764">
                  <a:moveTo>
                    <a:pt x="859790" y="57150"/>
                  </a:moveTo>
                  <a:lnTo>
                    <a:pt x="841755" y="57150"/>
                  </a:lnTo>
                  <a:lnTo>
                    <a:pt x="827913" y="58166"/>
                  </a:lnTo>
                  <a:lnTo>
                    <a:pt x="785241" y="68072"/>
                  </a:lnTo>
                  <a:lnTo>
                    <a:pt x="742696" y="84962"/>
                  </a:lnTo>
                  <a:lnTo>
                    <a:pt x="701294" y="107061"/>
                  </a:lnTo>
                  <a:lnTo>
                    <a:pt x="662686" y="131699"/>
                  </a:lnTo>
                  <a:lnTo>
                    <a:pt x="639572" y="148082"/>
                  </a:lnTo>
                  <a:lnTo>
                    <a:pt x="628903" y="155956"/>
                  </a:lnTo>
                  <a:lnTo>
                    <a:pt x="619125" y="163703"/>
                  </a:lnTo>
                  <a:lnTo>
                    <a:pt x="610108" y="170688"/>
                  </a:lnTo>
                  <a:lnTo>
                    <a:pt x="601726" y="177546"/>
                  </a:lnTo>
                  <a:lnTo>
                    <a:pt x="575055" y="200279"/>
                  </a:lnTo>
                  <a:lnTo>
                    <a:pt x="573151" y="201930"/>
                  </a:lnTo>
                  <a:lnTo>
                    <a:pt x="572642" y="202692"/>
                  </a:lnTo>
                  <a:lnTo>
                    <a:pt x="573151" y="203454"/>
                  </a:lnTo>
                  <a:lnTo>
                    <a:pt x="575055" y="205105"/>
                  </a:lnTo>
                  <a:lnTo>
                    <a:pt x="578358" y="208026"/>
                  </a:lnTo>
                  <a:lnTo>
                    <a:pt x="610108" y="234696"/>
                  </a:lnTo>
                  <a:lnTo>
                    <a:pt x="650748" y="265557"/>
                  </a:lnTo>
                  <a:lnTo>
                    <a:pt x="688085" y="290449"/>
                  </a:lnTo>
                  <a:lnTo>
                    <a:pt x="728472" y="313436"/>
                  </a:lnTo>
                  <a:lnTo>
                    <a:pt x="771017" y="332740"/>
                  </a:lnTo>
                  <a:lnTo>
                    <a:pt x="813689" y="344932"/>
                  </a:lnTo>
                  <a:lnTo>
                    <a:pt x="841755" y="348234"/>
                  </a:lnTo>
                  <a:lnTo>
                    <a:pt x="859790" y="348234"/>
                  </a:lnTo>
                  <a:lnTo>
                    <a:pt x="906145" y="341503"/>
                  </a:lnTo>
                  <a:lnTo>
                    <a:pt x="942721" y="326136"/>
                  </a:lnTo>
                  <a:lnTo>
                    <a:pt x="977646" y="295402"/>
                  </a:lnTo>
                  <a:lnTo>
                    <a:pt x="999235" y="258572"/>
                  </a:lnTo>
                  <a:lnTo>
                    <a:pt x="1008760" y="220599"/>
                  </a:lnTo>
                  <a:lnTo>
                    <a:pt x="1010030" y="202692"/>
                  </a:lnTo>
                  <a:lnTo>
                    <a:pt x="1009903" y="194056"/>
                  </a:lnTo>
                  <a:lnTo>
                    <a:pt x="999235" y="147193"/>
                  </a:lnTo>
                  <a:lnTo>
                    <a:pt x="977646" y="109982"/>
                  </a:lnTo>
                  <a:lnTo>
                    <a:pt x="942721" y="79629"/>
                  </a:lnTo>
                  <a:lnTo>
                    <a:pt x="906145" y="63881"/>
                  </a:lnTo>
                  <a:lnTo>
                    <a:pt x="876426" y="58166"/>
                  </a:lnTo>
                  <a:lnTo>
                    <a:pt x="859790" y="57150"/>
                  </a:lnTo>
                  <a:close/>
                </a:path>
                <a:path w="1057909" h="405764">
                  <a:moveTo>
                    <a:pt x="197865" y="57150"/>
                  </a:moveTo>
                  <a:lnTo>
                    <a:pt x="151384" y="63881"/>
                  </a:lnTo>
                  <a:lnTo>
                    <a:pt x="114808" y="79629"/>
                  </a:lnTo>
                  <a:lnTo>
                    <a:pt x="80010" y="109982"/>
                  </a:lnTo>
                  <a:lnTo>
                    <a:pt x="58420" y="147193"/>
                  </a:lnTo>
                  <a:lnTo>
                    <a:pt x="48640" y="184785"/>
                  </a:lnTo>
                  <a:lnTo>
                    <a:pt x="47498" y="202692"/>
                  </a:lnTo>
                  <a:lnTo>
                    <a:pt x="47751" y="211328"/>
                  </a:lnTo>
                  <a:lnTo>
                    <a:pt x="55245" y="249047"/>
                  </a:lnTo>
                  <a:lnTo>
                    <a:pt x="73151" y="286766"/>
                  </a:lnTo>
                  <a:lnTo>
                    <a:pt x="104648" y="319151"/>
                  </a:lnTo>
                  <a:lnTo>
                    <a:pt x="138175" y="337312"/>
                  </a:lnTo>
                  <a:lnTo>
                    <a:pt x="181228" y="347218"/>
                  </a:lnTo>
                  <a:lnTo>
                    <a:pt x="197865" y="348234"/>
                  </a:lnTo>
                  <a:lnTo>
                    <a:pt x="215900" y="348234"/>
                  </a:lnTo>
                  <a:lnTo>
                    <a:pt x="257937" y="341503"/>
                  </a:lnTo>
                  <a:lnTo>
                    <a:pt x="300989" y="326644"/>
                  </a:lnTo>
                  <a:lnTo>
                    <a:pt x="342900" y="305816"/>
                  </a:lnTo>
                  <a:lnTo>
                    <a:pt x="382397" y="281940"/>
                  </a:lnTo>
                  <a:lnTo>
                    <a:pt x="394970" y="273685"/>
                  </a:lnTo>
                  <a:lnTo>
                    <a:pt x="406653" y="265557"/>
                  </a:lnTo>
                  <a:lnTo>
                    <a:pt x="418084" y="257683"/>
                  </a:lnTo>
                  <a:lnTo>
                    <a:pt x="428498" y="249555"/>
                  </a:lnTo>
                  <a:lnTo>
                    <a:pt x="463169" y="221869"/>
                  </a:lnTo>
                  <a:lnTo>
                    <a:pt x="469519" y="216281"/>
                  </a:lnTo>
                  <a:lnTo>
                    <a:pt x="475107" y="211709"/>
                  </a:lnTo>
                  <a:lnTo>
                    <a:pt x="479171" y="208026"/>
                  </a:lnTo>
                  <a:lnTo>
                    <a:pt x="482346" y="205105"/>
                  </a:lnTo>
                  <a:lnTo>
                    <a:pt x="484377" y="203454"/>
                  </a:lnTo>
                  <a:lnTo>
                    <a:pt x="485013" y="202692"/>
                  </a:lnTo>
                  <a:lnTo>
                    <a:pt x="484377" y="201930"/>
                  </a:lnTo>
                  <a:lnTo>
                    <a:pt x="482346" y="200279"/>
                  </a:lnTo>
                  <a:lnTo>
                    <a:pt x="479171" y="197358"/>
                  </a:lnTo>
                  <a:lnTo>
                    <a:pt x="475107" y="193675"/>
                  </a:lnTo>
                  <a:lnTo>
                    <a:pt x="469519" y="189103"/>
                  </a:lnTo>
                  <a:lnTo>
                    <a:pt x="463169" y="183515"/>
                  </a:lnTo>
                  <a:lnTo>
                    <a:pt x="428498" y="155956"/>
                  </a:lnTo>
                  <a:lnTo>
                    <a:pt x="394970" y="131699"/>
                  </a:lnTo>
                  <a:lnTo>
                    <a:pt x="382397" y="123444"/>
                  </a:lnTo>
                  <a:lnTo>
                    <a:pt x="369570" y="114935"/>
                  </a:lnTo>
                  <a:lnTo>
                    <a:pt x="329057" y="91948"/>
                  </a:lnTo>
                  <a:lnTo>
                    <a:pt x="286385" y="73025"/>
                  </a:lnTo>
                  <a:lnTo>
                    <a:pt x="243712" y="60452"/>
                  </a:lnTo>
                  <a:lnTo>
                    <a:pt x="215900" y="57150"/>
                  </a:lnTo>
                  <a:lnTo>
                    <a:pt x="197865" y="57150"/>
                  </a:lnTo>
                  <a:close/>
                </a:path>
                <a:path w="1057909" h="405764">
                  <a:moveTo>
                    <a:pt x="858647" y="0"/>
                  </a:moveTo>
                  <a:lnTo>
                    <a:pt x="915161" y="7874"/>
                  </a:lnTo>
                  <a:lnTo>
                    <a:pt x="959103" y="26162"/>
                  </a:lnTo>
                  <a:lnTo>
                    <a:pt x="996950" y="54991"/>
                  </a:lnTo>
                  <a:lnTo>
                    <a:pt x="1029461" y="97282"/>
                  </a:lnTo>
                  <a:lnTo>
                    <a:pt x="1049781" y="145796"/>
                  </a:lnTo>
                  <a:lnTo>
                    <a:pt x="1057655" y="198501"/>
                  </a:lnTo>
                  <a:lnTo>
                    <a:pt x="1057275" y="215900"/>
                  </a:lnTo>
                  <a:lnTo>
                    <a:pt x="1046988" y="268478"/>
                  </a:lnTo>
                  <a:lnTo>
                    <a:pt x="1026159" y="313436"/>
                  </a:lnTo>
                  <a:lnTo>
                    <a:pt x="996950" y="350393"/>
                  </a:lnTo>
                  <a:lnTo>
                    <a:pt x="959103" y="379222"/>
                  </a:lnTo>
                  <a:lnTo>
                    <a:pt x="915161" y="397637"/>
                  </a:lnTo>
                  <a:lnTo>
                    <a:pt x="877697" y="404622"/>
                  </a:lnTo>
                  <a:lnTo>
                    <a:pt x="858647" y="405384"/>
                  </a:lnTo>
                  <a:lnTo>
                    <a:pt x="839851" y="405003"/>
                  </a:lnTo>
                  <a:lnTo>
                    <a:pt x="796544" y="398399"/>
                  </a:lnTo>
                  <a:lnTo>
                    <a:pt x="754252" y="386207"/>
                  </a:lnTo>
                  <a:lnTo>
                    <a:pt x="708025" y="367284"/>
                  </a:lnTo>
                  <a:lnTo>
                    <a:pt x="659891" y="342265"/>
                  </a:lnTo>
                  <a:lnTo>
                    <a:pt x="610997" y="310515"/>
                  </a:lnTo>
                  <a:lnTo>
                    <a:pt x="565150" y="274447"/>
                  </a:lnTo>
                  <a:lnTo>
                    <a:pt x="528574" y="240792"/>
                  </a:lnTo>
                  <a:lnTo>
                    <a:pt x="510921" y="257937"/>
                  </a:lnTo>
                  <a:lnTo>
                    <a:pt x="469900" y="292989"/>
                  </a:lnTo>
                  <a:lnTo>
                    <a:pt x="422528" y="327025"/>
                  </a:lnTo>
                  <a:lnTo>
                    <a:pt x="372363" y="356108"/>
                  </a:lnTo>
                  <a:lnTo>
                    <a:pt x="326898" y="377317"/>
                  </a:lnTo>
                  <a:lnTo>
                    <a:pt x="282321" y="393065"/>
                  </a:lnTo>
                  <a:lnTo>
                    <a:pt x="239267" y="402463"/>
                  </a:lnTo>
                  <a:lnTo>
                    <a:pt x="198754" y="405384"/>
                  </a:lnTo>
                  <a:lnTo>
                    <a:pt x="179959" y="404622"/>
                  </a:lnTo>
                  <a:lnTo>
                    <a:pt x="142494" y="397637"/>
                  </a:lnTo>
                  <a:lnTo>
                    <a:pt x="98425" y="379222"/>
                  </a:lnTo>
                  <a:lnTo>
                    <a:pt x="60578" y="350393"/>
                  </a:lnTo>
                  <a:lnTo>
                    <a:pt x="31496" y="313436"/>
                  </a:lnTo>
                  <a:lnTo>
                    <a:pt x="10667" y="268478"/>
                  </a:lnTo>
                  <a:lnTo>
                    <a:pt x="380" y="215900"/>
                  </a:lnTo>
                  <a:lnTo>
                    <a:pt x="0" y="198501"/>
                  </a:lnTo>
                  <a:lnTo>
                    <a:pt x="1270" y="180594"/>
                  </a:lnTo>
                  <a:lnTo>
                    <a:pt x="13208" y="129286"/>
                  </a:lnTo>
                  <a:lnTo>
                    <a:pt x="37846" y="82423"/>
                  </a:lnTo>
                  <a:lnTo>
                    <a:pt x="72516" y="44323"/>
                  </a:lnTo>
                  <a:lnTo>
                    <a:pt x="112649" y="18796"/>
                  </a:lnTo>
                  <a:lnTo>
                    <a:pt x="160909" y="3302"/>
                  </a:lnTo>
                  <a:lnTo>
                    <a:pt x="198754" y="0"/>
                  </a:lnTo>
                  <a:lnTo>
                    <a:pt x="217804" y="762"/>
                  </a:lnTo>
                  <a:lnTo>
                    <a:pt x="261112" y="6985"/>
                  </a:lnTo>
                  <a:lnTo>
                    <a:pt x="303402" y="19177"/>
                  </a:lnTo>
                  <a:lnTo>
                    <a:pt x="349630" y="38100"/>
                  </a:lnTo>
                  <a:lnTo>
                    <a:pt x="397763" y="63119"/>
                  </a:lnTo>
                  <a:lnTo>
                    <a:pt x="446532" y="94869"/>
                  </a:lnTo>
                  <a:lnTo>
                    <a:pt x="492378" y="130937"/>
                  </a:lnTo>
                  <a:lnTo>
                    <a:pt x="528574" y="164592"/>
                  </a:lnTo>
                  <a:lnTo>
                    <a:pt x="546480" y="147447"/>
                  </a:lnTo>
                  <a:lnTo>
                    <a:pt x="587755" y="112395"/>
                  </a:lnTo>
                  <a:lnTo>
                    <a:pt x="635126" y="78359"/>
                  </a:lnTo>
                  <a:lnTo>
                    <a:pt x="685038" y="49275"/>
                  </a:lnTo>
                  <a:lnTo>
                    <a:pt x="730757" y="28067"/>
                  </a:lnTo>
                  <a:lnTo>
                    <a:pt x="775334" y="12573"/>
                  </a:lnTo>
                  <a:lnTo>
                    <a:pt x="818388" y="2921"/>
                  </a:lnTo>
                  <a:lnTo>
                    <a:pt x="839851" y="762"/>
                  </a:lnTo>
                  <a:lnTo>
                    <a:pt x="858647" y="0"/>
                  </a:lnTo>
                  <a:close/>
                </a:path>
              </a:pathLst>
            </a:custGeom>
            <a:ln w="9144">
              <a:solidFill>
                <a:srgbClr val="676767"/>
              </a:solidFill>
            </a:ln>
          </p:spPr>
          <p:txBody>
            <a:bodyPr wrap="square" lIns="0" tIns="0" rIns="0" bIns="0" rtlCol="0"/>
            <a:lstStyle/>
            <a:p>
              <a:endParaRPr sz="2397">
                <a:solidFill>
                  <a:prstClr val="black"/>
                </a:solidFill>
              </a:endParaRPr>
            </a:p>
          </p:txBody>
        </p:sp>
        <p:sp>
          <p:nvSpPr>
            <p:cNvPr id="72" name="object 72"/>
            <p:cNvSpPr/>
            <p:nvPr/>
          </p:nvSpPr>
          <p:spPr>
            <a:xfrm>
              <a:off x="2033016" y="1453895"/>
              <a:ext cx="1673860" cy="1435735"/>
            </a:xfrm>
            <a:custGeom>
              <a:avLst/>
              <a:gdLst/>
              <a:ahLst/>
              <a:cxnLst/>
              <a:rect l="l" t="t" r="r" b="b"/>
              <a:pathLst>
                <a:path w="1673860" h="1435735">
                  <a:moveTo>
                    <a:pt x="1673352" y="0"/>
                  </a:moveTo>
                  <a:lnTo>
                    <a:pt x="0" y="0"/>
                  </a:lnTo>
                  <a:lnTo>
                    <a:pt x="0" y="1435608"/>
                  </a:lnTo>
                  <a:lnTo>
                    <a:pt x="1673352" y="1435608"/>
                  </a:lnTo>
                  <a:lnTo>
                    <a:pt x="1673352" y="0"/>
                  </a:lnTo>
                  <a:close/>
                </a:path>
              </a:pathLst>
            </a:custGeom>
            <a:solidFill>
              <a:srgbClr val="FF0000">
                <a:alpha val="85096"/>
              </a:srgbClr>
            </a:solidFill>
          </p:spPr>
          <p:txBody>
            <a:bodyPr wrap="square" lIns="0" tIns="0" rIns="0" bIns="0" rtlCol="0"/>
            <a:lstStyle/>
            <a:p>
              <a:endParaRPr sz="2397">
                <a:solidFill>
                  <a:prstClr val="black"/>
                </a:solidFill>
              </a:endParaRPr>
            </a:p>
          </p:txBody>
        </p:sp>
      </p:grpSp>
      <p:sp>
        <p:nvSpPr>
          <p:cNvPr id="73" name="object 73"/>
          <p:cNvSpPr txBox="1"/>
          <p:nvPr/>
        </p:nvSpPr>
        <p:spPr>
          <a:xfrm>
            <a:off x="2880605" y="3332936"/>
            <a:ext cx="1840921" cy="427446"/>
          </a:xfrm>
          <a:prstGeom prst="rect">
            <a:avLst/>
          </a:prstGeom>
        </p:spPr>
        <p:txBody>
          <a:bodyPr vert="horz" wrap="square" lIns="0" tIns="16912" rIns="0" bIns="0" rtlCol="0">
            <a:spAutoFit/>
          </a:bodyPr>
          <a:lstStyle/>
          <a:p>
            <a:pPr algn="ctr">
              <a:lnSpc>
                <a:spcPts val="1911"/>
              </a:lnSpc>
              <a:spcBef>
                <a:spcPts val="133"/>
              </a:spcBef>
            </a:pPr>
            <a:r>
              <a:rPr sz="1598" dirty="0">
                <a:solidFill>
                  <a:srgbClr val="FFFFFF"/>
                </a:solidFill>
                <a:latin typeface="Arial"/>
                <a:cs typeface="Arial"/>
              </a:rPr>
              <a:t>I</a:t>
            </a:r>
            <a:r>
              <a:rPr sz="1598" spc="7" dirty="0">
                <a:solidFill>
                  <a:srgbClr val="FFFFFF"/>
                </a:solidFill>
                <a:latin typeface="Arial"/>
                <a:cs typeface="Arial"/>
              </a:rPr>
              <a:t>n</a:t>
            </a:r>
            <a:r>
              <a:rPr sz="1598" dirty="0">
                <a:solidFill>
                  <a:srgbClr val="FFFFFF"/>
                </a:solidFill>
                <a:latin typeface="Arial"/>
                <a:cs typeface="Arial"/>
              </a:rPr>
              <a:t>t</a:t>
            </a:r>
            <a:r>
              <a:rPr sz="1598" spc="7" dirty="0">
                <a:solidFill>
                  <a:srgbClr val="FFFFFF"/>
                </a:solidFill>
                <a:latin typeface="Arial"/>
                <a:cs typeface="Arial"/>
              </a:rPr>
              <a:t>r</a:t>
            </a:r>
            <a:r>
              <a:rPr sz="1598" spc="-7" dirty="0">
                <a:solidFill>
                  <a:srgbClr val="FFFFFF"/>
                </a:solidFill>
                <a:latin typeface="Arial"/>
                <a:cs typeface="Arial"/>
              </a:rPr>
              <a:t>us</a:t>
            </a:r>
            <a:r>
              <a:rPr sz="1598" spc="20" dirty="0">
                <a:solidFill>
                  <a:srgbClr val="FFFFFF"/>
                </a:solidFill>
                <a:latin typeface="Arial"/>
                <a:cs typeface="Arial"/>
              </a:rPr>
              <a:t>i</a:t>
            </a:r>
            <a:r>
              <a:rPr sz="1598" spc="-7" dirty="0">
                <a:solidFill>
                  <a:srgbClr val="FFFFFF"/>
                </a:solidFill>
                <a:latin typeface="Arial"/>
                <a:cs typeface="Arial"/>
              </a:rPr>
              <a:t>on</a:t>
            </a:r>
            <a:r>
              <a:rPr sz="1598" spc="-93" dirty="0">
                <a:solidFill>
                  <a:srgbClr val="FFFFFF"/>
                </a:solidFill>
                <a:latin typeface="Arial"/>
                <a:cs typeface="Arial"/>
              </a:rPr>
              <a:t> </a:t>
            </a:r>
            <a:r>
              <a:rPr sz="1598" spc="-13" dirty="0">
                <a:solidFill>
                  <a:srgbClr val="FFFFFF"/>
                </a:solidFill>
                <a:latin typeface="Arial"/>
                <a:cs typeface="Arial"/>
              </a:rPr>
              <a:t>P</a:t>
            </a:r>
            <a:r>
              <a:rPr sz="1598" spc="7" dirty="0">
                <a:solidFill>
                  <a:srgbClr val="FFFFFF"/>
                </a:solidFill>
                <a:latin typeface="Arial"/>
                <a:cs typeface="Arial"/>
              </a:rPr>
              <a:t>r</a:t>
            </a:r>
            <a:r>
              <a:rPr sz="1598" spc="-7" dirty="0">
                <a:solidFill>
                  <a:srgbClr val="FFFFFF"/>
                </a:solidFill>
                <a:latin typeface="Arial"/>
                <a:cs typeface="Arial"/>
              </a:rPr>
              <a:t>even</a:t>
            </a:r>
            <a:r>
              <a:rPr sz="1598" dirty="0">
                <a:solidFill>
                  <a:srgbClr val="FFFFFF"/>
                </a:solidFill>
                <a:latin typeface="Arial"/>
                <a:cs typeface="Arial"/>
              </a:rPr>
              <a:t>t</a:t>
            </a:r>
            <a:r>
              <a:rPr sz="1598" spc="27" dirty="0">
                <a:solidFill>
                  <a:srgbClr val="FFFFFF"/>
                </a:solidFill>
                <a:latin typeface="Arial"/>
                <a:cs typeface="Arial"/>
              </a:rPr>
              <a:t>i</a:t>
            </a:r>
            <a:r>
              <a:rPr sz="1598" spc="-7" dirty="0">
                <a:solidFill>
                  <a:srgbClr val="FFFFFF"/>
                </a:solidFill>
                <a:latin typeface="Arial"/>
                <a:cs typeface="Arial"/>
              </a:rPr>
              <a:t>on</a:t>
            </a:r>
            <a:endParaRPr sz="1598">
              <a:solidFill>
                <a:prstClr val="black"/>
              </a:solidFill>
              <a:latin typeface="Arial"/>
              <a:cs typeface="Arial"/>
            </a:endParaRPr>
          </a:p>
          <a:p>
            <a:pPr marL="2537" algn="ctr">
              <a:lnSpc>
                <a:spcPts val="1272"/>
              </a:lnSpc>
            </a:pPr>
            <a:r>
              <a:rPr sz="1065" spc="-13" dirty="0">
                <a:solidFill>
                  <a:srgbClr val="FFFFFF"/>
                </a:solidFill>
                <a:latin typeface="Arial"/>
                <a:cs typeface="Arial"/>
              </a:rPr>
              <a:t>(subscription)</a:t>
            </a:r>
            <a:endParaRPr sz="1065">
              <a:solidFill>
                <a:prstClr val="black"/>
              </a:solidFill>
              <a:latin typeface="Arial"/>
              <a:cs typeface="Arial"/>
            </a:endParaRPr>
          </a:p>
        </p:txBody>
      </p:sp>
      <p:grpSp>
        <p:nvGrpSpPr>
          <p:cNvPr id="74" name="object 74"/>
          <p:cNvGrpSpPr/>
          <p:nvPr/>
        </p:nvGrpSpPr>
        <p:grpSpPr>
          <a:xfrm>
            <a:off x="2714862" y="2204030"/>
            <a:ext cx="2229061" cy="3632795"/>
            <a:chOff x="2033016" y="1655063"/>
            <a:chExt cx="1673860" cy="2727960"/>
          </a:xfrm>
        </p:grpSpPr>
        <p:sp>
          <p:nvSpPr>
            <p:cNvPr id="75" name="object 75"/>
            <p:cNvSpPr/>
            <p:nvPr/>
          </p:nvSpPr>
          <p:spPr>
            <a:xfrm>
              <a:off x="2609088" y="1655063"/>
              <a:ext cx="600710" cy="798830"/>
            </a:xfrm>
            <a:custGeom>
              <a:avLst/>
              <a:gdLst/>
              <a:ahLst/>
              <a:cxnLst/>
              <a:rect l="l" t="t" r="r" b="b"/>
              <a:pathLst>
                <a:path w="600710" h="798830">
                  <a:moveTo>
                    <a:pt x="109981" y="48640"/>
                  </a:moveTo>
                  <a:lnTo>
                    <a:pt x="0" y="74168"/>
                  </a:lnTo>
                  <a:lnTo>
                    <a:pt x="0" y="312293"/>
                  </a:lnTo>
                  <a:lnTo>
                    <a:pt x="2163" y="362458"/>
                  </a:lnTo>
                  <a:lnTo>
                    <a:pt x="8525" y="411240"/>
                  </a:lnTo>
                  <a:lnTo>
                    <a:pt x="18891" y="458436"/>
                  </a:lnTo>
                  <a:lnTo>
                    <a:pt x="33068" y="503842"/>
                  </a:lnTo>
                  <a:lnTo>
                    <a:pt x="50863" y="547257"/>
                  </a:lnTo>
                  <a:lnTo>
                    <a:pt x="72082" y="588478"/>
                  </a:lnTo>
                  <a:lnTo>
                    <a:pt x="96531" y="627302"/>
                  </a:lnTo>
                  <a:lnTo>
                    <a:pt x="124017" y="663527"/>
                  </a:lnTo>
                  <a:lnTo>
                    <a:pt x="154347" y="696951"/>
                  </a:lnTo>
                  <a:lnTo>
                    <a:pt x="187326" y="727370"/>
                  </a:lnTo>
                  <a:lnTo>
                    <a:pt x="222762" y="754582"/>
                  </a:lnTo>
                  <a:lnTo>
                    <a:pt x="260460" y="778385"/>
                  </a:lnTo>
                  <a:lnTo>
                    <a:pt x="300228" y="798576"/>
                  </a:lnTo>
                  <a:lnTo>
                    <a:pt x="339995" y="778385"/>
                  </a:lnTo>
                  <a:lnTo>
                    <a:pt x="377693" y="754582"/>
                  </a:lnTo>
                  <a:lnTo>
                    <a:pt x="413129" y="727370"/>
                  </a:lnTo>
                  <a:lnTo>
                    <a:pt x="444154" y="698754"/>
                  </a:lnTo>
                  <a:lnTo>
                    <a:pt x="300228" y="698754"/>
                  </a:lnTo>
                  <a:lnTo>
                    <a:pt x="261284" y="673488"/>
                  </a:lnTo>
                  <a:lnTo>
                    <a:pt x="225425" y="644032"/>
                  </a:lnTo>
                  <a:lnTo>
                    <a:pt x="192946" y="610743"/>
                  </a:lnTo>
                  <a:lnTo>
                    <a:pt x="164147" y="573976"/>
                  </a:lnTo>
                  <a:lnTo>
                    <a:pt x="139324" y="534090"/>
                  </a:lnTo>
                  <a:lnTo>
                    <a:pt x="118776" y="491442"/>
                  </a:lnTo>
                  <a:lnTo>
                    <a:pt x="102800" y="446389"/>
                  </a:lnTo>
                  <a:lnTo>
                    <a:pt x="91693" y="399288"/>
                  </a:lnTo>
                  <a:lnTo>
                    <a:pt x="300228" y="399288"/>
                  </a:lnTo>
                  <a:lnTo>
                    <a:pt x="300228" y="138175"/>
                  </a:lnTo>
                  <a:lnTo>
                    <a:pt x="600456" y="138175"/>
                  </a:lnTo>
                  <a:lnTo>
                    <a:pt x="600456" y="92201"/>
                  </a:lnTo>
                  <a:lnTo>
                    <a:pt x="109981" y="92201"/>
                  </a:lnTo>
                  <a:lnTo>
                    <a:pt x="109981" y="48640"/>
                  </a:lnTo>
                  <a:close/>
                </a:path>
                <a:path w="600710" h="798830">
                  <a:moveTo>
                    <a:pt x="600456" y="138175"/>
                  </a:moveTo>
                  <a:lnTo>
                    <a:pt x="300228" y="138175"/>
                  </a:lnTo>
                  <a:lnTo>
                    <a:pt x="517906" y="194563"/>
                  </a:lnTo>
                  <a:lnTo>
                    <a:pt x="517906" y="312293"/>
                  </a:lnTo>
                  <a:lnTo>
                    <a:pt x="517441" y="334887"/>
                  </a:lnTo>
                  <a:lnTo>
                    <a:pt x="515905" y="356743"/>
                  </a:lnTo>
                  <a:lnTo>
                    <a:pt x="513083" y="378122"/>
                  </a:lnTo>
                  <a:lnTo>
                    <a:pt x="508762" y="399288"/>
                  </a:lnTo>
                  <a:lnTo>
                    <a:pt x="300228" y="399288"/>
                  </a:lnTo>
                  <a:lnTo>
                    <a:pt x="300228" y="698754"/>
                  </a:lnTo>
                  <a:lnTo>
                    <a:pt x="444154" y="698754"/>
                  </a:lnTo>
                  <a:lnTo>
                    <a:pt x="446108" y="696951"/>
                  </a:lnTo>
                  <a:lnTo>
                    <a:pt x="476438" y="663527"/>
                  </a:lnTo>
                  <a:lnTo>
                    <a:pt x="503924" y="627302"/>
                  </a:lnTo>
                  <a:lnTo>
                    <a:pt x="528373" y="588478"/>
                  </a:lnTo>
                  <a:lnTo>
                    <a:pt x="549592" y="547257"/>
                  </a:lnTo>
                  <a:lnTo>
                    <a:pt x="567387" y="503842"/>
                  </a:lnTo>
                  <a:lnTo>
                    <a:pt x="581564" y="458436"/>
                  </a:lnTo>
                  <a:lnTo>
                    <a:pt x="591930" y="411240"/>
                  </a:lnTo>
                  <a:lnTo>
                    <a:pt x="598292" y="362458"/>
                  </a:lnTo>
                  <a:lnTo>
                    <a:pt x="600456" y="312293"/>
                  </a:lnTo>
                  <a:lnTo>
                    <a:pt x="600456" y="138175"/>
                  </a:lnTo>
                  <a:close/>
                </a:path>
                <a:path w="600710" h="798830">
                  <a:moveTo>
                    <a:pt x="300228" y="0"/>
                  </a:moveTo>
                  <a:lnTo>
                    <a:pt x="231520" y="17907"/>
                  </a:lnTo>
                  <a:lnTo>
                    <a:pt x="231520" y="61468"/>
                  </a:lnTo>
                  <a:lnTo>
                    <a:pt x="109981" y="92201"/>
                  </a:lnTo>
                  <a:lnTo>
                    <a:pt x="490474" y="92201"/>
                  </a:lnTo>
                  <a:lnTo>
                    <a:pt x="368935" y="61468"/>
                  </a:lnTo>
                  <a:lnTo>
                    <a:pt x="368935" y="17907"/>
                  </a:lnTo>
                  <a:lnTo>
                    <a:pt x="300228" y="0"/>
                  </a:lnTo>
                  <a:close/>
                </a:path>
                <a:path w="600710" h="798830">
                  <a:moveTo>
                    <a:pt x="490474" y="48640"/>
                  </a:moveTo>
                  <a:lnTo>
                    <a:pt x="490474" y="92201"/>
                  </a:lnTo>
                  <a:lnTo>
                    <a:pt x="600456" y="92201"/>
                  </a:lnTo>
                  <a:lnTo>
                    <a:pt x="600456" y="74168"/>
                  </a:lnTo>
                  <a:lnTo>
                    <a:pt x="490474" y="48640"/>
                  </a:lnTo>
                  <a:close/>
                </a:path>
              </a:pathLst>
            </a:custGeom>
            <a:solidFill>
              <a:srgbClr val="676767"/>
            </a:solidFill>
          </p:spPr>
          <p:txBody>
            <a:bodyPr wrap="square" lIns="0" tIns="0" rIns="0" bIns="0" rtlCol="0"/>
            <a:lstStyle/>
            <a:p>
              <a:endParaRPr sz="2397">
                <a:solidFill>
                  <a:prstClr val="black"/>
                </a:solidFill>
              </a:endParaRPr>
            </a:p>
          </p:txBody>
        </p:sp>
        <p:sp>
          <p:nvSpPr>
            <p:cNvPr id="76" name="object 76"/>
            <p:cNvSpPr/>
            <p:nvPr/>
          </p:nvSpPr>
          <p:spPr>
            <a:xfrm>
              <a:off x="2033016" y="2953511"/>
              <a:ext cx="1673860" cy="1430020"/>
            </a:xfrm>
            <a:custGeom>
              <a:avLst/>
              <a:gdLst/>
              <a:ahLst/>
              <a:cxnLst/>
              <a:rect l="l" t="t" r="r" b="b"/>
              <a:pathLst>
                <a:path w="1673860" h="1430020">
                  <a:moveTo>
                    <a:pt x="1673352" y="0"/>
                  </a:moveTo>
                  <a:lnTo>
                    <a:pt x="0" y="0"/>
                  </a:lnTo>
                  <a:lnTo>
                    <a:pt x="0" y="1429512"/>
                  </a:lnTo>
                  <a:lnTo>
                    <a:pt x="1673352" y="1429512"/>
                  </a:lnTo>
                  <a:lnTo>
                    <a:pt x="1673352" y="0"/>
                  </a:lnTo>
                  <a:close/>
                </a:path>
              </a:pathLst>
            </a:custGeom>
            <a:solidFill>
              <a:srgbClr val="FF0000">
                <a:alpha val="85096"/>
              </a:srgbClr>
            </a:solidFill>
          </p:spPr>
          <p:txBody>
            <a:bodyPr wrap="square" lIns="0" tIns="0" rIns="0" bIns="0" rtlCol="0"/>
            <a:lstStyle/>
            <a:p>
              <a:endParaRPr sz="2397">
                <a:solidFill>
                  <a:prstClr val="black"/>
                </a:solidFill>
              </a:endParaRPr>
            </a:p>
          </p:txBody>
        </p:sp>
      </p:grpSp>
      <p:sp>
        <p:nvSpPr>
          <p:cNvPr id="77" name="object 77"/>
          <p:cNvSpPr txBox="1"/>
          <p:nvPr/>
        </p:nvSpPr>
        <p:spPr>
          <a:xfrm>
            <a:off x="3002375" y="5251249"/>
            <a:ext cx="1665031" cy="508878"/>
          </a:xfrm>
          <a:prstGeom prst="rect">
            <a:avLst/>
          </a:prstGeom>
        </p:spPr>
        <p:txBody>
          <a:bodyPr vert="horz" wrap="square" lIns="0" tIns="16912" rIns="0" bIns="0" rtlCol="0">
            <a:spAutoFit/>
          </a:bodyPr>
          <a:lstStyle/>
          <a:p>
            <a:pPr marL="2537" algn="ctr">
              <a:spcBef>
                <a:spcPts val="133"/>
              </a:spcBef>
            </a:pPr>
            <a:r>
              <a:rPr sz="1598" dirty="0">
                <a:solidFill>
                  <a:srgbClr val="FFFFFF"/>
                </a:solidFill>
                <a:latin typeface="Arial"/>
                <a:cs typeface="Arial"/>
              </a:rPr>
              <a:t>Application</a:t>
            </a:r>
            <a:endParaRPr sz="1598">
              <a:solidFill>
                <a:prstClr val="black"/>
              </a:solidFill>
              <a:latin typeface="Arial"/>
              <a:cs typeface="Arial"/>
            </a:endParaRPr>
          </a:p>
          <a:p>
            <a:pPr algn="ctr"/>
            <a:r>
              <a:rPr sz="1598" spc="-47" dirty="0">
                <a:solidFill>
                  <a:srgbClr val="FFFFFF"/>
                </a:solidFill>
                <a:latin typeface="Arial"/>
                <a:cs typeface="Arial"/>
              </a:rPr>
              <a:t>V</a:t>
            </a:r>
            <a:r>
              <a:rPr sz="1598" spc="27" dirty="0">
                <a:solidFill>
                  <a:srgbClr val="FFFFFF"/>
                </a:solidFill>
                <a:latin typeface="Arial"/>
                <a:cs typeface="Arial"/>
              </a:rPr>
              <a:t>i</a:t>
            </a:r>
            <a:r>
              <a:rPr sz="1598" dirty="0">
                <a:solidFill>
                  <a:srgbClr val="FFFFFF"/>
                </a:solidFill>
                <a:latin typeface="Arial"/>
                <a:cs typeface="Arial"/>
              </a:rPr>
              <a:t>s</a:t>
            </a:r>
            <a:r>
              <a:rPr sz="1598" spc="20" dirty="0">
                <a:solidFill>
                  <a:srgbClr val="FFFFFF"/>
                </a:solidFill>
                <a:latin typeface="Arial"/>
                <a:cs typeface="Arial"/>
              </a:rPr>
              <a:t>i</a:t>
            </a:r>
            <a:r>
              <a:rPr sz="1598" dirty="0">
                <a:solidFill>
                  <a:srgbClr val="FFFFFF"/>
                </a:solidFill>
                <a:latin typeface="Arial"/>
                <a:cs typeface="Arial"/>
              </a:rPr>
              <a:t>b</a:t>
            </a:r>
            <a:r>
              <a:rPr sz="1598" spc="27" dirty="0">
                <a:solidFill>
                  <a:srgbClr val="FFFFFF"/>
                </a:solidFill>
                <a:latin typeface="Arial"/>
                <a:cs typeface="Arial"/>
              </a:rPr>
              <a:t>i</a:t>
            </a:r>
            <a:r>
              <a:rPr sz="1598" dirty="0">
                <a:solidFill>
                  <a:srgbClr val="FFFFFF"/>
                </a:solidFill>
                <a:latin typeface="Arial"/>
                <a:cs typeface="Arial"/>
              </a:rPr>
              <a:t>l</a:t>
            </a:r>
            <a:r>
              <a:rPr sz="1598" spc="-13" dirty="0">
                <a:solidFill>
                  <a:srgbClr val="FFFFFF"/>
                </a:solidFill>
                <a:latin typeface="Arial"/>
                <a:cs typeface="Arial"/>
              </a:rPr>
              <a:t>i</a:t>
            </a:r>
            <a:r>
              <a:rPr sz="1598" dirty="0">
                <a:solidFill>
                  <a:srgbClr val="FFFFFF"/>
                </a:solidFill>
                <a:latin typeface="Arial"/>
                <a:cs typeface="Arial"/>
              </a:rPr>
              <a:t>ty</a:t>
            </a:r>
            <a:r>
              <a:rPr sz="1598" spc="-93" dirty="0">
                <a:solidFill>
                  <a:srgbClr val="FFFFFF"/>
                </a:solidFill>
                <a:latin typeface="Arial"/>
                <a:cs typeface="Arial"/>
              </a:rPr>
              <a:t> </a:t>
            </a:r>
            <a:r>
              <a:rPr sz="1598" dirty="0">
                <a:solidFill>
                  <a:srgbClr val="FFFFFF"/>
                </a:solidFill>
                <a:latin typeface="Arial"/>
                <a:cs typeface="Arial"/>
              </a:rPr>
              <a:t>&amp;</a:t>
            </a:r>
            <a:r>
              <a:rPr sz="1598" spc="-13" dirty="0">
                <a:solidFill>
                  <a:srgbClr val="FFFFFF"/>
                </a:solidFill>
                <a:latin typeface="Arial"/>
                <a:cs typeface="Arial"/>
              </a:rPr>
              <a:t> </a:t>
            </a:r>
            <a:r>
              <a:rPr sz="1598" dirty="0">
                <a:solidFill>
                  <a:srgbClr val="FFFFFF"/>
                </a:solidFill>
                <a:latin typeface="Arial"/>
                <a:cs typeface="Arial"/>
              </a:rPr>
              <a:t>Cont</a:t>
            </a:r>
            <a:r>
              <a:rPr sz="1598" spc="7" dirty="0">
                <a:solidFill>
                  <a:srgbClr val="FFFFFF"/>
                </a:solidFill>
                <a:latin typeface="Arial"/>
                <a:cs typeface="Arial"/>
              </a:rPr>
              <a:t>r</a:t>
            </a:r>
            <a:r>
              <a:rPr sz="1598" dirty="0">
                <a:solidFill>
                  <a:srgbClr val="FFFFFF"/>
                </a:solidFill>
                <a:latin typeface="Arial"/>
                <a:cs typeface="Arial"/>
              </a:rPr>
              <a:t>ol</a:t>
            </a:r>
            <a:endParaRPr sz="1598">
              <a:solidFill>
                <a:prstClr val="black"/>
              </a:solidFill>
              <a:latin typeface="Arial"/>
              <a:cs typeface="Arial"/>
            </a:endParaRPr>
          </a:p>
        </p:txBody>
      </p:sp>
      <p:grpSp>
        <p:nvGrpSpPr>
          <p:cNvPr id="78" name="object 78"/>
          <p:cNvGrpSpPr/>
          <p:nvPr/>
        </p:nvGrpSpPr>
        <p:grpSpPr>
          <a:xfrm>
            <a:off x="393120" y="3762681"/>
            <a:ext cx="4274623" cy="2078541"/>
            <a:chOff x="289559" y="2825495"/>
            <a:chExt cx="3209925" cy="1560830"/>
          </a:xfrm>
        </p:grpSpPr>
        <p:pic>
          <p:nvPicPr>
            <p:cNvPr id="79" name="object 79"/>
            <p:cNvPicPr/>
            <p:nvPr/>
          </p:nvPicPr>
          <p:blipFill>
            <a:blip r:embed="rId32" cstate="print"/>
            <a:stretch>
              <a:fillRect/>
            </a:stretch>
          </p:blipFill>
          <p:spPr>
            <a:xfrm>
              <a:off x="2362199" y="2825495"/>
              <a:ext cx="1136954" cy="1100378"/>
            </a:xfrm>
            <a:prstGeom prst="rect">
              <a:avLst/>
            </a:prstGeom>
          </p:spPr>
        </p:pic>
        <p:sp>
          <p:nvSpPr>
            <p:cNvPr id="80" name="object 80"/>
            <p:cNvSpPr/>
            <p:nvPr/>
          </p:nvSpPr>
          <p:spPr>
            <a:xfrm>
              <a:off x="2609087" y="3072383"/>
              <a:ext cx="652780" cy="615950"/>
            </a:xfrm>
            <a:custGeom>
              <a:avLst/>
              <a:gdLst/>
              <a:ahLst/>
              <a:cxnLst/>
              <a:rect l="l" t="t" r="r" b="b"/>
              <a:pathLst>
                <a:path w="652779" h="615950">
                  <a:moveTo>
                    <a:pt x="326136" y="0"/>
                  </a:moveTo>
                  <a:lnTo>
                    <a:pt x="277921" y="3337"/>
                  </a:lnTo>
                  <a:lnTo>
                    <a:pt x="231909" y="13031"/>
                  </a:lnTo>
                  <a:lnTo>
                    <a:pt x="188605" y="28606"/>
                  </a:lnTo>
                  <a:lnTo>
                    <a:pt x="148510" y="49587"/>
                  </a:lnTo>
                  <a:lnTo>
                    <a:pt x="112129" y="75498"/>
                  </a:lnTo>
                  <a:lnTo>
                    <a:pt x="79964" y="105863"/>
                  </a:lnTo>
                  <a:lnTo>
                    <a:pt x="52519" y="140206"/>
                  </a:lnTo>
                  <a:lnTo>
                    <a:pt x="30296" y="178052"/>
                  </a:lnTo>
                  <a:lnTo>
                    <a:pt x="13800" y="218925"/>
                  </a:lnTo>
                  <a:lnTo>
                    <a:pt x="3534" y="262348"/>
                  </a:lnTo>
                  <a:lnTo>
                    <a:pt x="0" y="307847"/>
                  </a:lnTo>
                  <a:lnTo>
                    <a:pt x="3534" y="353347"/>
                  </a:lnTo>
                  <a:lnTo>
                    <a:pt x="13800" y="396770"/>
                  </a:lnTo>
                  <a:lnTo>
                    <a:pt x="30296" y="437643"/>
                  </a:lnTo>
                  <a:lnTo>
                    <a:pt x="52519" y="475489"/>
                  </a:lnTo>
                  <a:lnTo>
                    <a:pt x="79964" y="509832"/>
                  </a:lnTo>
                  <a:lnTo>
                    <a:pt x="112129" y="540197"/>
                  </a:lnTo>
                  <a:lnTo>
                    <a:pt x="148510" y="566108"/>
                  </a:lnTo>
                  <a:lnTo>
                    <a:pt x="188605" y="587089"/>
                  </a:lnTo>
                  <a:lnTo>
                    <a:pt x="231909" y="602664"/>
                  </a:lnTo>
                  <a:lnTo>
                    <a:pt x="277921" y="612358"/>
                  </a:lnTo>
                  <a:lnTo>
                    <a:pt x="326136" y="615695"/>
                  </a:lnTo>
                  <a:lnTo>
                    <a:pt x="374350" y="612358"/>
                  </a:lnTo>
                  <a:lnTo>
                    <a:pt x="420362" y="602664"/>
                  </a:lnTo>
                  <a:lnTo>
                    <a:pt x="463666" y="587089"/>
                  </a:lnTo>
                  <a:lnTo>
                    <a:pt x="486905" y="574928"/>
                  </a:lnTo>
                  <a:lnTo>
                    <a:pt x="326136" y="574928"/>
                  </a:lnTo>
                  <a:lnTo>
                    <a:pt x="275161" y="570640"/>
                  </a:lnTo>
                  <a:lnTo>
                    <a:pt x="227239" y="558271"/>
                  </a:lnTo>
                  <a:lnTo>
                    <a:pt x="183157" y="538564"/>
                  </a:lnTo>
                  <a:lnTo>
                    <a:pt x="143700" y="512263"/>
                  </a:lnTo>
                  <a:lnTo>
                    <a:pt x="109655" y="480110"/>
                  </a:lnTo>
                  <a:lnTo>
                    <a:pt x="81806" y="442849"/>
                  </a:lnTo>
                  <a:lnTo>
                    <a:pt x="60942" y="401222"/>
                  </a:lnTo>
                  <a:lnTo>
                    <a:pt x="47846" y="355974"/>
                  </a:lnTo>
                  <a:lnTo>
                    <a:pt x="43306" y="307847"/>
                  </a:lnTo>
                  <a:lnTo>
                    <a:pt x="47846" y="260156"/>
                  </a:lnTo>
                  <a:lnTo>
                    <a:pt x="60942" y="215139"/>
                  </a:lnTo>
                  <a:lnTo>
                    <a:pt x="81806" y="173580"/>
                  </a:lnTo>
                  <a:lnTo>
                    <a:pt x="109655" y="136265"/>
                  </a:lnTo>
                  <a:lnTo>
                    <a:pt x="143700" y="103976"/>
                  </a:lnTo>
                  <a:lnTo>
                    <a:pt x="183157" y="77498"/>
                  </a:lnTo>
                  <a:lnTo>
                    <a:pt x="227239" y="57614"/>
                  </a:lnTo>
                  <a:lnTo>
                    <a:pt x="275161" y="45109"/>
                  </a:lnTo>
                  <a:lnTo>
                    <a:pt x="326136" y="40766"/>
                  </a:lnTo>
                  <a:lnTo>
                    <a:pt x="486905" y="40766"/>
                  </a:lnTo>
                  <a:lnTo>
                    <a:pt x="463666" y="28606"/>
                  </a:lnTo>
                  <a:lnTo>
                    <a:pt x="420362" y="13031"/>
                  </a:lnTo>
                  <a:lnTo>
                    <a:pt x="374350" y="3337"/>
                  </a:lnTo>
                  <a:lnTo>
                    <a:pt x="326136" y="0"/>
                  </a:lnTo>
                  <a:close/>
                </a:path>
                <a:path w="652779" h="615950">
                  <a:moveTo>
                    <a:pt x="486905" y="40766"/>
                  </a:moveTo>
                  <a:lnTo>
                    <a:pt x="326136" y="40766"/>
                  </a:lnTo>
                  <a:lnTo>
                    <a:pt x="377110" y="45109"/>
                  </a:lnTo>
                  <a:lnTo>
                    <a:pt x="425032" y="57614"/>
                  </a:lnTo>
                  <a:lnTo>
                    <a:pt x="469114" y="77498"/>
                  </a:lnTo>
                  <a:lnTo>
                    <a:pt x="508571" y="103976"/>
                  </a:lnTo>
                  <a:lnTo>
                    <a:pt x="542616" y="136265"/>
                  </a:lnTo>
                  <a:lnTo>
                    <a:pt x="570465" y="173580"/>
                  </a:lnTo>
                  <a:lnTo>
                    <a:pt x="591329" y="215139"/>
                  </a:lnTo>
                  <a:lnTo>
                    <a:pt x="604425" y="260156"/>
                  </a:lnTo>
                  <a:lnTo>
                    <a:pt x="608964" y="307847"/>
                  </a:lnTo>
                  <a:lnTo>
                    <a:pt x="604425" y="355974"/>
                  </a:lnTo>
                  <a:lnTo>
                    <a:pt x="591329" y="401222"/>
                  </a:lnTo>
                  <a:lnTo>
                    <a:pt x="570465" y="442849"/>
                  </a:lnTo>
                  <a:lnTo>
                    <a:pt x="542616" y="480110"/>
                  </a:lnTo>
                  <a:lnTo>
                    <a:pt x="508571" y="512263"/>
                  </a:lnTo>
                  <a:lnTo>
                    <a:pt x="469114" y="538564"/>
                  </a:lnTo>
                  <a:lnTo>
                    <a:pt x="425032" y="558271"/>
                  </a:lnTo>
                  <a:lnTo>
                    <a:pt x="377110" y="570640"/>
                  </a:lnTo>
                  <a:lnTo>
                    <a:pt x="326136" y="574928"/>
                  </a:lnTo>
                  <a:lnTo>
                    <a:pt x="486905" y="574928"/>
                  </a:lnTo>
                  <a:lnTo>
                    <a:pt x="540142" y="540197"/>
                  </a:lnTo>
                  <a:lnTo>
                    <a:pt x="572307" y="509832"/>
                  </a:lnTo>
                  <a:lnTo>
                    <a:pt x="599752" y="475489"/>
                  </a:lnTo>
                  <a:lnTo>
                    <a:pt x="621975" y="437643"/>
                  </a:lnTo>
                  <a:lnTo>
                    <a:pt x="638471" y="396770"/>
                  </a:lnTo>
                  <a:lnTo>
                    <a:pt x="648737" y="353347"/>
                  </a:lnTo>
                  <a:lnTo>
                    <a:pt x="652272" y="307847"/>
                  </a:lnTo>
                  <a:lnTo>
                    <a:pt x="648737" y="262348"/>
                  </a:lnTo>
                  <a:lnTo>
                    <a:pt x="638471" y="218925"/>
                  </a:lnTo>
                  <a:lnTo>
                    <a:pt x="621975" y="178052"/>
                  </a:lnTo>
                  <a:lnTo>
                    <a:pt x="599752" y="140206"/>
                  </a:lnTo>
                  <a:lnTo>
                    <a:pt x="572307" y="105863"/>
                  </a:lnTo>
                  <a:lnTo>
                    <a:pt x="540142" y="75498"/>
                  </a:lnTo>
                  <a:lnTo>
                    <a:pt x="503761" y="49587"/>
                  </a:lnTo>
                  <a:lnTo>
                    <a:pt x="486905" y="40766"/>
                  </a:lnTo>
                  <a:close/>
                </a:path>
                <a:path w="652779" h="615950">
                  <a:moveTo>
                    <a:pt x="210819" y="314706"/>
                  </a:moveTo>
                  <a:lnTo>
                    <a:pt x="183769" y="314706"/>
                  </a:lnTo>
                  <a:lnTo>
                    <a:pt x="126111" y="442213"/>
                  </a:lnTo>
                  <a:lnTo>
                    <a:pt x="156718" y="442213"/>
                  </a:lnTo>
                  <a:lnTo>
                    <a:pt x="167512" y="413257"/>
                  </a:lnTo>
                  <a:lnTo>
                    <a:pt x="254010" y="413257"/>
                  </a:lnTo>
                  <a:lnTo>
                    <a:pt x="243602" y="389508"/>
                  </a:lnTo>
                  <a:lnTo>
                    <a:pt x="178435" y="389508"/>
                  </a:lnTo>
                  <a:lnTo>
                    <a:pt x="196342" y="348614"/>
                  </a:lnTo>
                  <a:lnTo>
                    <a:pt x="225680" y="348614"/>
                  </a:lnTo>
                  <a:lnTo>
                    <a:pt x="210819" y="314706"/>
                  </a:lnTo>
                  <a:close/>
                </a:path>
                <a:path w="652779" h="615950">
                  <a:moveTo>
                    <a:pt x="254010" y="413257"/>
                  </a:moveTo>
                  <a:lnTo>
                    <a:pt x="225170" y="413257"/>
                  </a:lnTo>
                  <a:lnTo>
                    <a:pt x="236093" y="442213"/>
                  </a:lnTo>
                  <a:lnTo>
                    <a:pt x="266700" y="442213"/>
                  </a:lnTo>
                  <a:lnTo>
                    <a:pt x="254010" y="413257"/>
                  </a:lnTo>
                  <a:close/>
                </a:path>
                <a:path w="652779" h="615950">
                  <a:moveTo>
                    <a:pt x="349504" y="316356"/>
                  </a:moveTo>
                  <a:lnTo>
                    <a:pt x="288289" y="316356"/>
                  </a:lnTo>
                  <a:lnTo>
                    <a:pt x="288289" y="442213"/>
                  </a:lnTo>
                  <a:lnTo>
                    <a:pt x="317119" y="442213"/>
                  </a:lnTo>
                  <a:lnTo>
                    <a:pt x="317119" y="404748"/>
                  </a:lnTo>
                  <a:lnTo>
                    <a:pt x="347725" y="404748"/>
                  </a:lnTo>
                  <a:lnTo>
                    <a:pt x="353187" y="403097"/>
                  </a:lnTo>
                  <a:lnTo>
                    <a:pt x="360425" y="401446"/>
                  </a:lnTo>
                  <a:lnTo>
                    <a:pt x="367538" y="399669"/>
                  </a:lnTo>
                  <a:lnTo>
                    <a:pt x="378332" y="392938"/>
                  </a:lnTo>
                  <a:lnTo>
                    <a:pt x="382016" y="389508"/>
                  </a:lnTo>
                  <a:lnTo>
                    <a:pt x="385572" y="384428"/>
                  </a:lnTo>
                  <a:lnTo>
                    <a:pt x="389255" y="379221"/>
                  </a:lnTo>
                  <a:lnTo>
                    <a:pt x="317119" y="379221"/>
                  </a:lnTo>
                  <a:lnTo>
                    <a:pt x="317119" y="341883"/>
                  </a:lnTo>
                  <a:lnTo>
                    <a:pt x="389255" y="341883"/>
                  </a:lnTo>
                  <a:lnTo>
                    <a:pt x="387350" y="336803"/>
                  </a:lnTo>
                  <a:lnTo>
                    <a:pt x="383794" y="331596"/>
                  </a:lnTo>
                  <a:lnTo>
                    <a:pt x="380238" y="328294"/>
                  </a:lnTo>
                  <a:lnTo>
                    <a:pt x="374776" y="324865"/>
                  </a:lnTo>
                  <a:lnTo>
                    <a:pt x="369443" y="321437"/>
                  </a:lnTo>
                  <a:lnTo>
                    <a:pt x="363981" y="319785"/>
                  </a:lnTo>
                  <a:lnTo>
                    <a:pt x="356743" y="318007"/>
                  </a:lnTo>
                  <a:lnTo>
                    <a:pt x="349504" y="316356"/>
                  </a:lnTo>
                  <a:close/>
                </a:path>
                <a:path w="652779" h="615950">
                  <a:moveTo>
                    <a:pt x="477519" y="316356"/>
                  </a:moveTo>
                  <a:lnTo>
                    <a:pt x="414400" y="316356"/>
                  </a:lnTo>
                  <a:lnTo>
                    <a:pt x="414400" y="442213"/>
                  </a:lnTo>
                  <a:lnTo>
                    <a:pt x="443230" y="442213"/>
                  </a:lnTo>
                  <a:lnTo>
                    <a:pt x="443230" y="404748"/>
                  </a:lnTo>
                  <a:lnTo>
                    <a:pt x="473837" y="404748"/>
                  </a:lnTo>
                  <a:lnTo>
                    <a:pt x="481075" y="403097"/>
                  </a:lnTo>
                  <a:lnTo>
                    <a:pt x="486537" y="401446"/>
                  </a:lnTo>
                  <a:lnTo>
                    <a:pt x="493649" y="399669"/>
                  </a:lnTo>
                  <a:lnTo>
                    <a:pt x="499110" y="396239"/>
                  </a:lnTo>
                  <a:lnTo>
                    <a:pt x="504570" y="392938"/>
                  </a:lnTo>
                  <a:lnTo>
                    <a:pt x="509905" y="389508"/>
                  </a:lnTo>
                  <a:lnTo>
                    <a:pt x="513588" y="384428"/>
                  </a:lnTo>
                  <a:lnTo>
                    <a:pt x="515366" y="379221"/>
                  </a:lnTo>
                  <a:lnTo>
                    <a:pt x="443230" y="379221"/>
                  </a:lnTo>
                  <a:lnTo>
                    <a:pt x="443230" y="341883"/>
                  </a:lnTo>
                  <a:lnTo>
                    <a:pt x="517144" y="341883"/>
                  </a:lnTo>
                  <a:lnTo>
                    <a:pt x="513588" y="336803"/>
                  </a:lnTo>
                  <a:lnTo>
                    <a:pt x="511682" y="331596"/>
                  </a:lnTo>
                  <a:lnTo>
                    <a:pt x="506349" y="328294"/>
                  </a:lnTo>
                  <a:lnTo>
                    <a:pt x="502666" y="324865"/>
                  </a:lnTo>
                  <a:lnTo>
                    <a:pt x="497331" y="321437"/>
                  </a:lnTo>
                  <a:lnTo>
                    <a:pt x="490093" y="319785"/>
                  </a:lnTo>
                  <a:lnTo>
                    <a:pt x="484759" y="318007"/>
                  </a:lnTo>
                  <a:lnTo>
                    <a:pt x="477519" y="316356"/>
                  </a:lnTo>
                  <a:close/>
                </a:path>
                <a:path w="652779" h="615950">
                  <a:moveTo>
                    <a:pt x="225680" y="348614"/>
                  </a:moveTo>
                  <a:lnTo>
                    <a:pt x="196342" y="348614"/>
                  </a:lnTo>
                  <a:lnTo>
                    <a:pt x="214375" y="389508"/>
                  </a:lnTo>
                  <a:lnTo>
                    <a:pt x="243602" y="389508"/>
                  </a:lnTo>
                  <a:lnTo>
                    <a:pt x="225680" y="348614"/>
                  </a:lnTo>
                  <a:close/>
                </a:path>
                <a:path w="652779" h="615950">
                  <a:moveTo>
                    <a:pt x="389255" y="341883"/>
                  </a:moveTo>
                  <a:lnTo>
                    <a:pt x="347725" y="341883"/>
                  </a:lnTo>
                  <a:lnTo>
                    <a:pt x="353187" y="343534"/>
                  </a:lnTo>
                  <a:lnTo>
                    <a:pt x="356743" y="345313"/>
                  </a:lnTo>
                  <a:lnTo>
                    <a:pt x="362204" y="348614"/>
                  </a:lnTo>
                  <a:lnTo>
                    <a:pt x="363981" y="353821"/>
                  </a:lnTo>
                  <a:lnTo>
                    <a:pt x="363981" y="365632"/>
                  </a:lnTo>
                  <a:lnTo>
                    <a:pt x="362204" y="370839"/>
                  </a:lnTo>
                  <a:lnTo>
                    <a:pt x="356743" y="374141"/>
                  </a:lnTo>
                  <a:lnTo>
                    <a:pt x="353187" y="377570"/>
                  </a:lnTo>
                  <a:lnTo>
                    <a:pt x="347725" y="379221"/>
                  </a:lnTo>
                  <a:lnTo>
                    <a:pt x="389255" y="379221"/>
                  </a:lnTo>
                  <a:lnTo>
                    <a:pt x="391032" y="374141"/>
                  </a:lnTo>
                  <a:lnTo>
                    <a:pt x="392811" y="367410"/>
                  </a:lnTo>
                  <a:lnTo>
                    <a:pt x="392811" y="346963"/>
                  </a:lnTo>
                  <a:lnTo>
                    <a:pt x="389255" y="341883"/>
                  </a:lnTo>
                  <a:close/>
                </a:path>
                <a:path w="652779" h="615950">
                  <a:moveTo>
                    <a:pt x="517144" y="341883"/>
                  </a:moveTo>
                  <a:lnTo>
                    <a:pt x="473837" y="341883"/>
                  </a:lnTo>
                  <a:lnTo>
                    <a:pt x="479298" y="343534"/>
                  </a:lnTo>
                  <a:lnTo>
                    <a:pt x="484759" y="345313"/>
                  </a:lnTo>
                  <a:lnTo>
                    <a:pt x="488314" y="348614"/>
                  </a:lnTo>
                  <a:lnTo>
                    <a:pt x="490093" y="353821"/>
                  </a:lnTo>
                  <a:lnTo>
                    <a:pt x="490093" y="365632"/>
                  </a:lnTo>
                  <a:lnTo>
                    <a:pt x="488314" y="370839"/>
                  </a:lnTo>
                  <a:lnTo>
                    <a:pt x="481075" y="377570"/>
                  </a:lnTo>
                  <a:lnTo>
                    <a:pt x="473837" y="379221"/>
                  </a:lnTo>
                  <a:lnTo>
                    <a:pt x="515366" y="379221"/>
                  </a:lnTo>
                  <a:lnTo>
                    <a:pt x="518922" y="374141"/>
                  </a:lnTo>
                  <a:lnTo>
                    <a:pt x="520700" y="367410"/>
                  </a:lnTo>
                  <a:lnTo>
                    <a:pt x="520576" y="353347"/>
                  </a:lnTo>
                  <a:lnTo>
                    <a:pt x="518922" y="346963"/>
                  </a:lnTo>
                  <a:lnTo>
                    <a:pt x="517144" y="341883"/>
                  </a:lnTo>
                  <a:close/>
                </a:path>
                <a:path w="652779" h="615950">
                  <a:moveTo>
                    <a:pt x="248666" y="178562"/>
                  </a:moveTo>
                  <a:lnTo>
                    <a:pt x="154939" y="178562"/>
                  </a:lnTo>
                  <a:lnTo>
                    <a:pt x="142271" y="180925"/>
                  </a:lnTo>
                  <a:lnTo>
                    <a:pt x="131984" y="187277"/>
                  </a:lnTo>
                  <a:lnTo>
                    <a:pt x="125079" y="196510"/>
                  </a:lnTo>
                  <a:lnTo>
                    <a:pt x="122555" y="207517"/>
                  </a:lnTo>
                  <a:lnTo>
                    <a:pt x="122555" y="282320"/>
                  </a:lnTo>
                  <a:lnTo>
                    <a:pt x="248666" y="282320"/>
                  </a:lnTo>
                  <a:lnTo>
                    <a:pt x="248666" y="270382"/>
                  </a:lnTo>
                  <a:lnTo>
                    <a:pt x="144144" y="270382"/>
                  </a:lnTo>
                  <a:lnTo>
                    <a:pt x="144144" y="256794"/>
                  </a:lnTo>
                  <a:lnTo>
                    <a:pt x="248666" y="256794"/>
                  </a:lnTo>
                  <a:lnTo>
                    <a:pt x="248666" y="178562"/>
                  </a:lnTo>
                  <a:close/>
                </a:path>
                <a:path w="652779" h="615950">
                  <a:moveTo>
                    <a:pt x="387350" y="178562"/>
                  </a:moveTo>
                  <a:lnTo>
                    <a:pt x="259461" y="178562"/>
                  </a:lnTo>
                  <a:lnTo>
                    <a:pt x="259461" y="282320"/>
                  </a:lnTo>
                  <a:lnTo>
                    <a:pt x="387350" y="282320"/>
                  </a:lnTo>
                  <a:lnTo>
                    <a:pt x="387350" y="270382"/>
                  </a:lnTo>
                  <a:lnTo>
                    <a:pt x="282829" y="270382"/>
                  </a:lnTo>
                  <a:lnTo>
                    <a:pt x="282829" y="192150"/>
                  </a:lnTo>
                  <a:lnTo>
                    <a:pt x="387350" y="192150"/>
                  </a:lnTo>
                  <a:lnTo>
                    <a:pt x="387350" y="178562"/>
                  </a:lnTo>
                  <a:close/>
                </a:path>
                <a:path w="652779" h="615950">
                  <a:moveTo>
                    <a:pt x="493649" y="178562"/>
                  </a:moveTo>
                  <a:lnTo>
                    <a:pt x="398272" y="178562"/>
                  </a:lnTo>
                  <a:lnTo>
                    <a:pt x="398272" y="282320"/>
                  </a:lnTo>
                  <a:lnTo>
                    <a:pt x="524382" y="282320"/>
                  </a:lnTo>
                  <a:lnTo>
                    <a:pt x="524382" y="270382"/>
                  </a:lnTo>
                  <a:lnTo>
                    <a:pt x="419862" y="270382"/>
                  </a:lnTo>
                  <a:lnTo>
                    <a:pt x="419862" y="192150"/>
                  </a:lnTo>
                  <a:lnTo>
                    <a:pt x="519124" y="192150"/>
                  </a:lnTo>
                  <a:lnTo>
                    <a:pt x="515778" y="187277"/>
                  </a:lnTo>
                  <a:lnTo>
                    <a:pt x="506059" y="180925"/>
                  </a:lnTo>
                  <a:lnTo>
                    <a:pt x="493649" y="178562"/>
                  </a:lnTo>
                  <a:close/>
                </a:path>
                <a:path w="652779" h="615950">
                  <a:moveTo>
                    <a:pt x="248666" y="256794"/>
                  </a:moveTo>
                  <a:lnTo>
                    <a:pt x="227075" y="256794"/>
                  </a:lnTo>
                  <a:lnTo>
                    <a:pt x="227075" y="270382"/>
                  </a:lnTo>
                  <a:lnTo>
                    <a:pt x="248666" y="270382"/>
                  </a:lnTo>
                  <a:lnTo>
                    <a:pt x="248666" y="256794"/>
                  </a:lnTo>
                  <a:close/>
                </a:path>
                <a:path w="652779" h="615950">
                  <a:moveTo>
                    <a:pt x="387350" y="192150"/>
                  </a:moveTo>
                  <a:lnTo>
                    <a:pt x="363981" y="192150"/>
                  </a:lnTo>
                  <a:lnTo>
                    <a:pt x="363981" y="270382"/>
                  </a:lnTo>
                  <a:lnTo>
                    <a:pt x="387350" y="270382"/>
                  </a:lnTo>
                  <a:lnTo>
                    <a:pt x="387350" y="192150"/>
                  </a:lnTo>
                  <a:close/>
                </a:path>
                <a:path w="652779" h="615950">
                  <a:moveTo>
                    <a:pt x="519124" y="192150"/>
                  </a:moveTo>
                  <a:lnTo>
                    <a:pt x="502666" y="192150"/>
                  </a:lnTo>
                  <a:lnTo>
                    <a:pt x="502666" y="270382"/>
                  </a:lnTo>
                  <a:lnTo>
                    <a:pt x="524382" y="270382"/>
                  </a:lnTo>
                  <a:lnTo>
                    <a:pt x="524382" y="207517"/>
                  </a:lnTo>
                  <a:lnTo>
                    <a:pt x="522116" y="196510"/>
                  </a:lnTo>
                  <a:lnTo>
                    <a:pt x="519124" y="192150"/>
                  </a:lnTo>
                  <a:close/>
                </a:path>
                <a:path w="652779" h="615950">
                  <a:moveTo>
                    <a:pt x="461263" y="239775"/>
                  </a:moveTo>
                  <a:lnTo>
                    <a:pt x="441451" y="258571"/>
                  </a:lnTo>
                  <a:lnTo>
                    <a:pt x="481075" y="258571"/>
                  </a:lnTo>
                  <a:lnTo>
                    <a:pt x="461263" y="239775"/>
                  </a:lnTo>
                  <a:close/>
                </a:path>
                <a:path w="652779" h="615950">
                  <a:moveTo>
                    <a:pt x="351409" y="204088"/>
                  </a:moveTo>
                  <a:lnTo>
                    <a:pt x="295529" y="204088"/>
                  </a:lnTo>
                  <a:lnTo>
                    <a:pt x="295529" y="256794"/>
                  </a:lnTo>
                  <a:lnTo>
                    <a:pt x="351409" y="256794"/>
                  </a:lnTo>
                  <a:lnTo>
                    <a:pt x="351409" y="204088"/>
                  </a:lnTo>
                  <a:close/>
                </a:path>
                <a:path w="652779" h="615950">
                  <a:moveTo>
                    <a:pt x="430656" y="212597"/>
                  </a:moveTo>
                  <a:lnTo>
                    <a:pt x="430656" y="250062"/>
                  </a:lnTo>
                  <a:lnTo>
                    <a:pt x="450469" y="231266"/>
                  </a:lnTo>
                  <a:lnTo>
                    <a:pt x="430656" y="212597"/>
                  </a:lnTo>
                  <a:close/>
                </a:path>
                <a:path w="652779" h="615950">
                  <a:moveTo>
                    <a:pt x="491870" y="210946"/>
                  </a:moveTo>
                  <a:lnTo>
                    <a:pt x="470281" y="231266"/>
                  </a:lnTo>
                  <a:lnTo>
                    <a:pt x="491870" y="250062"/>
                  </a:lnTo>
                  <a:lnTo>
                    <a:pt x="491870" y="210946"/>
                  </a:lnTo>
                  <a:close/>
                </a:path>
                <a:path w="652779" h="615950">
                  <a:moveTo>
                    <a:pt x="481075" y="202437"/>
                  </a:moveTo>
                  <a:lnTo>
                    <a:pt x="441451" y="202437"/>
                  </a:lnTo>
                  <a:lnTo>
                    <a:pt x="461263" y="221106"/>
                  </a:lnTo>
                  <a:lnTo>
                    <a:pt x="481075" y="202437"/>
                  </a:lnTo>
                  <a:close/>
                </a:path>
              </a:pathLst>
            </a:custGeom>
            <a:solidFill>
              <a:srgbClr val="FFFFFF"/>
            </a:solidFill>
          </p:spPr>
          <p:txBody>
            <a:bodyPr wrap="square" lIns="0" tIns="0" rIns="0" bIns="0" rtlCol="0"/>
            <a:lstStyle/>
            <a:p>
              <a:endParaRPr sz="2397">
                <a:solidFill>
                  <a:prstClr val="black"/>
                </a:solidFill>
              </a:endParaRPr>
            </a:p>
          </p:txBody>
        </p:sp>
        <p:sp>
          <p:nvSpPr>
            <p:cNvPr id="81" name="object 81"/>
            <p:cNvSpPr/>
            <p:nvPr/>
          </p:nvSpPr>
          <p:spPr>
            <a:xfrm>
              <a:off x="289559" y="2953511"/>
              <a:ext cx="1664335" cy="1432560"/>
            </a:xfrm>
            <a:custGeom>
              <a:avLst/>
              <a:gdLst/>
              <a:ahLst/>
              <a:cxnLst/>
              <a:rect l="l" t="t" r="r" b="b"/>
              <a:pathLst>
                <a:path w="1664335" h="1432560">
                  <a:moveTo>
                    <a:pt x="1664208" y="0"/>
                  </a:moveTo>
                  <a:lnTo>
                    <a:pt x="0" y="0"/>
                  </a:lnTo>
                  <a:lnTo>
                    <a:pt x="0" y="1432560"/>
                  </a:lnTo>
                  <a:lnTo>
                    <a:pt x="1664208" y="1432560"/>
                  </a:lnTo>
                  <a:lnTo>
                    <a:pt x="1664208" y="0"/>
                  </a:lnTo>
                  <a:close/>
                </a:path>
              </a:pathLst>
            </a:custGeom>
            <a:solidFill>
              <a:srgbClr val="FF0000">
                <a:alpha val="85096"/>
              </a:srgbClr>
            </a:solidFill>
          </p:spPr>
          <p:txBody>
            <a:bodyPr wrap="square" lIns="0" tIns="0" rIns="0" bIns="0" rtlCol="0"/>
            <a:lstStyle/>
            <a:p>
              <a:endParaRPr sz="2397">
                <a:solidFill>
                  <a:prstClr val="black"/>
                </a:solidFill>
              </a:endParaRPr>
            </a:p>
          </p:txBody>
        </p:sp>
      </p:grpSp>
      <p:sp>
        <p:nvSpPr>
          <p:cNvPr id="82" name="object 82"/>
          <p:cNvSpPr txBox="1"/>
          <p:nvPr/>
        </p:nvSpPr>
        <p:spPr>
          <a:xfrm>
            <a:off x="617312" y="5161546"/>
            <a:ext cx="1769043" cy="508878"/>
          </a:xfrm>
          <a:prstGeom prst="rect">
            <a:avLst/>
          </a:prstGeom>
        </p:spPr>
        <p:txBody>
          <a:bodyPr vert="horz" wrap="square" lIns="0" tIns="16912" rIns="0" bIns="0" rtlCol="0">
            <a:spAutoFit/>
          </a:bodyPr>
          <a:lstStyle/>
          <a:p>
            <a:pPr marL="5074" algn="ctr">
              <a:spcBef>
                <a:spcPts val="133"/>
              </a:spcBef>
            </a:pPr>
            <a:r>
              <a:rPr sz="1598" spc="-7" dirty="0">
                <a:solidFill>
                  <a:srgbClr val="FFFFFF"/>
                </a:solidFill>
                <a:latin typeface="Arial"/>
                <a:cs typeface="Arial"/>
              </a:rPr>
              <a:t>Network</a:t>
            </a:r>
            <a:r>
              <a:rPr sz="1598" spc="-40" dirty="0">
                <a:solidFill>
                  <a:srgbClr val="FFFFFF"/>
                </a:solidFill>
                <a:latin typeface="Arial"/>
                <a:cs typeface="Arial"/>
              </a:rPr>
              <a:t> </a:t>
            </a:r>
            <a:r>
              <a:rPr sz="1598" dirty="0">
                <a:solidFill>
                  <a:srgbClr val="FFFFFF"/>
                </a:solidFill>
                <a:latin typeface="Arial"/>
                <a:cs typeface="Arial"/>
              </a:rPr>
              <a:t>Firewall</a:t>
            </a:r>
            <a:endParaRPr sz="1598">
              <a:solidFill>
                <a:prstClr val="black"/>
              </a:solidFill>
              <a:latin typeface="Arial"/>
              <a:cs typeface="Arial"/>
            </a:endParaRPr>
          </a:p>
          <a:p>
            <a:pPr algn="ctr">
              <a:spcBef>
                <a:spcPts val="7"/>
              </a:spcBef>
            </a:pPr>
            <a:r>
              <a:rPr sz="1598" spc="-7" dirty="0">
                <a:solidFill>
                  <a:srgbClr val="FFFFFF"/>
                </a:solidFill>
                <a:latin typeface="Arial"/>
                <a:cs typeface="Arial"/>
              </a:rPr>
              <a:t>Ro</a:t>
            </a:r>
            <a:r>
              <a:rPr sz="1598" dirty="0">
                <a:solidFill>
                  <a:srgbClr val="FFFFFF"/>
                </a:solidFill>
                <a:latin typeface="Arial"/>
                <a:cs typeface="Arial"/>
              </a:rPr>
              <a:t>ut</a:t>
            </a:r>
            <a:r>
              <a:rPr sz="1598" spc="27" dirty="0">
                <a:solidFill>
                  <a:srgbClr val="FFFFFF"/>
                </a:solidFill>
                <a:latin typeface="Arial"/>
                <a:cs typeface="Arial"/>
              </a:rPr>
              <a:t>i</a:t>
            </a:r>
            <a:r>
              <a:rPr sz="1598" spc="-7" dirty="0">
                <a:solidFill>
                  <a:srgbClr val="FFFFFF"/>
                </a:solidFill>
                <a:latin typeface="Arial"/>
                <a:cs typeface="Arial"/>
              </a:rPr>
              <a:t>ng</a:t>
            </a:r>
            <a:r>
              <a:rPr sz="1598" spc="-93" dirty="0">
                <a:solidFill>
                  <a:srgbClr val="FFFFFF"/>
                </a:solidFill>
                <a:latin typeface="Arial"/>
                <a:cs typeface="Arial"/>
              </a:rPr>
              <a:t> </a:t>
            </a:r>
            <a:r>
              <a:rPr sz="1598" dirty="0">
                <a:solidFill>
                  <a:srgbClr val="FFFFFF"/>
                </a:solidFill>
                <a:latin typeface="Arial"/>
                <a:cs typeface="Arial"/>
              </a:rPr>
              <a:t>|</a:t>
            </a:r>
            <a:r>
              <a:rPr sz="1598" spc="33" dirty="0">
                <a:solidFill>
                  <a:srgbClr val="FFFFFF"/>
                </a:solidFill>
                <a:latin typeface="Arial"/>
                <a:cs typeface="Arial"/>
              </a:rPr>
              <a:t> </a:t>
            </a:r>
            <a:r>
              <a:rPr sz="1598" spc="-13" dirty="0">
                <a:solidFill>
                  <a:srgbClr val="FFFFFF"/>
                </a:solidFill>
                <a:latin typeface="Arial"/>
                <a:cs typeface="Arial"/>
              </a:rPr>
              <a:t>S</a:t>
            </a:r>
            <a:r>
              <a:rPr sz="1598" spc="-47" dirty="0">
                <a:solidFill>
                  <a:srgbClr val="FFFFFF"/>
                </a:solidFill>
                <a:latin typeface="Arial"/>
                <a:cs typeface="Arial"/>
              </a:rPr>
              <a:t>w</a:t>
            </a:r>
            <a:r>
              <a:rPr sz="1598" spc="20" dirty="0">
                <a:solidFill>
                  <a:srgbClr val="FFFFFF"/>
                </a:solidFill>
                <a:latin typeface="Arial"/>
                <a:cs typeface="Arial"/>
              </a:rPr>
              <a:t>i</a:t>
            </a:r>
            <a:r>
              <a:rPr sz="1598" dirty="0">
                <a:solidFill>
                  <a:srgbClr val="FFFFFF"/>
                </a:solidFill>
                <a:latin typeface="Arial"/>
                <a:cs typeface="Arial"/>
              </a:rPr>
              <a:t>tc</a:t>
            </a:r>
            <a:r>
              <a:rPr sz="1598" spc="7" dirty="0">
                <a:solidFill>
                  <a:srgbClr val="FFFFFF"/>
                </a:solidFill>
                <a:latin typeface="Arial"/>
                <a:cs typeface="Arial"/>
              </a:rPr>
              <a:t>h</a:t>
            </a:r>
            <a:r>
              <a:rPr sz="1598" spc="20" dirty="0">
                <a:solidFill>
                  <a:srgbClr val="FFFFFF"/>
                </a:solidFill>
                <a:latin typeface="Arial"/>
                <a:cs typeface="Arial"/>
              </a:rPr>
              <a:t>i</a:t>
            </a:r>
            <a:r>
              <a:rPr sz="1598" spc="-7" dirty="0">
                <a:solidFill>
                  <a:srgbClr val="FFFFFF"/>
                </a:solidFill>
                <a:latin typeface="Arial"/>
                <a:cs typeface="Arial"/>
              </a:rPr>
              <a:t>ng</a:t>
            </a:r>
            <a:endParaRPr sz="1598">
              <a:solidFill>
                <a:prstClr val="black"/>
              </a:solidFill>
              <a:latin typeface="Arial"/>
              <a:cs typeface="Arial"/>
            </a:endParaRPr>
          </a:p>
        </p:txBody>
      </p:sp>
      <p:grpSp>
        <p:nvGrpSpPr>
          <p:cNvPr id="83" name="object 83"/>
          <p:cNvGrpSpPr/>
          <p:nvPr/>
        </p:nvGrpSpPr>
        <p:grpSpPr>
          <a:xfrm>
            <a:off x="385001" y="1956431"/>
            <a:ext cx="2229061" cy="3040859"/>
            <a:chOff x="283463" y="1469135"/>
            <a:chExt cx="1673860" cy="2283460"/>
          </a:xfrm>
        </p:grpSpPr>
        <p:sp>
          <p:nvSpPr>
            <p:cNvPr id="84" name="object 84"/>
            <p:cNvSpPr/>
            <p:nvPr/>
          </p:nvSpPr>
          <p:spPr>
            <a:xfrm>
              <a:off x="688848" y="3197351"/>
              <a:ext cx="795655" cy="554990"/>
            </a:xfrm>
            <a:custGeom>
              <a:avLst/>
              <a:gdLst/>
              <a:ahLst/>
              <a:cxnLst/>
              <a:rect l="l" t="t" r="r" b="b"/>
              <a:pathLst>
                <a:path w="795655" h="554989">
                  <a:moveTo>
                    <a:pt x="103632" y="490728"/>
                  </a:moveTo>
                  <a:lnTo>
                    <a:pt x="0" y="490728"/>
                  </a:lnTo>
                  <a:lnTo>
                    <a:pt x="0" y="554736"/>
                  </a:lnTo>
                  <a:lnTo>
                    <a:pt x="103632" y="554736"/>
                  </a:lnTo>
                  <a:lnTo>
                    <a:pt x="103632" y="490728"/>
                  </a:lnTo>
                  <a:close/>
                </a:path>
                <a:path w="795655" h="554989">
                  <a:moveTo>
                    <a:pt x="103632" y="295668"/>
                  </a:moveTo>
                  <a:lnTo>
                    <a:pt x="0" y="295668"/>
                  </a:lnTo>
                  <a:lnTo>
                    <a:pt x="0" y="353568"/>
                  </a:lnTo>
                  <a:lnTo>
                    <a:pt x="103632" y="353568"/>
                  </a:lnTo>
                  <a:lnTo>
                    <a:pt x="103632" y="295668"/>
                  </a:lnTo>
                  <a:close/>
                </a:path>
                <a:path w="795655" h="554989">
                  <a:moveTo>
                    <a:pt x="103632" y="97536"/>
                  </a:moveTo>
                  <a:lnTo>
                    <a:pt x="0" y="97536"/>
                  </a:lnTo>
                  <a:lnTo>
                    <a:pt x="0" y="158496"/>
                  </a:lnTo>
                  <a:lnTo>
                    <a:pt x="103632" y="158496"/>
                  </a:lnTo>
                  <a:lnTo>
                    <a:pt x="103632" y="97536"/>
                  </a:lnTo>
                  <a:close/>
                </a:path>
                <a:path w="795655" h="554989">
                  <a:moveTo>
                    <a:pt x="243840" y="393204"/>
                  </a:moveTo>
                  <a:lnTo>
                    <a:pt x="0" y="393204"/>
                  </a:lnTo>
                  <a:lnTo>
                    <a:pt x="0" y="454152"/>
                  </a:lnTo>
                  <a:lnTo>
                    <a:pt x="243840" y="454152"/>
                  </a:lnTo>
                  <a:lnTo>
                    <a:pt x="243840" y="393204"/>
                  </a:lnTo>
                  <a:close/>
                </a:path>
                <a:path w="795655" h="554989">
                  <a:moveTo>
                    <a:pt x="243840" y="195072"/>
                  </a:moveTo>
                  <a:lnTo>
                    <a:pt x="0" y="195072"/>
                  </a:lnTo>
                  <a:lnTo>
                    <a:pt x="0" y="256032"/>
                  </a:lnTo>
                  <a:lnTo>
                    <a:pt x="243840" y="256032"/>
                  </a:lnTo>
                  <a:lnTo>
                    <a:pt x="243840" y="195072"/>
                  </a:lnTo>
                  <a:close/>
                </a:path>
                <a:path w="795655" h="554989">
                  <a:moveTo>
                    <a:pt x="243840" y="0"/>
                  </a:moveTo>
                  <a:lnTo>
                    <a:pt x="0" y="0"/>
                  </a:lnTo>
                  <a:lnTo>
                    <a:pt x="0" y="57912"/>
                  </a:lnTo>
                  <a:lnTo>
                    <a:pt x="243840" y="57912"/>
                  </a:lnTo>
                  <a:lnTo>
                    <a:pt x="243840" y="0"/>
                  </a:lnTo>
                  <a:close/>
                </a:path>
                <a:path w="795655" h="554989">
                  <a:moveTo>
                    <a:pt x="381000" y="490728"/>
                  </a:moveTo>
                  <a:lnTo>
                    <a:pt x="140208" y="490728"/>
                  </a:lnTo>
                  <a:lnTo>
                    <a:pt x="140208" y="554736"/>
                  </a:lnTo>
                  <a:lnTo>
                    <a:pt x="381000" y="554736"/>
                  </a:lnTo>
                  <a:lnTo>
                    <a:pt x="381000" y="490728"/>
                  </a:lnTo>
                  <a:close/>
                </a:path>
                <a:path w="795655" h="554989">
                  <a:moveTo>
                    <a:pt x="381000" y="295668"/>
                  </a:moveTo>
                  <a:lnTo>
                    <a:pt x="140208" y="295668"/>
                  </a:lnTo>
                  <a:lnTo>
                    <a:pt x="140208" y="353568"/>
                  </a:lnTo>
                  <a:lnTo>
                    <a:pt x="381000" y="353568"/>
                  </a:lnTo>
                  <a:lnTo>
                    <a:pt x="381000" y="295668"/>
                  </a:lnTo>
                  <a:close/>
                </a:path>
                <a:path w="795655" h="554989">
                  <a:moveTo>
                    <a:pt x="381000" y="97536"/>
                  </a:moveTo>
                  <a:lnTo>
                    <a:pt x="140208" y="97536"/>
                  </a:lnTo>
                  <a:lnTo>
                    <a:pt x="140208" y="158496"/>
                  </a:lnTo>
                  <a:lnTo>
                    <a:pt x="381000" y="158496"/>
                  </a:lnTo>
                  <a:lnTo>
                    <a:pt x="381000" y="97536"/>
                  </a:lnTo>
                  <a:close/>
                </a:path>
                <a:path w="795655" h="554989">
                  <a:moveTo>
                    <a:pt x="521208" y="393204"/>
                  </a:moveTo>
                  <a:lnTo>
                    <a:pt x="277368" y="393204"/>
                  </a:lnTo>
                  <a:lnTo>
                    <a:pt x="277368" y="454152"/>
                  </a:lnTo>
                  <a:lnTo>
                    <a:pt x="521208" y="454152"/>
                  </a:lnTo>
                  <a:lnTo>
                    <a:pt x="521208" y="393204"/>
                  </a:lnTo>
                  <a:close/>
                </a:path>
                <a:path w="795655" h="554989">
                  <a:moveTo>
                    <a:pt x="521208" y="195072"/>
                  </a:moveTo>
                  <a:lnTo>
                    <a:pt x="277368" y="195072"/>
                  </a:lnTo>
                  <a:lnTo>
                    <a:pt x="277368" y="256032"/>
                  </a:lnTo>
                  <a:lnTo>
                    <a:pt x="521208" y="256032"/>
                  </a:lnTo>
                  <a:lnTo>
                    <a:pt x="521208" y="195072"/>
                  </a:lnTo>
                  <a:close/>
                </a:path>
                <a:path w="795655" h="554989">
                  <a:moveTo>
                    <a:pt x="521208" y="0"/>
                  </a:moveTo>
                  <a:lnTo>
                    <a:pt x="277368" y="0"/>
                  </a:lnTo>
                  <a:lnTo>
                    <a:pt x="277368" y="57912"/>
                  </a:lnTo>
                  <a:lnTo>
                    <a:pt x="521208" y="57912"/>
                  </a:lnTo>
                  <a:lnTo>
                    <a:pt x="521208" y="0"/>
                  </a:lnTo>
                  <a:close/>
                </a:path>
                <a:path w="795655" h="554989">
                  <a:moveTo>
                    <a:pt x="658368" y="490728"/>
                  </a:moveTo>
                  <a:lnTo>
                    <a:pt x="414528" y="490728"/>
                  </a:lnTo>
                  <a:lnTo>
                    <a:pt x="414528" y="554736"/>
                  </a:lnTo>
                  <a:lnTo>
                    <a:pt x="658368" y="554736"/>
                  </a:lnTo>
                  <a:lnTo>
                    <a:pt x="658368" y="490728"/>
                  </a:lnTo>
                  <a:close/>
                </a:path>
                <a:path w="795655" h="554989">
                  <a:moveTo>
                    <a:pt x="658368" y="295668"/>
                  </a:moveTo>
                  <a:lnTo>
                    <a:pt x="414528" y="295668"/>
                  </a:lnTo>
                  <a:lnTo>
                    <a:pt x="414528" y="353568"/>
                  </a:lnTo>
                  <a:lnTo>
                    <a:pt x="658368" y="353568"/>
                  </a:lnTo>
                  <a:lnTo>
                    <a:pt x="658368" y="295668"/>
                  </a:lnTo>
                  <a:close/>
                </a:path>
                <a:path w="795655" h="554989">
                  <a:moveTo>
                    <a:pt x="658368" y="97536"/>
                  </a:moveTo>
                  <a:lnTo>
                    <a:pt x="414528" y="97536"/>
                  </a:lnTo>
                  <a:lnTo>
                    <a:pt x="414528" y="158496"/>
                  </a:lnTo>
                  <a:lnTo>
                    <a:pt x="658368" y="158496"/>
                  </a:lnTo>
                  <a:lnTo>
                    <a:pt x="658368" y="97536"/>
                  </a:lnTo>
                  <a:close/>
                </a:path>
                <a:path w="795655" h="554989">
                  <a:moveTo>
                    <a:pt x="795528" y="490728"/>
                  </a:moveTo>
                  <a:lnTo>
                    <a:pt x="691896" y="490728"/>
                  </a:lnTo>
                  <a:lnTo>
                    <a:pt x="691896" y="554736"/>
                  </a:lnTo>
                  <a:lnTo>
                    <a:pt x="795528" y="554736"/>
                  </a:lnTo>
                  <a:lnTo>
                    <a:pt x="795528" y="490728"/>
                  </a:lnTo>
                  <a:close/>
                </a:path>
                <a:path w="795655" h="554989">
                  <a:moveTo>
                    <a:pt x="795528" y="393204"/>
                  </a:moveTo>
                  <a:lnTo>
                    <a:pt x="551688" y="393204"/>
                  </a:lnTo>
                  <a:lnTo>
                    <a:pt x="551688" y="454152"/>
                  </a:lnTo>
                  <a:lnTo>
                    <a:pt x="795528" y="454152"/>
                  </a:lnTo>
                  <a:lnTo>
                    <a:pt x="795528" y="393204"/>
                  </a:lnTo>
                  <a:close/>
                </a:path>
                <a:path w="795655" h="554989">
                  <a:moveTo>
                    <a:pt x="795528" y="295668"/>
                  </a:moveTo>
                  <a:lnTo>
                    <a:pt x="691896" y="295668"/>
                  </a:lnTo>
                  <a:lnTo>
                    <a:pt x="691896" y="353568"/>
                  </a:lnTo>
                  <a:lnTo>
                    <a:pt x="795528" y="353568"/>
                  </a:lnTo>
                  <a:lnTo>
                    <a:pt x="795528" y="295668"/>
                  </a:lnTo>
                  <a:close/>
                </a:path>
                <a:path w="795655" h="554989">
                  <a:moveTo>
                    <a:pt x="795528" y="195072"/>
                  </a:moveTo>
                  <a:lnTo>
                    <a:pt x="551688" y="195072"/>
                  </a:lnTo>
                  <a:lnTo>
                    <a:pt x="551688" y="256032"/>
                  </a:lnTo>
                  <a:lnTo>
                    <a:pt x="795528" y="256032"/>
                  </a:lnTo>
                  <a:lnTo>
                    <a:pt x="795528" y="195072"/>
                  </a:lnTo>
                  <a:close/>
                </a:path>
                <a:path w="795655" h="554989">
                  <a:moveTo>
                    <a:pt x="795528" y="97536"/>
                  </a:moveTo>
                  <a:lnTo>
                    <a:pt x="691896" y="97536"/>
                  </a:lnTo>
                  <a:lnTo>
                    <a:pt x="691896" y="158496"/>
                  </a:lnTo>
                  <a:lnTo>
                    <a:pt x="795528" y="158496"/>
                  </a:lnTo>
                  <a:lnTo>
                    <a:pt x="795528" y="97536"/>
                  </a:lnTo>
                  <a:close/>
                </a:path>
                <a:path w="795655" h="554989">
                  <a:moveTo>
                    <a:pt x="795528" y="0"/>
                  </a:moveTo>
                  <a:lnTo>
                    <a:pt x="551688" y="0"/>
                  </a:lnTo>
                  <a:lnTo>
                    <a:pt x="551688" y="57912"/>
                  </a:lnTo>
                  <a:lnTo>
                    <a:pt x="795528" y="57912"/>
                  </a:lnTo>
                  <a:lnTo>
                    <a:pt x="795528" y="0"/>
                  </a:lnTo>
                  <a:close/>
                </a:path>
              </a:pathLst>
            </a:custGeom>
            <a:solidFill>
              <a:srgbClr val="FFFFFF"/>
            </a:solidFill>
          </p:spPr>
          <p:txBody>
            <a:bodyPr wrap="square" lIns="0" tIns="0" rIns="0" bIns="0" rtlCol="0"/>
            <a:lstStyle/>
            <a:p>
              <a:endParaRPr sz="2397">
                <a:solidFill>
                  <a:prstClr val="black"/>
                </a:solidFill>
              </a:endParaRPr>
            </a:p>
          </p:txBody>
        </p:sp>
        <p:sp>
          <p:nvSpPr>
            <p:cNvPr id="85" name="object 85"/>
            <p:cNvSpPr/>
            <p:nvPr/>
          </p:nvSpPr>
          <p:spPr>
            <a:xfrm>
              <a:off x="283463" y="1469135"/>
              <a:ext cx="1673860" cy="1423670"/>
            </a:xfrm>
            <a:custGeom>
              <a:avLst/>
              <a:gdLst/>
              <a:ahLst/>
              <a:cxnLst/>
              <a:rect l="l" t="t" r="r" b="b"/>
              <a:pathLst>
                <a:path w="1673860" h="1423670">
                  <a:moveTo>
                    <a:pt x="1673352" y="0"/>
                  </a:moveTo>
                  <a:lnTo>
                    <a:pt x="0" y="0"/>
                  </a:lnTo>
                  <a:lnTo>
                    <a:pt x="0" y="1423415"/>
                  </a:lnTo>
                  <a:lnTo>
                    <a:pt x="1673352" y="1423415"/>
                  </a:lnTo>
                  <a:lnTo>
                    <a:pt x="1673352" y="0"/>
                  </a:lnTo>
                  <a:close/>
                </a:path>
              </a:pathLst>
            </a:custGeom>
            <a:solidFill>
              <a:srgbClr val="FF0000">
                <a:alpha val="85096"/>
              </a:srgbClr>
            </a:solidFill>
          </p:spPr>
          <p:txBody>
            <a:bodyPr wrap="square" lIns="0" tIns="0" rIns="0" bIns="0" rtlCol="0"/>
            <a:lstStyle/>
            <a:p>
              <a:endParaRPr sz="2397">
                <a:solidFill>
                  <a:prstClr val="black"/>
                </a:solidFill>
              </a:endParaRPr>
            </a:p>
          </p:txBody>
        </p:sp>
      </p:grpSp>
      <p:sp>
        <p:nvSpPr>
          <p:cNvPr id="86" name="object 86"/>
          <p:cNvSpPr txBox="1"/>
          <p:nvPr/>
        </p:nvSpPr>
        <p:spPr>
          <a:xfrm>
            <a:off x="750040" y="3174738"/>
            <a:ext cx="1454471" cy="262978"/>
          </a:xfrm>
          <a:prstGeom prst="rect">
            <a:avLst/>
          </a:prstGeom>
        </p:spPr>
        <p:txBody>
          <a:bodyPr vert="horz" wrap="square" lIns="0" tIns="16912" rIns="0" bIns="0" rtlCol="0">
            <a:spAutoFit/>
          </a:bodyPr>
          <a:lstStyle/>
          <a:p>
            <a:pPr marL="16913">
              <a:spcBef>
                <a:spcPts val="133"/>
              </a:spcBef>
            </a:pPr>
            <a:r>
              <a:rPr sz="1598" spc="-7" dirty="0">
                <a:solidFill>
                  <a:srgbClr val="FFFFFF"/>
                </a:solidFill>
                <a:latin typeface="Arial"/>
                <a:cs typeface="Arial"/>
              </a:rPr>
              <a:t>H</a:t>
            </a:r>
            <a:r>
              <a:rPr sz="1598" spc="27" dirty="0">
                <a:solidFill>
                  <a:srgbClr val="FFFFFF"/>
                </a:solidFill>
                <a:latin typeface="Arial"/>
                <a:cs typeface="Arial"/>
              </a:rPr>
              <a:t>i</a:t>
            </a:r>
            <a:r>
              <a:rPr sz="1598" dirty="0">
                <a:solidFill>
                  <a:srgbClr val="FFFFFF"/>
                </a:solidFill>
                <a:latin typeface="Arial"/>
                <a:cs typeface="Arial"/>
              </a:rPr>
              <a:t>gh</a:t>
            </a:r>
            <a:r>
              <a:rPr sz="1598" spc="-152" dirty="0">
                <a:solidFill>
                  <a:srgbClr val="FFFFFF"/>
                </a:solidFill>
                <a:latin typeface="Arial"/>
                <a:cs typeface="Arial"/>
              </a:rPr>
              <a:t> </a:t>
            </a:r>
            <a:r>
              <a:rPr sz="1598" spc="-47" dirty="0">
                <a:solidFill>
                  <a:srgbClr val="FFFFFF"/>
                </a:solidFill>
                <a:latin typeface="Arial"/>
                <a:cs typeface="Arial"/>
              </a:rPr>
              <a:t>A</a:t>
            </a:r>
            <a:r>
              <a:rPr sz="1598" dirty="0">
                <a:solidFill>
                  <a:srgbClr val="FFFFFF"/>
                </a:solidFill>
                <a:latin typeface="Arial"/>
                <a:cs typeface="Arial"/>
              </a:rPr>
              <a:t>va</a:t>
            </a:r>
            <a:r>
              <a:rPr sz="1598" spc="27" dirty="0">
                <a:solidFill>
                  <a:srgbClr val="FFFFFF"/>
                </a:solidFill>
                <a:latin typeface="Arial"/>
                <a:cs typeface="Arial"/>
              </a:rPr>
              <a:t>il</a:t>
            </a:r>
            <a:r>
              <a:rPr sz="1598" dirty="0">
                <a:solidFill>
                  <a:srgbClr val="FFFFFF"/>
                </a:solidFill>
                <a:latin typeface="Arial"/>
                <a:cs typeface="Arial"/>
              </a:rPr>
              <a:t>a</a:t>
            </a:r>
            <a:r>
              <a:rPr sz="1598" spc="7" dirty="0">
                <a:solidFill>
                  <a:srgbClr val="FFFFFF"/>
                </a:solidFill>
                <a:latin typeface="Arial"/>
                <a:cs typeface="Arial"/>
              </a:rPr>
              <a:t>b</a:t>
            </a:r>
            <a:r>
              <a:rPr sz="1598" dirty="0">
                <a:solidFill>
                  <a:srgbClr val="FFFFFF"/>
                </a:solidFill>
                <a:latin typeface="Arial"/>
                <a:cs typeface="Arial"/>
              </a:rPr>
              <a:t>i</a:t>
            </a:r>
            <a:r>
              <a:rPr sz="1598" spc="-13" dirty="0">
                <a:solidFill>
                  <a:srgbClr val="FFFFFF"/>
                </a:solidFill>
                <a:latin typeface="Arial"/>
                <a:cs typeface="Arial"/>
              </a:rPr>
              <a:t>l</a:t>
            </a:r>
            <a:r>
              <a:rPr sz="1598" dirty="0">
                <a:solidFill>
                  <a:srgbClr val="FFFFFF"/>
                </a:solidFill>
                <a:latin typeface="Arial"/>
                <a:cs typeface="Arial"/>
              </a:rPr>
              <a:t>ity</a:t>
            </a:r>
            <a:endParaRPr sz="1598">
              <a:solidFill>
                <a:prstClr val="black"/>
              </a:solidFill>
              <a:latin typeface="Arial"/>
              <a:cs typeface="Arial"/>
            </a:endParaRPr>
          </a:p>
        </p:txBody>
      </p:sp>
      <p:grpSp>
        <p:nvGrpSpPr>
          <p:cNvPr id="87" name="object 87"/>
          <p:cNvGrpSpPr/>
          <p:nvPr/>
        </p:nvGrpSpPr>
        <p:grpSpPr>
          <a:xfrm>
            <a:off x="557708" y="2427009"/>
            <a:ext cx="9000808" cy="3406168"/>
            <a:chOff x="413153" y="1822504"/>
            <a:chExt cx="6758940" cy="2557780"/>
          </a:xfrm>
        </p:grpSpPr>
        <p:sp>
          <p:nvSpPr>
            <p:cNvPr id="88" name="object 88"/>
            <p:cNvSpPr/>
            <p:nvPr/>
          </p:nvSpPr>
          <p:spPr>
            <a:xfrm>
              <a:off x="413153" y="2026711"/>
              <a:ext cx="720725" cy="160020"/>
            </a:xfrm>
            <a:custGeom>
              <a:avLst/>
              <a:gdLst/>
              <a:ahLst/>
              <a:cxnLst/>
              <a:rect l="l" t="t" r="r" b="b"/>
              <a:pathLst>
                <a:path w="720725" h="160019">
                  <a:moveTo>
                    <a:pt x="693304" y="0"/>
                  </a:moveTo>
                  <a:lnTo>
                    <a:pt x="27829" y="0"/>
                  </a:lnTo>
                  <a:lnTo>
                    <a:pt x="16920" y="2020"/>
                  </a:lnTo>
                  <a:lnTo>
                    <a:pt x="8082" y="7516"/>
                  </a:lnTo>
                  <a:lnTo>
                    <a:pt x="2161" y="15638"/>
                  </a:lnTo>
                  <a:lnTo>
                    <a:pt x="0" y="25536"/>
                  </a:lnTo>
                  <a:lnTo>
                    <a:pt x="0" y="134303"/>
                  </a:lnTo>
                  <a:lnTo>
                    <a:pt x="2161" y="144202"/>
                  </a:lnTo>
                  <a:lnTo>
                    <a:pt x="8082" y="152325"/>
                  </a:lnTo>
                  <a:lnTo>
                    <a:pt x="16920" y="157822"/>
                  </a:lnTo>
                  <a:lnTo>
                    <a:pt x="27829" y="159844"/>
                  </a:lnTo>
                  <a:lnTo>
                    <a:pt x="693304" y="159844"/>
                  </a:lnTo>
                  <a:lnTo>
                    <a:pt x="703739" y="157822"/>
                  </a:lnTo>
                  <a:lnTo>
                    <a:pt x="712332" y="152325"/>
                  </a:lnTo>
                  <a:lnTo>
                    <a:pt x="718163" y="144202"/>
                  </a:lnTo>
                  <a:lnTo>
                    <a:pt x="720311" y="134303"/>
                  </a:lnTo>
                  <a:lnTo>
                    <a:pt x="720311" y="25536"/>
                  </a:lnTo>
                  <a:lnTo>
                    <a:pt x="718163" y="15638"/>
                  </a:lnTo>
                  <a:lnTo>
                    <a:pt x="712332" y="7516"/>
                  </a:lnTo>
                  <a:lnTo>
                    <a:pt x="703739" y="2020"/>
                  </a:lnTo>
                  <a:lnTo>
                    <a:pt x="693304" y="0"/>
                  </a:lnTo>
                  <a:close/>
                </a:path>
              </a:pathLst>
            </a:custGeom>
            <a:solidFill>
              <a:srgbClr val="FDFDFD"/>
            </a:solidFill>
          </p:spPr>
          <p:txBody>
            <a:bodyPr wrap="square" lIns="0" tIns="0" rIns="0" bIns="0" rtlCol="0"/>
            <a:lstStyle/>
            <a:p>
              <a:endParaRPr sz="2397">
                <a:solidFill>
                  <a:prstClr val="black"/>
                </a:solidFill>
              </a:endParaRPr>
            </a:p>
          </p:txBody>
        </p:sp>
        <p:sp>
          <p:nvSpPr>
            <p:cNvPr id="89" name="object 89"/>
            <p:cNvSpPr/>
            <p:nvPr/>
          </p:nvSpPr>
          <p:spPr>
            <a:xfrm>
              <a:off x="448348" y="2043188"/>
              <a:ext cx="655320" cy="118110"/>
            </a:xfrm>
            <a:custGeom>
              <a:avLst/>
              <a:gdLst/>
              <a:ahLst/>
              <a:cxnLst/>
              <a:rect l="l" t="t" r="r" b="b"/>
              <a:pathLst>
                <a:path w="655319" h="118110">
                  <a:moveTo>
                    <a:pt x="117055" y="0"/>
                  </a:moveTo>
                  <a:lnTo>
                    <a:pt x="0" y="0"/>
                  </a:lnTo>
                  <a:lnTo>
                    <a:pt x="0" y="42024"/>
                  </a:lnTo>
                  <a:lnTo>
                    <a:pt x="117055" y="42024"/>
                  </a:lnTo>
                  <a:lnTo>
                    <a:pt x="117055" y="0"/>
                  </a:lnTo>
                  <a:close/>
                </a:path>
                <a:path w="655319" h="118110">
                  <a:moveTo>
                    <a:pt x="654824" y="0"/>
                  </a:moveTo>
                  <a:lnTo>
                    <a:pt x="337235" y="0"/>
                  </a:lnTo>
                  <a:lnTo>
                    <a:pt x="337235" y="117830"/>
                  </a:lnTo>
                  <a:lnTo>
                    <a:pt x="654824" y="117830"/>
                  </a:lnTo>
                  <a:lnTo>
                    <a:pt x="654824" y="0"/>
                  </a:lnTo>
                  <a:close/>
                </a:path>
              </a:pathLst>
            </a:custGeom>
            <a:solidFill>
              <a:srgbClr val="2F2F2F"/>
            </a:solidFill>
          </p:spPr>
          <p:txBody>
            <a:bodyPr wrap="square" lIns="0" tIns="0" rIns="0" bIns="0" rtlCol="0"/>
            <a:lstStyle/>
            <a:p>
              <a:endParaRPr sz="2397">
                <a:solidFill>
                  <a:prstClr val="black"/>
                </a:solidFill>
              </a:endParaRPr>
            </a:p>
          </p:txBody>
        </p:sp>
        <p:sp>
          <p:nvSpPr>
            <p:cNvPr id="90" name="object 90"/>
            <p:cNvSpPr/>
            <p:nvPr/>
          </p:nvSpPr>
          <p:spPr>
            <a:xfrm>
              <a:off x="1169057" y="2026711"/>
              <a:ext cx="720725" cy="160020"/>
            </a:xfrm>
            <a:custGeom>
              <a:avLst/>
              <a:gdLst/>
              <a:ahLst/>
              <a:cxnLst/>
              <a:rect l="l" t="t" r="r" b="b"/>
              <a:pathLst>
                <a:path w="720725" h="160019">
                  <a:moveTo>
                    <a:pt x="693304" y="0"/>
                  </a:moveTo>
                  <a:lnTo>
                    <a:pt x="27829" y="0"/>
                  </a:lnTo>
                  <a:lnTo>
                    <a:pt x="16920" y="2020"/>
                  </a:lnTo>
                  <a:lnTo>
                    <a:pt x="8082" y="7516"/>
                  </a:lnTo>
                  <a:lnTo>
                    <a:pt x="2161" y="15638"/>
                  </a:lnTo>
                  <a:lnTo>
                    <a:pt x="0" y="25536"/>
                  </a:lnTo>
                  <a:lnTo>
                    <a:pt x="0" y="134303"/>
                  </a:lnTo>
                  <a:lnTo>
                    <a:pt x="2161" y="144202"/>
                  </a:lnTo>
                  <a:lnTo>
                    <a:pt x="8082" y="152325"/>
                  </a:lnTo>
                  <a:lnTo>
                    <a:pt x="16920" y="157822"/>
                  </a:lnTo>
                  <a:lnTo>
                    <a:pt x="27829" y="159844"/>
                  </a:lnTo>
                  <a:lnTo>
                    <a:pt x="693304" y="159844"/>
                  </a:lnTo>
                  <a:lnTo>
                    <a:pt x="703739" y="157822"/>
                  </a:lnTo>
                  <a:lnTo>
                    <a:pt x="712332" y="152325"/>
                  </a:lnTo>
                  <a:lnTo>
                    <a:pt x="718163" y="144202"/>
                  </a:lnTo>
                  <a:lnTo>
                    <a:pt x="720311" y="134303"/>
                  </a:lnTo>
                  <a:lnTo>
                    <a:pt x="720311" y="25536"/>
                  </a:lnTo>
                  <a:lnTo>
                    <a:pt x="718163" y="15638"/>
                  </a:lnTo>
                  <a:lnTo>
                    <a:pt x="712332" y="7516"/>
                  </a:lnTo>
                  <a:lnTo>
                    <a:pt x="703739" y="2020"/>
                  </a:lnTo>
                  <a:lnTo>
                    <a:pt x="693304" y="0"/>
                  </a:lnTo>
                  <a:close/>
                </a:path>
              </a:pathLst>
            </a:custGeom>
            <a:solidFill>
              <a:srgbClr val="FDFDFD"/>
            </a:solidFill>
          </p:spPr>
          <p:txBody>
            <a:bodyPr wrap="square" lIns="0" tIns="0" rIns="0" bIns="0" rtlCol="0"/>
            <a:lstStyle/>
            <a:p>
              <a:endParaRPr sz="2397">
                <a:solidFill>
                  <a:prstClr val="black"/>
                </a:solidFill>
              </a:endParaRPr>
            </a:p>
          </p:txBody>
        </p:sp>
        <p:sp>
          <p:nvSpPr>
            <p:cNvPr id="91" name="object 91"/>
            <p:cNvSpPr/>
            <p:nvPr/>
          </p:nvSpPr>
          <p:spPr>
            <a:xfrm>
              <a:off x="1204252" y="2043188"/>
              <a:ext cx="655320" cy="118110"/>
            </a:xfrm>
            <a:custGeom>
              <a:avLst/>
              <a:gdLst/>
              <a:ahLst/>
              <a:cxnLst/>
              <a:rect l="l" t="t" r="r" b="b"/>
              <a:pathLst>
                <a:path w="655319" h="118110">
                  <a:moveTo>
                    <a:pt x="117055" y="0"/>
                  </a:moveTo>
                  <a:lnTo>
                    <a:pt x="0" y="0"/>
                  </a:lnTo>
                  <a:lnTo>
                    <a:pt x="0" y="42024"/>
                  </a:lnTo>
                  <a:lnTo>
                    <a:pt x="117055" y="42024"/>
                  </a:lnTo>
                  <a:lnTo>
                    <a:pt x="117055" y="0"/>
                  </a:lnTo>
                  <a:close/>
                </a:path>
                <a:path w="655319" h="118110">
                  <a:moveTo>
                    <a:pt x="654824" y="0"/>
                  </a:moveTo>
                  <a:lnTo>
                    <a:pt x="337235" y="0"/>
                  </a:lnTo>
                  <a:lnTo>
                    <a:pt x="337235" y="117830"/>
                  </a:lnTo>
                  <a:lnTo>
                    <a:pt x="654824" y="117830"/>
                  </a:lnTo>
                  <a:lnTo>
                    <a:pt x="654824" y="0"/>
                  </a:lnTo>
                  <a:close/>
                </a:path>
              </a:pathLst>
            </a:custGeom>
            <a:solidFill>
              <a:srgbClr val="2F2F2F"/>
            </a:solidFill>
          </p:spPr>
          <p:txBody>
            <a:bodyPr wrap="square" lIns="0" tIns="0" rIns="0" bIns="0" rtlCol="0"/>
            <a:lstStyle/>
            <a:p>
              <a:endParaRPr sz="2397">
                <a:solidFill>
                  <a:prstClr val="black"/>
                </a:solidFill>
              </a:endParaRPr>
            </a:p>
          </p:txBody>
        </p:sp>
        <p:sp>
          <p:nvSpPr>
            <p:cNvPr id="92" name="object 92"/>
            <p:cNvSpPr/>
            <p:nvPr/>
          </p:nvSpPr>
          <p:spPr>
            <a:xfrm>
              <a:off x="1169057" y="1822504"/>
              <a:ext cx="720725" cy="158115"/>
            </a:xfrm>
            <a:custGeom>
              <a:avLst/>
              <a:gdLst/>
              <a:ahLst/>
              <a:cxnLst/>
              <a:rect l="l" t="t" r="r" b="b"/>
              <a:pathLst>
                <a:path w="720725" h="158114">
                  <a:moveTo>
                    <a:pt x="693304" y="0"/>
                  </a:moveTo>
                  <a:lnTo>
                    <a:pt x="27829" y="0"/>
                  </a:lnTo>
                  <a:lnTo>
                    <a:pt x="16920" y="1997"/>
                  </a:lnTo>
                  <a:lnTo>
                    <a:pt x="8082" y="7429"/>
                  </a:lnTo>
                  <a:lnTo>
                    <a:pt x="2161" y="15456"/>
                  </a:lnTo>
                  <a:lnTo>
                    <a:pt x="0" y="25238"/>
                  </a:lnTo>
                  <a:lnTo>
                    <a:pt x="0" y="132738"/>
                  </a:lnTo>
                  <a:lnTo>
                    <a:pt x="2161" y="142522"/>
                  </a:lnTo>
                  <a:lnTo>
                    <a:pt x="8082" y="150550"/>
                  </a:lnTo>
                  <a:lnTo>
                    <a:pt x="16920" y="155983"/>
                  </a:lnTo>
                  <a:lnTo>
                    <a:pt x="27829" y="157981"/>
                  </a:lnTo>
                  <a:lnTo>
                    <a:pt x="693304" y="157981"/>
                  </a:lnTo>
                  <a:lnTo>
                    <a:pt x="703739" y="155983"/>
                  </a:lnTo>
                  <a:lnTo>
                    <a:pt x="712332" y="150550"/>
                  </a:lnTo>
                  <a:lnTo>
                    <a:pt x="718163" y="142522"/>
                  </a:lnTo>
                  <a:lnTo>
                    <a:pt x="720311" y="132738"/>
                  </a:lnTo>
                  <a:lnTo>
                    <a:pt x="720311" y="25238"/>
                  </a:lnTo>
                  <a:lnTo>
                    <a:pt x="718163" y="15456"/>
                  </a:lnTo>
                  <a:lnTo>
                    <a:pt x="712332" y="7429"/>
                  </a:lnTo>
                  <a:lnTo>
                    <a:pt x="703739" y="1997"/>
                  </a:lnTo>
                  <a:lnTo>
                    <a:pt x="693304" y="0"/>
                  </a:lnTo>
                  <a:close/>
                </a:path>
              </a:pathLst>
            </a:custGeom>
            <a:solidFill>
              <a:srgbClr val="FDFDFD"/>
            </a:solidFill>
          </p:spPr>
          <p:txBody>
            <a:bodyPr wrap="square" lIns="0" tIns="0" rIns="0" bIns="0" rtlCol="0"/>
            <a:lstStyle/>
            <a:p>
              <a:endParaRPr sz="2397">
                <a:solidFill>
                  <a:prstClr val="black"/>
                </a:solidFill>
              </a:endParaRPr>
            </a:p>
          </p:txBody>
        </p:sp>
        <p:sp>
          <p:nvSpPr>
            <p:cNvPr id="93" name="object 93"/>
            <p:cNvSpPr/>
            <p:nvPr/>
          </p:nvSpPr>
          <p:spPr>
            <a:xfrm>
              <a:off x="1204252" y="1838794"/>
              <a:ext cx="655320" cy="116839"/>
            </a:xfrm>
            <a:custGeom>
              <a:avLst/>
              <a:gdLst/>
              <a:ahLst/>
              <a:cxnLst/>
              <a:rect l="l" t="t" r="r" b="b"/>
              <a:pathLst>
                <a:path w="655319" h="116839">
                  <a:moveTo>
                    <a:pt x="117055" y="0"/>
                  </a:moveTo>
                  <a:lnTo>
                    <a:pt x="0" y="0"/>
                  </a:lnTo>
                  <a:lnTo>
                    <a:pt x="0" y="41529"/>
                  </a:lnTo>
                  <a:lnTo>
                    <a:pt x="117055" y="41529"/>
                  </a:lnTo>
                  <a:lnTo>
                    <a:pt x="117055" y="0"/>
                  </a:lnTo>
                  <a:close/>
                </a:path>
                <a:path w="655319" h="116839">
                  <a:moveTo>
                    <a:pt x="654824" y="0"/>
                  </a:moveTo>
                  <a:lnTo>
                    <a:pt x="337235" y="0"/>
                  </a:lnTo>
                  <a:lnTo>
                    <a:pt x="337235" y="116459"/>
                  </a:lnTo>
                  <a:lnTo>
                    <a:pt x="654824" y="116459"/>
                  </a:lnTo>
                  <a:lnTo>
                    <a:pt x="654824" y="0"/>
                  </a:lnTo>
                  <a:close/>
                </a:path>
              </a:pathLst>
            </a:custGeom>
            <a:solidFill>
              <a:srgbClr val="2F2F2F"/>
            </a:solidFill>
          </p:spPr>
          <p:txBody>
            <a:bodyPr wrap="square" lIns="0" tIns="0" rIns="0" bIns="0" rtlCol="0"/>
            <a:lstStyle/>
            <a:p>
              <a:endParaRPr sz="2397">
                <a:solidFill>
                  <a:prstClr val="black"/>
                </a:solidFill>
              </a:endParaRPr>
            </a:p>
          </p:txBody>
        </p:sp>
        <p:sp>
          <p:nvSpPr>
            <p:cNvPr id="94" name="object 94"/>
            <p:cNvSpPr/>
            <p:nvPr/>
          </p:nvSpPr>
          <p:spPr>
            <a:xfrm>
              <a:off x="413153" y="1828600"/>
              <a:ext cx="720725" cy="158115"/>
            </a:xfrm>
            <a:custGeom>
              <a:avLst/>
              <a:gdLst/>
              <a:ahLst/>
              <a:cxnLst/>
              <a:rect l="l" t="t" r="r" b="b"/>
              <a:pathLst>
                <a:path w="720725" h="158114">
                  <a:moveTo>
                    <a:pt x="693304" y="0"/>
                  </a:moveTo>
                  <a:lnTo>
                    <a:pt x="27829" y="0"/>
                  </a:lnTo>
                  <a:lnTo>
                    <a:pt x="16920" y="1997"/>
                  </a:lnTo>
                  <a:lnTo>
                    <a:pt x="8082" y="7429"/>
                  </a:lnTo>
                  <a:lnTo>
                    <a:pt x="2161" y="15456"/>
                  </a:lnTo>
                  <a:lnTo>
                    <a:pt x="0" y="25238"/>
                  </a:lnTo>
                  <a:lnTo>
                    <a:pt x="0" y="132738"/>
                  </a:lnTo>
                  <a:lnTo>
                    <a:pt x="2161" y="142522"/>
                  </a:lnTo>
                  <a:lnTo>
                    <a:pt x="8082" y="150550"/>
                  </a:lnTo>
                  <a:lnTo>
                    <a:pt x="16920" y="155983"/>
                  </a:lnTo>
                  <a:lnTo>
                    <a:pt x="27829" y="157981"/>
                  </a:lnTo>
                  <a:lnTo>
                    <a:pt x="693304" y="157981"/>
                  </a:lnTo>
                  <a:lnTo>
                    <a:pt x="703739" y="155983"/>
                  </a:lnTo>
                  <a:lnTo>
                    <a:pt x="712332" y="150550"/>
                  </a:lnTo>
                  <a:lnTo>
                    <a:pt x="718163" y="142522"/>
                  </a:lnTo>
                  <a:lnTo>
                    <a:pt x="720311" y="132738"/>
                  </a:lnTo>
                  <a:lnTo>
                    <a:pt x="720311" y="25238"/>
                  </a:lnTo>
                  <a:lnTo>
                    <a:pt x="718163" y="15456"/>
                  </a:lnTo>
                  <a:lnTo>
                    <a:pt x="712332" y="7429"/>
                  </a:lnTo>
                  <a:lnTo>
                    <a:pt x="703739" y="1997"/>
                  </a:lnTo>
                  <a:lnTo>
                    <a:pt x="693304" y="0"/>
                  </a:lnTo>
                  <a:close/>
                </a:path>
              </a:pathLst>
            </a:custGeom>
            <a:solidFill>
              <a:srgbClr val="FDFDFD"/>
            </a:solidFill>
          </p:spPr>
          <p:txBody>
            <a:bodyPr wrap="square" lIns="0" tIns="0" rIns="0" bIns="0" rtlCol="0"/>
            <a:lstStyle/>
            <a:p>
              <a:endParaRPr sz="2397">
                <a:solidFill>
                  <a:prstClr val="black"/>
                </a:solidFill>
              </a:endParaRPr>
            </a:p>
          </p:txBody>
        </p:sp>
        <p:sp>
          <p:nvSpPr>
            <p:cNvPr id="95" name="object 95"/>
            <p:cNvSpPr/>
            <p:nvPr/>
          </p:nvSpPr>
          <p:spPr>
            <a:xfrm>
              <a:off x="448348" y="1844890"/>
              <a:ext cx="655320" cy="116839"/>
            </a:xfrm>
            <a:custGeom>
              <a:avLst/>
              <a:gdLst/>
              <a:ahLst/>
              <a:cxnLst/>
              <a:rect l="l" t="t" r="r" b="b"/>
              <a:pathLst>
                <a:path w="655319" h="116839">
                  <a:moveTo>
                    <a:pt x="117055" y="0"/>
                  </a:moveTo>
                  <a:lnTo>
                    <a:pt x="0" y="0"/>
                  </a:lnTo>
                  <a:lnTo>
                    <a:pt x="0" y="41529"/>
                  </a:lnTo>
                  <a:lnTo>
                    <a:pt x="117055" y="41529"/>
                  </a:lnTo>
                  <a:lnTo>
                    <a:pt x="117055" y="0"/>
                  </a:lnTo>
                  <a:close/>
                </a:path>
                <a:path w="655319" h="116839">
                  <a:moveTo>
                    <a:pt x="654824" y="0"/>
                  </a:moveTo>
                  <a:lnTo>
                    <a:pt x="337235" y="0"/>
                  </a:lnTo>
                  <a:lnTo>
                    <a:pt x="337235" y="116459"/>
                  </a:lnTo>
                  <a:lnTo>
                    <a:pt x="654824" y="116459"/>
                  </a:lnTo>
                  <a:lnTo>
                    <a:pt x="654824" y="0"/>
                  </a:lnTo>
                  <a:close/>
                </a:path>
              </a:pathLst>
            </a:custGeom>
            <a:solidFill>
              <a:srgbClr val="2F2F2F"/>
            </a:solidFill>
          </p:spPr>
          <p:txBody>
            <a:bodyPr wrap="square" lIns="0" tIns="0" rIns="0" bIns="0" rtlCol="0"/>
            <a:lstStyle/>
            <a:p>
              <a:endParaRPr sz="2397">
                <a:solidFill>
                  <a:prstClr val="black"/>
                </a:solidFill>
              </a:endParaRPr>
            </a:p>
          </p:txBody>
        </p:sp>
        <p:sp>
          <p:nvSpPr>
            <p:cNvPr id="96" name="object 96"/>
            <p:cNvSpPr/>
            <p:nvPr/>
          </p:nvSpPr>
          <p:spPr>
            <a:xfrm>
              <a:off x="5547360" y="2953511"/>
              <a:ext cx="1624965" cy="1426845"/>
            </a:xfrm>
            <a:custGeom>
              <a:avLst/>
              <a:gdLst/>
              <a:ahLst/>
              <a:cxnLst/>
              <a:rect l="l" t="t" r="r" b="b"/>
              <a:pathLst>
                <a:path w="1624965" h="1426845">
                  <a:moveTo>
                    <a:pt x="1624584" y="0"/>
                  </a:moveTo>
                  <a:lnTo>
                    <a:pt x="0" y="0"/>
                  </a:lnTo>
                  <a:lnTo>
                    <a:pt x="0" y="1426464"/>
                  </a:lnTo>
                  <a:lnTo>
                    <a:pt x="1624584" y="1426464"/>
                  </a:lnTo>
                  <a:lnTo>
                    <a:pt x="1624584" y="0"/>
                  </a:lnTo>
                  <a:close/>
                </a:path>
              </a:pathLst>
            </a:custGeom>
            <a:solidFill>
              <a:srgbClr val="FF0000">
                <a:alpha val="85096"/>
              </a:srgbClr>
            </a:solidFill>
          </p:spPr>
          <p:txBody>
            <a:bodyPr wrap="square" lIns="0" tIns="0" rIns="0" bIns="0" rtlCol="0"/>
            <a:lstStyle/>
            <a:p>
              <a:endParaRPr sz="2397">
                <a:solidFill>
                  <a:prstClr val="black"/>
                </a:solidFill>
              </a:endParaRPr>
            </a:p>
          </p:txBody>
        </p:sp>
      </p:grpSp>
      <p:sp>
        <p:nvSpPr>
          <p:cNvPr id="97" name="object 97"/>
          <p:cNvSpPr txBox="1"/>
          <p:nvPr/>
        </p:nvSpPr>
        <p:spPr>
          <a:xfrm>
            <a:off x="10234984" y="2366999"/>
            <a:ext cx="1037579" cy="450078"/>
          </a:xfrm>
          <a:prstGeom prst="rect">
            <a:avLst/>
          </a:prstGeom>
        </p:spPr>
        <p:txBody>
          <a:bodyPr vert="horz" wrap="square" lIns="0" tIns="19449" rIns="0" bIns="0" rtlCol="0">
            <a:spAutoFit/>
          </a:bodyPr>
          <a:lstStyle/>
          <a:p>
            <a:pPr>
              <a:spcBef>
                <a:spcPts val="153"/>
              </a:spcBef>
            </a:pPr>
            <a:r>
              <a:rPr sz="2797" spc="67" dirty="0">
                <a:solidFill>
                  <a:srgbClr val="FFFFFF"/>
                </a:solidFill>
                <a:latin typeface="Arial"/>
                <a:cs typeface="Arial"/>
              </a:rPr>
              <a:t>W</a:t>
            </a:r>
            <a:r>
              <a:rPr sz="2797" spc="13" dirty="0">
                <a:solidFill>
                  <a:srgbClr val="FFFFFF"/>
                </a:solidFill>
                <a:latin typeface="Arial"/>
                <a:cs typeface="Arial"/>
              </a:rPr>
              <a:t>WW</a:t>
            </a:r>
            <a:endParaRPr sz="2797">
              <a:solidFill>
                <a:prstClr val="black"/>
              </a:solidFill>
              <a:latin typeface="Arial"/>
              <a:cs typeface="Arial"/>
            </a:endParaRPr>
          </a:p>
        </p:txBody>
      </p:sp>
      <p:sp>
        <p:nvSpPr>
          <p:cNvPr id="98" name="object 98"/>
          <p:cNvSpPr txBox="1"/>
          <p:nvPr/>
        </p:nvSpPr>
        <p:spPr>
          <a:xfrm>
            <a:off x="3524292" y="1540555"/>
            <a:ext cx="5202271" cy="302243"/>
          </a:xfrm>
          <a:prstGeom prst="rect">
            <a:avLst/>
          </a:prstGeom>
        </p:spPr>
        <p:txBody>
          <a:bodyPr vert="horz" wrap="square" lIns="0" tIns="15221" rIns="0" bIns="0" rtlCol="0">
            <a:spAutoFit/>
          </a:bodyPr>
          <a:lstStyle/>
          <a:p>
            <a:pPr marL="16913">
              <a:spcBef>
                <a:spcPts val="120"/>
              </a:spcBef>
            </a:pPr>
            <a:r>
              <a:rPr sz="1864" b="1" spc="-13" dirty="0">
                <a:solidFill>
                  <a:srgbClr val="FFFFFF"/>
                </a:solidFill>
                <a:latin typeface="Arial"/>
                <a:cs typeface="Arial"/>
              </a:rPr>
              <a:t>Cisco</a:t>
            </a:r>
            <a:r>
              <a:rPr sz="1864" b="1" spc="7" dirty="0">
                <a:solidFill>
                  <a:srgbClr val="FFFFFF"/>
                </a:solidFill>
                <a:latin typeface="Arial"/>
                <a:cs typeface="Arial"/>
              </a:rPr>
              <a:t> </a:t>
            </a:r>
            <a:r>
              <a:rPr sz="1864" b="1" spc="-20" dirty="0">
                <a:solidFill>
                  <a:srgbClr val="FFFFFF"/>
                </a:solidFill>
                <a:latin typeface="Arial"/>
                <a:cs typeface="Arial"/>
              </a:rPr>
              <a:t>Collective</a:t>
            </a:r>
            <a:r>
              <a:rPr sz="1864" b="1" spc="113" dirty="0">
                <a:solidFill>
                  <a:srgbClr val="FFFFFF"/>
                </a:solidFill>
                <a:latin typeface="Arial"/>
                <a:cs typeface="Arial"/>
              </a:rPr>
              <a:t> </a:t>
            </a:r>
            <a:r>
              <a:rPr sz="1864" b="1" spc="-13" dirty="0">
                <a:solidFill>
                  <a:srgbClr val="FFFFFF"/>
                </a:solidFill>
                <a:latin typeface="Arial"/>
                <a:cs typeface="Arial"/>
              </a:rPr>
              <a:t>Security</a:t>
            </a:r>
            <a:r>
              <a:rPr sz="1864" b="1" spc="47" dirty="0">
                <a:solidFill>
                  <a:srgbClr val="FFFFFF"/>
                </a:solidFill>
                <a:latin typeface="Arial"/>
                <a:cs typeface="Arial"/>
              </a:rPr>
              <a:t> </a:t>
            </a:r>
            <a:r>
              <a:rPr sz="1864" b="1" spc="-13" dirty="0">
                <a:solidFill>
                  <a:srgbClr val="FFFFFF"/>
                </a:solidFill>
                <a:latin typeface="Arial"/>
                <a:cs typeface="Arial"/>
              </a:rPr>
              <a:t>Intelligence</a:t>
            </a:r>
            <a:r>
              <a:rPr sz="1864" b="1" spc="80" dirty="0">
                <a:solidFill>
                  <a:srgbClr val="FFFFFF"/>
                </a:solidFill>
                <a:latin typeface="Arial"/>
                <a:cs typeface="Arial"/>
              </a:rPr>
              <a:t> </a:t>
            </a:r>
            <a:r>
              <a:rPr sz="1864" b="1" spc="-13" dirty="0">
                <a:solidFill>
                  <a:srgbClr val="FFFFFF"/>
                </a:solidFill>
                <a:latin typeface="Arial"/>
                <a:cs typeface="Arial"/>
              </a:rPr>
              <a:t>Enabled</a:t>
            </a:r>
            <a:endParaRPr sz="1864">
              <a:solidFill>
                <a:prstClr val="black"/>
              </a:solidFill>
              <a:latin typeface="Arial"/>
              <a:cs typeface="Arial"/>
            </a:endParaRPr>
          </a:p>
        </p:txBody>
      </p:sp>
      <p:sp>
        <p:nvSpPr>
          <p:cNvPr id="99" name="object 99"/>
          <p:cNvSpPr txBox="1"/>
          <p:nvPr/>
        </p:nvSpPr>
        <p:spPr>
          <a:xfrm>
            <a:off x="7792826" y="5154644"/>
            <a:ext cx="1450243" cy="508878"/>
          </a:xfrm>
          <a:prstGeom prst="rect">
            <a:avLst/>
          </a:prstGeom>
        </p:spPr>
        <p:txBody>
          <a:bodyPr vert="horz" wrap="square" lIns="0" tIns="16912" rIns="0" bIns="0" rtlCol="0">
            <a:spAutoFit/>
          </a:bodyPr>
          <a:lstStyle/>
          <a:p>
            <a:pPr marL="353473" marR="6765" indent="-337406">
              <a:spcBef>
                <a:spcPts val="133"/>
              </a:spcBef>
            </a:pPr>
            <a:r>
              <a:rPr sz="1598" spc="-13" dirty="0">
                <a:solidFill>
                  <a:srgbClr val="FFFFFF"/>
                </a:solidFill>
                <a:latin typeface="Arial"/>
                <a:cs typeface="Arial"/>
              </a:rPr>
              <a:t>B</a:t>
            </a:r>
            <a:r>
              <a:rPr sz="1598" spc="-7" dirty="0">
                <a:solidFill>
                  <a:srgbClr val="FFFFFF"/>
                </a:solidFill>
                <a:latin typeface="Arial"/>
                <a:cs typeface="Arial"/>
              </a:rPr>
              <a:t>u</a:t>
            </a:r>
            <a:r>
              <a:rPr sz="1598" spc="20" dirty="0">
                <a:solidFill>
                  <a:srgbClr val="FFFFFF"/>
                </a:solidFill>
                <a:latin typeface="Arial"/>
                <a:cs typeface="Arial"/>
              </a:rPr>
              <a:t>il</a:t>
            </a:r>
            <a:r>
              <a:rPr sz="1598" spc="7" dirty="0">
                <a:solidFill>
                  <a:srgbClr val="FFFFFF"/>
                </a:solidFill>
                <a:latin typeface="Arial"/>
                <a:cs typeface="Arial"/>
              </a:rPr>
              <a:t>t-</a:t>
            </a:r>
            <a:r>
              <a:rPr sz="1598" spc="-7" dirty="0">
                <a:solidFill>
                  <a:srgbClr val="FFFFFF"/>
                </a:solidFill>
                <a:latin typeface="Arial"/>
                <a:cs typeface="Arial"/>
              </a:rPr>
              <a:t>in</a:t>
            </a:r>
            <a:r>
              <a:rPr sz="1598" spc="-93" dirty="0">
                <a:solidFill>
                  <a:srgbClr val="FFFFFF"/>
                </a:solidFill>
                <a:latin typeface="Arial"/>
                <a:cs typeface="Arial"/>
              </a:rPr>
              <a:t> </a:t>
            </a:r>
            <a:r>
              <a:rPr sz="1598" dirty="0">
                <a:solidFill>
                  <a:srgbClr val="FFFFFF"/>
                </a:solidFill>
                <a:latin typeface="Arial"/>
                <a:cs typeface="Arial"/>
              </a:rPr>
              <a:t>Net</a:t>
            </a:r>
            <a:r>
              <a:rPr sz="1598" spc="-47" dirty="0">
                <a:solidFill>
                  <a:srgbClr val="FFFFFF"/>
                </a:solidFill>
                <a:latin typeface="Arial"/>
                <a:cs typeface="Arial"/>
              </a:rPr>
              <a:t>w</a:t>
            </a:r>
            <a:r>
              <a:rPr sz="1598" spc="-7" dirty="0">
                <a:solidFill>
                  <a:srgbClr val="FFFFFF"/>
                </a:solidFill>
                <a:latin typeface="Arial"/>
                <a:cs typeface="Arial"/>
              </a:rPr>
              <a:t>o</a:t>
            </a:r>
            <a:r>
              <a:rPr sz="1598" spc="7" dirty="0">
                <a:solidFill>
                  <a:srgbClr val="FFFFFF"/>
                </a:solidFill>
                <a:latin typeface="Arial"/>
                <a:cs typeface="Arial"/>
              </a:rPr>
              <a:t>r</a:t>
            </a:r>
            <a:r>
              <a:rPr sz="1598" dirty="0">
                <a:solidFill>
                  <a:srgbClr val="FFFFFF"/>
                </a:solidFill>
                <a:latin typeface="Arial"/>
                <a:cs typeface="Arial"/>
              </a:rPr>
              <a:t>k  Profiling</a:t>
            </a:r>
            <a:endParaRPr sz="1598">
              <a:solidFill>
                <a:prstClr val="black"/>
              </a:solidFill>
              <a:latin typeface="Arial"/>
              <a:cs typeface="Arial"/>
            </a:endParaRPr>
          </a:p>
        </p:txBody>
      </p:sp>
      <p:grpSp>
        <p:nvGrpSpPr>
          <p:cNvPr id="100" name="object 100"/>
          <p:cNvGrpSpPr/>
          <p:nvPr/>
        </p:nvGrpSpPr>
        <p:grpSpPr>
          <a:xfrm>
            <a:off x="7772361" y="4265996"/>
            <a:ext cx="1292111" cy="805033"/>
            <a:chOff x="5830823" y="3203447"/>
            <a:chExt cx="970280" cy="604520"/>
          </a:xfrm>
        </p:grpSpPr>
        <p:pic>
          <p:nvPicPr>
            <p:cNvPr id="101" name="object 101"/>
            <p:cNvPicPr/>
            <p:nvPr/>
          </p:nvPicPr>
          <p:blipFill>
            <a:blip r:embed="rId33" cstate="print"/>
            <a:stretch>
              <a:fillRect/>
            </a:stretch>
          </p:blipFill>
          <p:spPr>
            <a:xfrm>
              <a:off x="5830823" y="3203447"/>
              <a:ext cx="970026" cy="604266"/>
            </a:xfrm>
            <a:prstGeom prst="rect">
              <a:avLst/>
            </a:prstGeom>
          </p:spPr>
        </p:pic>
        <p:sp>
          <p:nvSpPr>
            <p:cNvPr id="102" name="object 102"/>
            <p:cNvSpPr/>
            <p:nvPr/>
          </p:nvSpPr>
          <p:spPr>
            <a:xfrm>
              <a:off x="5873495" y="3221735"/>
              <a:ext cx="887094" cy="521334"/>
            </a:xfrm>
            <a:custGeom>
              <a:avLst/>
              <a:gdLst/>
              <a:ahLst/>
              <a:cxnLst/>
              <a:rect l="l" t="t" r="r" b="b"/>
              <a:pathLst>
                <a:path w="887095" h="521335">
                  <a:moveTo>
                    <a:pt x="724153" y="326516"/>
                  </a:moveTo>
                  <a:lnTo>
                    <a:pt x="696186" y="332287"/>
                  </a:lnTo>
                  <a:lnTo>
                    <a:pt x="673290" y="348011"/>
                  </a:lnTo>
                  <a:lnTo>
                    <a:pt x="657824" y="371308"/>
                  </a:lnTo>
                  <a:lnTo>
                    <a:pt x="652145" y="399796"/>
                  </a:lnTo>
                  <a:lnTo>
                    <a:pt x="652914" y="410626"/>
                  </a:lnTo>
                  <a:lnTo>
                    <a:pt x="715772" y="513588"/>
                  </a:lnTo>
                  <a:lnTo>
                    <a:pt x="724709" y="521207"/>
                  </a:lnTo>
                  <a:lnTo>
                    <a:pt x="729041" y="519160"/>
                  </a:lnTo>
                  <a:lnTo>
                    <a:pt x="733551" y="513588"/>
                  </a:lnTo>
                  <a:lnTo>
                    <a:pt x="778979" y="448818"/>
                  </a:lnTo>
                  <a:lnTo>
                    <a:pt x="724153" y="448818"/>
                  </a:lnTo>
                  <a:lnTo>
                    <a:pt x="705828" y="445051"/>
                  </a:lnTo>
                  <a:lnTo>
                    <a:pt x="690895" y="434689"/>
                  </a:lnTo>
                  <a:lnTo>
                    <a:pt x="680845" y="419135"/>
                  </a:lnTo>
                  <a:lnTo>
                    <a:pt x="677163" y="399796"/>
                  </a:lnTo>
                  <a:lnTo>
                    <a:pt x="680845" y="380958"/>
                  </a:lnTo>
                  <a:lnTo>
                    <a:pt x="690895" y="365394"/>
                  </a:lnTo>
                  <a:lnTo>
                    <a:pt x="705828" y="354808"/>
                  </a:lnTo>
                  <a:lnTo>
                    <a:pt x="724153" y="350900"/>
                  </a:lnTo>
                  <a:lnTo>
                    <a:pt x="777882" y="350900"/>
                  </a:lnTo>
                  <a:lnTo>
                    <a:pt x="775954" y="348011"/>
                  </a:lnTo>
                  <a:lnTo>
                    <a:pt x="752762" y="332287"/>
                  </a:lnTo>
                  <a:lnTo>
                    <a:pt x="724153" y="326516"/>
                  </a:lnTo>
                  <a:close/>
                </a:path>
                <a:path w="887095" h="521335">
                  <a:moveTo>
                    <a:pt x="369442" y="353059"/>
                  </a:moveTo>
                  <a:lnTo>
                    <a:pt x="227456" y="353059"/>
                  </a:lnTo>
                  <a:lnTo>
                    <a:pt x="222212" y="364654"/>
                  </a:lnTo>
                  <a:lnTo>
                    <a:pt x="215884" y="375523"/>
                  </a:lnTo>
                  <a:lnTo>
                    <a:pt x="208579" y="385796"/>
                  </a:lnTo>
                  <a:lnTo>
                    <a:pt x="200405" y="395604"/>
                  </a:lnTo>
                  <a:lnTo>
                    <a:pt x="343280" y="395604"/>
                  </a:lnTo>
                  <a:lnTo>
                    <a:pt x="381888" y="451993"/>
                  </a:lnTo>
                  <a:lnTo>
                    <a:pt x="513461" y="451993"/>
                  </a:lnTo>
                  <a:lnTo>
                    <a:pt x="563499" y="521081"/>
                  </a:lnTo>
                  <a:lnTo>
                    <a:pt x="702309" y="521081"/>
                  </a:lnTo>
                  <a:lnTo>
                    <a:pt x="673100" y="478535"/>
                  </a:lnTo>
                  <a:lnTo>
                    <a:pt x="589533" y="478535"/>
                  </a:lnTo>
                  <a:lnTo>
                    <a:pt x="538479" y="409447"/>
                  </a:lnTo>
                  <a:lnTo>
                    <a:pt x="408050" y="409447"/>
                  </a:lnTo>
                  <a:lnTo>
                    <a:pt x="369442" y="353059"/>
                  </a:lnTo>
                  <a:close/>
                </a:path>
                <a:path w="887095" h="521335">
                  <a:moveTo>
                    <a:pt x="777882" y="350900"/>
                  </a:moveTo>
                  <a:lnTo>
                    <a:pt x="724153" y="350900"/>
                  </a:lnTo>
                  <a:lnTo>
                    <a:pt x="743120" y="354808"/>
                  </a:lnTo>
                  <a:lnTo>
                    <a:pt x="758348" y="365394"/>
                  </a:lnTo>
                  <a:lnTo>
                    <a:pt x="768480" y="380958"/>
                  </a:lnTo>
                  <a:lnTo>
                    <a:pt x="772159" y="399796"/>
                  </a:lnTo>
                  <a:lnTo>
                    <a:pt x="768480" y="419135"/>
                  </a:lnTo>
                  <a:lnTo>
                    <a:pt x="758348" y="434689"/>
                  </a:lnTo>
                  <a:lnTo>
                    <a:pt x="743120" y="445051"/>
                  </a:lnTo>
                  <a:lnTo>
                    <a:pt x="724153" y="448818"/>
                  </a:lnTo>
                  <a:lnTo>
                    <a:pt x="778979" y="448818"/>
                  </a:lnTo>
                  <a:lnTo>
                    <a:pt x="796428" y="410626"/>
                  </a:lnTo>
                  <a:lnTo>
                    <a:pt x="797178" y="399796"/>
                  </a:lnTo>
                  <a:lnTo>
                    <a:pt x="791501" y="371308"/>
                  </a:lnTo>
                  <a:lnTo>
                    <a:pt x="777882" y="350900"/>
                  </a:lnTo>
                  <a:close/>
                </a:path>
                <a:path w="887095" h="521335">
                  <a:moveTo>
                    <a:pt x="116839" y="207390"/>
                  </a:moveTo>
                  <a:lnTo>
                    <a:pt x="78484" y="215237"/>
                  </a:lnTo>
                  <a:lnTo>
                    <a:pt x="46974" y="236728"/>
                  </a:lnTo>
                  <a:lnTo>
                    <a:pt x="25632" y="268791"/>
                  </a:lnTo>
                  <a:lnTo>
                    <a:pt x="17779" y="308356"/>
                  </a:lnTo>
                  <a:lnTo>
                    <a:pt x="25632" y="347333"/>
                  </a:lnTo>
                  <a:lnTo>
                    <a:pt x="46974" y="379094"/>
                  </a:lnTo>
                  <a:lnTo>
                    <a:pt x="78484" y="400474"/>
                  </a:lnTo>
                  <a:lnTo>
                    <a:pt x="116839" y="408304"/>
                  </a:lnTo>
                  <a:lnTo>
                    <a:pt x="155215" y="400474"/>
                  </a:lnTo>
                  <a:lnTo>
                    <a:pt x="186769" y="379094"/>
                  </a:lnTo>
                  <a:lnTo>
                    <a:pt x="193524" y="369062"/>
                  </a:lnTo>
                  <a:lnTo>
                    <a:pt x="116839" y="369062"/>
                  </a:lnTo>
                  <a:lnTo>
                    <a:pt x="93303" y="364363"/>
                  </a:lnTo>
                  <a:lnTo>
                    <a:pt x="74088" y="351472"/>
                  </a:lnTo>
                  <a:lnTo>
                    <a:pt x="61136" y="332200"/>
                  </a:lnTo>
                  <a:lnTo>
                    <a:pt x="56387" y="308356"/>
                  </a:lnTo>
                  <a:lnTo>
                    <a:pt x="61136" y="284372"/>
                  </a:lnTo>
                  <a:lnTo>
                    <a:pt x="74088" y="264794"/>
                  </a:lnTo>
                  <a:lnTo>
                    <a:pt x="93303" y="251598"/>
                  </a:lnTo>
                  <a:lnTo>
                    <a:pt x="116839" y="246761"/>
                  </a:lnTo>
                  <a:lnTo>
                    <a:pt x="193461" y="246761"/>
                  </a:lnTo>
                  <a:lnTo>
                    <a:pt x="186769" y="236728"/>
                  </a:lnTo>
                  <a:lnTo>
                    <a:pt x="155215" y="215237"/>
                  </a:lnTo>
                  <a:lnTo>
                    <a:pt x="116839" y="207390"/>
                  </a:lnTo>
                  <a:close/>
                </a:path>
                <a:path w="887095" h="521335">
                  <a:moveTo>
                    <a:pt x="193461" y="246761"/>
                  </a:moveTo>
                  <a:lnTo>
                    <a:pt x="116839" y="246761"/>
                  </a:lnTo>
                  <a:lnTo>
                    <a:pt x="140396" y="251598"/>
                  </a:lnTo>
                  <a:lnTo>
                    <a:pt x="159654" y="264794"/>
                  </a:lnTo>
                  <a:lnTo>
                    <a:pt x="172650" y="284372"/>
                  </a:lnTo>
                  <a:lnTo>
                    <a:pt x="177418" y="308356"/>
                  </a:lnTo>
                  <a:lnTo>
                    <a:pt x="172650" y="332200"/>
                  </a:lnTo>
                  <a:lnTo>
                    <a:pt x="159654" y="351472"/>
                  </a:lnTo>
                  <a:lnTo>
                    <a:pt x="140396" y="364363"/>
                  </a:lnTo>
                  <a:lnTo>
                    <a:pt x="116839" y="369062"/>
                  </a:lnTo>
                  <a:lnTo>
                    <a:pt x="193524" y="369062"/>
                  </a:lnTo>
                  <a:lnTo>
                    <a:pt x="208154" y="347333"/>
                  </a:lnTo>
                  <a:lnTo>
                    <a:pt x="216026" y="308356"/>
                  </a:lnTo>
                  <a:lnTo>
                    <a:pt x="208154" y="268791"/>
                  </a:lnTo>
                  <a:lnTo>
                    <a:pt x="193461" y="246761"/>
                  </a:lnTo>
                  <a:close/>
                </a:path>
                <a:path w="887095" h="521335">
                  <a:moveTo>
                    <a:pt x="116839" y="274319"/>
                  </a:moveTo>
                  <a:lnTo>
                    <a:pt x="104352" y="276959"/>
                  </a:lnTo>
                  <a:lnTo>
                    <a:pt x="94091" y="284194"/>
                  </a:lnTo>
                  <a:lnTo>
                    <a:pt x="87139" y="295001"/>
                  </a:lnTo>
                  <a:lnTo>
                    <a:pt x="84581" y="308356"/>
                  </a:lnTo>
                  <a:lnTo>
                    <a:pt x="87139" y="321177"/>
                  </a:lnTo>
                  <a:lnTo>
                    <a:pt x="94091" y="331676"/>
                  </a:lnTo>
                  <a:lnTo>
                    <a:pt x="104352" y="338770"/>
                  </a:lnTo>
                  <a:lnTo>
                    <a:pt x="116839" y="341375"/>
                  </a:lnTo>
                  <a:lnTo>
                    <a:pt x="129401" y="338770"/>
                  </a:lnTo>
                  <a:lnTo>
                    <a:pt x="139700" y="331676"/>
                  </a:lnTo>
                  <a:lnTo>
                    <a:pt x="146665" y="321177"/>
                  </a:lnTo>
                  <a:lnTo>
                    <a:pt x="149225" y="308356"/>
                  </a:lnTo>
                  <a:lnTo>
                    <a:pt x="146665" y="295001"/>
                  </a:lnTo>
                  <a:lnTo>
                    <a:pt x="139699" y="284194"/>
                  </a:lnTo>
                  <a:lnTo>
                    <a:pt x="129401" y="276959"/>
                  </a:lnTo>
                  <a:lnTo>
                    <a:pt x="116839" y="274319"/>
                  </a:lnTo>
                  <a:close/>
                </a:path>
                <a:path w="887095" h="521335">
                  <a:moveTo>
                    <a:pt x="762761" y="230758"/>
                  </a:moveTo>
                  <a:lnTo>
                    <a:pt x="567689" y="230758"/>
                  </a:lnTo>
                  <a:lnTo>
                    <a:pt x="513461" y="287146"/>
                  </a:lnTo>
                  <a:lnTo>
                    <a:pt x="234823" y="287146"/>
                  </a:lnTo>
                  <a:lnTo>
                    <a:pt x="235965" y="297688"/>
                  </a:lnTo>
                  <a:lnTo>
                    <a:pt x="236346" y="308419"/>
                  </a:lnTo>
                  <a:lnTo>
                    <a:pt x="235965" y="319150"/>
                  </a:lnTo>
                  <a:lnTo>
                    <a:pt x="234823" y="329691"/>
                  </a:lnTo>
                  <a:lnTo>
                    <a:pt x="538479" y="329691"/>
                  </a:lnTo>
                  <a:lnTo>
                    <a:pt x="593725" y="273304"/>
                  </a:lnTo>
                  <a:lnTo>
                    <a:pt x="791972" y="273304"/>
                  </a:lnTo>
                  <a:lnTo>
                    <a:pt x="762761" y="230758"/>
                  </a:lnTo>
                  <a:close/>
                </a:path>
                <a:path w="887095" h="521335">
                  <a:moveTo>
                    <a:pt x="813943" y="78739"/>
                  </a:moveTo>
                  <a:lnTo>
                    <a:pt x="763079" y="100234"/>
                  </a:lnTo>
                  <a:lnTo>
                    <a:pt x="742136" y="151002"/>
                  </a:lnTo>
                  <a:lnTo>
                    <a:pt x="742050" y="153586"/>
                  </a:lnTo>
                  <a:lnTo>
                    <a:pt x="742701" y="162351"/>
                  </a:lnTo>
                  <a:lnTo>
                    <a:pt x="805560" y="265811"/>
                  </a:lnTo>
                  <a:lnTo>
                    <a:pt x="814403" y="273050"/>
                  </a:lnTo>
                  <a:lnTo>
                    <a:pt x="818759" y="271240"/>
                  </a:lnTo>
                  <a:lnTo>
                    <a:pt x="823340" y="265811"/>
                  </a:lnTo>
                  <a:lnTo>
                    <a:pt x="868156" y="201040"/>
                  </a:lnTo>
                  <a:lnTo>
                    <a:pt x="813943" y="201040"/>
                  </a:lnTo>
                  <a:lnTo>
                    <a:pt x="795563" y="197274"/>
                  </a:lnTo>
                  <a:lnTo>
                    <a:pt x="780637" y="186912"/>
                  </a:lnTo>
                  <a:lnTo>
                    <a:pt x="770616" y="171358"/>
                  </a:lnTo>
                  <a:lnTo>
                    <a:pt x="766952" y="152019"/>
                  </a:lnTo>
                  <a:lnTo>
                    <a:pt x="770616" y="133181"/>
                  </a:lnTo>
                  <a:lnTo>
                    <a:pt x="780637" y="117617"/>
                  </a:lnTo>
                  <a:lnTo>
                    <a:pt x="795563" y="107031"/>
                  </a:lnTo>
                  <a:lnTo>
                    <a:pt x="813943" y="103124"/>
                  </a:lnTo>
                  <a:lnTo>
                    <a:pt x="867627" y="103124"/>
                  </a:lnTo>
                  <a:lnTo>
                    <a:pt x="865695" y="100234"/>
                  </a:lnTo>
                  <a:lnTo>
                    <a:pt x="842498" y="84510"/>
                  </a:lnTo>
                  <a:lnTo>
                    <a:pt x="813943" y="78739"/>
                  </a:lnTo>
                  <a:close/>
                </a:path>
                <a:path w="887095" h="521335">
                  <a:moveTo>
                    <a:pt x="524890" y="147827"/>
                  </a:moveTo>
                  <a:lnTo>
                    <a:pt x="428878" y="147827"/>
                  </a:lnTo>
                  <a:lnTo>
                    <a:pt x="371475" y="221233"/>
                  </a:lnTo>
                  <a:lnTo>
                    <a:pt x="200405" y="221233"/>
                  </a:lnTo>
                  <a:lnTo>
                    <a:pt x="209167" y="230989"/>
                  </a:lnTo>
                  <a:lnTo>
                    <a:pt x="216773" y="241268"/>
                  </a:lnTo>
                  <a:lnTo>
                    <a:pt x="223212" y="252166"/>
                  </a:lnTo>
                  <a:lnTo>
                    <a:pt x="228473" y="263779"/>
                  </a:lnTo>
                  <a:lnTo>
                    <a:pt x="400684" y="263779"/>
                  </a:lnTo>
                  <a:lnTo>
                    <a:pt x="452881" y="194563"/>
                  </a:lnTo>
                  <a:lnTo>
                    <a:pt x="558291" y="194563"/>
                  </a:lnTo>
                  <a:lnTo>
                    <a:pt x="524890" y="147827"/>
                  </a:lnTo>
                  <a:close/>
                </a:path>
                <a:path w="887095" h="521335">
                  <a:moveTo>
                    <a:pt x="867627" y="103124"/>
                  </a:moveTo>
                  <a:lnTo>
                    <a:pt x="813943" y="103124"/>
                  </a:lnTo>
                  <a:lnTo>
                    <a:pt x="832856" y="107031"/>
                  </a:lnTo>
                  <a:lnTo>
                    <a:pt x="848090" y="117617"/>
                  </a:lnTo>
                  <a:lnTo>
                    <a:pt x="858252" y="133181"/>
                  </a:lnTo>
                  <a:lnTo>
                    <a:pt x="861949" y="152019"/>
                  </a:lnTo>
                  <a:lnTo>
                    <a:pt x="858252" y="171358"/>
                  </a:lnTo>
                  <a:lnTo>
                    <a:pt x="848090" y="186912"/>
                  </a:lnTo>
                  <a:lnTo>
                    <a:pt x="832856" y="197274"/>
                  </a:lnTo>
                  <a:lnTo>
                    <a:pt x="813943" y="201040"/>
                  </a:lnTo>
                  <a:lnTo>
                    <a:pt x="868156" y="201040"/>
                  </a:lnTo>
                  <a:lnTo>
                    <a:pt x="886200" y="162351"/>
                  </a:lnTo>
                  <a:lnTo>
                    <a:pt x="886968" y="152019"/>
                  </a:lnTo>
                  <a:lnTo>
                    <a:pt x="881272" y="123531"/>
                  </a:lnTo>
                  <a:lnTo>
                    <a:pt x="867627" y="103124"/>
                  </a:lnTo>
                  <a:close/>
                </a:path>
                <a:path w="887095" h="521335">
                  <a:moveTo>
                    <a:pt x="118046" y="149955"/>
                  </a:moveTo>
                  <a:lnTo>
                    <a:pt x="78307" y="155896"/>
                  </a:lnTo>
                  <a:lnTo>
                    <a:pt x="40639" y="171195"/>
                  </a:lnTo>
                  <a:lnTo>
                    <a:pt x="65786" y="195706"/>
                  </a:lnTo>
                  <a:lnTo>
                    <a:pt x="91666" y="187084"/>
                  </a:lnTo>
                  <a:lnTo>
                    <a:pt x="118618" y="183689"/>
                  </a:lnTo>
                  <a:lnTo>
                    <a:pt x="180526" y="183689"/>
                  </a:lnTo>
                  <a:lnTo>
                    <a:pt x="196214" y="167005"/>
                  </a:lnTo>
                  <a:lnTo>
                    <a:pt x="157976" y="153586"/>
                  </a:lnTo>
                  <a:lnTo>
                    <a:pt x="118046" y="149955"/>
                  </a:lnTo>
                  <a:close/>
                </a:path>
                <a:path w="887095" h="521335">
                  <a:moveTo>
                    <a:pt x="579119" y="0"/>
                  </a:moveTo>
                  <a:lnTo>
                    <a:pt x="551152" y="5790"/>
                  </a:lnTo>
                  <a:lnTo>
                    <a:pt x="528256" y="21558"/>
                  </a:lnTo>
                  <a:lnTo>
                    <a:pt x="512790" y="44898"/>
                  </a:lnTo>
                  <a:lnTo>
                    <a:pt x="507111" y="73406"/>
                  </a:lnTo>
                  <a:lnTo>
                    <a:pt x="507863" y="83718"/>
                  </a:lnTo>
                  <a:lnTo>
                    <a:pt x="569721" y="187198"/>
                  </a:lnTo>
                  <a:lnTo>
                    <a:pt x="579119" y="194341"/>
                  </a:lnTo>
                  <a:lnTo>
                    <a:pt x="583830" y="192555"/>
                  </a:lnTo>
                  <a:lnTo>
                    <a:pt x="588517" y="187198"/>
                  </a:lnTo>
                  <a:lnTo>
                    <a:pt x="633346" y="122300"/>
                  </a:lnTo>
                  <a:lnTo>
                    <a:pt x="579119" y="122300"/>
                  </a:lnTo>
                  <a:lnTo>
                    <a:pt x="560635" y="118536"/>
                  </a:lnTo>
                  <a:lnTo>
                    <a:pt x="545353" y="108188"/>
                  </a:lnTo>
                  <a:lnTo>
                    <a:pt x="534953" y="92672"/>
                  </a:lnTo>
                  <a:lnTo>
                    <a:pt x="531113" y="73406"/>
                  </a:lnTo>
                  <a:lnTo>
                    <a:pt x="534953" y="54514"/>
                  </a:lnTo>
                  <a:lnTo>
                    <a:pt x="545353" y="38957"/>
                  </a:lnTo>
                  <a:lnTo>
                    <a:pt x="560635" y="28400"/>
                  </a:lnTo>
                  <a:lnTo>
                    <a:pt x="579119" y="24511"/>
                  </a:lnTo>
                  <a:lnTo>
                    <a:pt x="631940" y="24511"/>
                  </a:lnTo>
                  <a:lnTo>
                    <a:pt x="629983" y="21558"/>
                  </a:lnTo>
                  <a:lnTo>
                    <a:pt x="607087" y="5790"/>
                  </a:lnTo>
                  <a:lnTo>
                    <a:pt x="579119" y="0"/>
                  </a:lnTo>
                  <a:close/>
                </a:path>
                <a:path w="887095" h="521335">
                  <a:moveTo>
                    <a:pt x="180526" y="183689"/>
                  </a:moveTo>
                  <a:lnTo>
                    <a:pt x="118618" y="183689"/>
                  </a:lnTo>
                  <a:lnTo>
                    <a:pt x="145760" y="185509"/>
                  </a:lnTo>
                  <a:lnTo>
                    <a:pt x="172212" y="192531"/>
                  </a:lnTo>
                  <a:lnTo>
                    <a:pt x="180526" y="183689"/>
                  </a:lnTo>
                  <a:close/>
                </a:path>
                <a:path w="887095" h="521335">
                  <a:moveTo>
                    <a:pt x="141064" y="95871"/>
                  </a:moveTo>
                  <a:lnTo>
                    <a:pt x="92295" y="97147"/>
                  </a:lnTo>
                  <a:lnTo>
                    <a:pt x="44672" y="109134"/>
                  </a:lnTo>
                  <a:lnTo>
                    <a:pt x="0" y="131825"/>
                  </a:lnTo>
                  <a:lnTo>
                    <a:pt x="25018" y="156337"/>
                  </a:lnTo>
                  <a:lnTo>
                    <a:pt x="69623" y="136804"/>
                  </a:lnTo>
                  <a:lnTo>
                    <a:pt x="117157" y="129333"/>
                  </a:lnTo>
                  <a:lnTo>
                    <a:pt x="231195" y="129333"/>
                  </a:lnTo>
                  <a:lnTo>
                    <a:pt x="234823" y="125475"/>
                  </a:lnTo>
                  <a:lnTo>
                    <a:pt x="189175" y="105312"/>
                  </a:lnTo>
                  <a:lnTo>
                    <a:pt x="141064" y="95871"/>
                  </a:lnTo>
                  <a:close/>
                </a:path>
                <a:path w="887095" h="521335">
                  <a:moveTo>
                    <a:pt x="231195" y="129333"/>
                  </a:moveTo>
                  <a:lnTo>
                    <a:pt x="117157" y="129333"/>
                  </a:lnTo>
                  <a:lnTo>
                    <a:pt x="165072" y="134030"/>
                  </a:lnTo>
                  <a:lnTo>
                    <a:pt x="210819" y="151002"/>
                  </a:lnTo>
                  <a:lnTo>
                    <a:pt x="231195" y="129333"/>
                  </a:lnTo>
                  <a:close/>
                </a:path>
                <a:path w="887095" h="521335">
                  <a:moveTo>
                    <a:pt x="631940" y="24511"/>
                  </a:moveTo>
                  <a:lnTo>
                    <a:pt x="579119" y="24511"/>
                  </a:lnTo>
                  <a:lnTo>
                    <a:pt x="597658" y="28400"/>
                  </a:lnTo>
                  <a:lnTo>
                    <a:pt x="612933" y="38957"/>
                  </a:lnTo>
                  <a:lnTo>
                    <a:pt x="623304" y="54514"/>
                  </a:lnTo>
                  <a:lnTo>
                    <a:pt x="627126" y="73406"/>
                  </a:lnTo>
                  <a:lnTo>
                    <a:pt x="623304" y="92672"/>
                  </a:lnTo>
                  <a:lnTo>
                    <a:pt x="612933" y="108188"/>
                  </a:lnTo>
                  <a:lnTo>
                    <a:pt x="597658" y="118536"/>
                  </a:lnTo>
                  <a:lnTo>
                    <a:pt x="579119" y="122300"/>
                  </a:lnTo>
                  <a:lnTo>
                    <a:pt x="633346" y="122300"/>
                  </a:lnTo>
                  <a:lnTo>
                    <a:pt x="650376" y="83718"/>
                  </a:lnTo>
                  <a:lnTo>
                    <a:pt x="651128" y="73406"/>
                  </a:lnTo>
                  <a:lnTo>
                    <a:pt x="645449" y="44898"/>
                  </a:lnTo>
                  <a:lnTo>
                    <a:pt x="631940" y="24511"/>
                  </a:lnTo>
                  <a:close/>
                </a:path>
              </a:pathLst>
            </a:custGeom>
            <a:solidFill>
              <a:srgbClr val="FFFFFF"/>
            </a:solidFill>
          </p:spPr>
          <p:txBody>
            <a:bodyPr wrap="square" lIns="0" tIns="0" rIns="0" bIns="0" rtlCol="0"/>
            <a:lstStyle/>
            <a:p>
              <a:endParaRPr sz="2397">
                <a:solidFill>
                  <a:prstClr val="black"/>
                </a:solidFill>
              </a:endParaRPr>
            </a:p>
          </p:txBody>
        </p:sp>
      </p:grpSp>
    </p:spTree>
    <p:extLst>
      <p:ext uri="{BB962C8B-B14F-4D97-AF65-F5344CB8AC3E}">
        <p14:creationId xmlns:p14="http://schemas.microsoft.com/office/powerpoint/2010/main" val="9960484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5395784" y="570381"/>
            <a:ext cx="6443960" cy="3186073"/>
          </a:xfrm>
          <a:prstGeom prst="rect">
            <a:avLst/>
          </a:prstGeom>
        </p:spPr>
      </p:pic>
      <p:sp>
        <p:nvSpPr>
          <p:cNvPr id="3" name="object 3"/>
          <p:cNvSpPr txBox="1">
            <a:spLocks noGrp="1"/>
          </p:cNvSpPr>
          <p:nvPr>
            <p:ph type="title"/>
          </p:nvPr>
        </p:nvSpPr>
        <p:spPr>
          <a:xfrm>
            <a:off x="7517" y="0"/>
            <a:ext cx="7164115" cy="591806"/>
          </a:xfrm>
          <a:prstGeom prst="rect">
            <a:avLst/>
          </a:prstGeom>
        </p:spPr>
        <p:txBody>
          <a:bodyPr vert="horz" wrap="square" lIns="0" tIns="17758" rIns="0" bIns="0" rtlCol="0">
            <a:spAutoFit/>
          </a:bodyPr>
          <a:lstStyle/>
          <a:p>
            <a:pPr marL="16913">
              <a:spcBef>
                <a:spcPts val="140"/>
              </a:spcBef>
            </a:pPr>
            <a:r>
              <a:rPr dirty="0">
                <a:solidFill>
                  <a:schemeClr val="tx1"/>
                </a:solidFill>
              </a:rPr>
              <a:t>Contrast</a:t>
            </a:r>
            <a:r>
              <a:rPr spc="-53" dirty="0">
                <a:solidFill>
                  <a:schemeClr val="tx1"/>
                </a:solidFill>
              </a:rPr>
              <a:t> </a:t>
            </a:r>
            <a:r>
              <a:rPr spc="-33" dirty="0">
                <a:solidFill>
                  <a:schemeClr val="tx1"/>
                </a:solidFill>
              </a:rPr>
              <a:t>NGFW,</a:t>
            </a:r>
            <a:r>
              <a:rPr spc="-113" dirty="0">
                <a:solidFill>
                  <a:schemeClr val="tx1"/>
                </a:solidFill>
              </a:rPr>
              <a:t> </a:t>
            </a:r>
            <a:r>
              <a:rPr dirty="0">
                <a:solidFill>
                  <a:schemeClr val="tx1"/>
                </a:solidFill>
              </a:rPr>
              <a:t>NGIPS</a:t>
            </a:r>
          </a:p>
        </p:txBody>
      </p:sp>
      <p:sp>
        <p:nvSpPr>
          <p:cNvPr id="4" name="object 4"/>
          <p:cNvSpPr txBox="1"/>
          <p:nvPr/>
        </p:nvSpPr>
        <p:spPr>
          <a:xfrm>
            <a:off x="0" y="1882363"/>
            <a:ext cx="9764405" cy="3447626"/>
          </a:xfrm>
          <a:prstGeom prst="rect">
            <a:avLst/>
          </a:prstGeom>
        </p:spPr>
        <p:txBody>
          <a:bodyPr vert="horz" wrap="square" lIns="0" tIns="56657" rIns="0" bIns="0" rtlCol="0">
            <a:spAutoFit/>
          </a:bodyPr>
          <a:lstStyle/>
          <a:p>
            <a:pPr marL="263836" indent="-247769">
              <a:spcBef>
                <a:spcPts val="446"/>
              </a:spcBef>
              <a:buSzPct val="80555"/>
              <a:buFontTx/>
              <a:buChar char="•"/>
              <a:tabLst>
                <a:tab pos="264682" algn="l"/>
              </a:tabLst>
            </a:pPr>
            <a:r>
              <a:rPr sz="2397" spc="13" dirty="0">
                <a:latin typeface="Arial"/>
                <a:cs typeface="Arial"/>
              </a:rPr>
              <a:t>NGFW</a:t>
            </a:r>
            <a:endParaRPr sz="2397" dirty="0">
              <a:latin typeface="Arial"/>
              <a:cs typeface="Arial"/>
            </a:endParaRPr>
          </a:p>
          <a:p>
            <a:pPr marL="527673" lvl="1" indent="-260454">
              <a:spcBef>
                <a:spcPts val="300"/>
              </a:spcBef>
              <a:buSzPct val="78125"/>
              <a:buFontTx/>
              <a:buChar char="•"/>
              <a:tabLst>
                <a:tab pos="527673" algn="l"/>
                <a:tab pos="528518" algn="l"/>
              </a:tabLst>
            </a:pPr>
            <a:r>
              <a:rPr sz="2131" spc="-7" dirty="0">
                <a:latin typeface="Arial"/>
                <a:cs typeface="Arial"/>
              </a:rPr>
              <a:t>Capable</a:t>
            </a:r>
            <a:r>
              <a:rPr sz="2131" spc="-27" dirty="0">
                <a:latin typeface="Arial"/>
                <a:cs typeface="Arial"/>
              </a:rPr>
              <a:t> </a:t>
            </a:r>
            <a:r>
              <a:rPr sz="2131" spc="-7" dirty="0">
                <a:latin typeface="Arial"/>
                <a:cs typeface="Arial"/>
              </a:rPr>
              <a:t>of</a:t>
            </a:r>
            <a:r>
              <a:rPr sz="2131" spc="20" dirty="0">
                <a:latin typeface="Arial"/>
                <a:cs typeface="Arial"/>
              </a:rPr>
              <a:t> </a:t>
            </a:r>
            <a:r>
              <a:rPr sz="2131" spc="-7" dirty="0">
                <a:latin typeface="Arial"/>
                <a:cs typeface="Arial"/>
              </a:rPr>
              <a:t>traditional</a:t>
            </a:r>
            <a:r>
              <a:rPr sz="2131" spc="-40" dirty="0">
                <a:latin typeface="Arial"/>
                <a:cs typeface="Arial"/>
              </a:rPr>
              <a:t> </a:t>
            </a:r>
            <a:r>
              <a:rPr sz="2131" dirty="0" err="1">
                <a:latin typeface="Arial"/>
                <a:cs typeface="Arial"/>
              </a:rPr>
              <a:t>stateful</a:t>
            </a:r>
            <a:r>
              <a:rPr sz="2131" spc="-47" dirty="0">
                <a:latin typeface="Arial"/>
                <a:cs typeface="Arial"/>
              </a:rPr>
              <a:t> </a:t>
            </a:r>
            <a:r>
              <a:rPr sz="2131" spc="-7" dirty="0">
                <a:latin typeface="Arial"/>
                <a:cs typeface="Arial"/>
              </a:rPr>
              <a:t>firewall</a:t>
            </a:r>
            <a:r>
              <a:rPr lang="en-CA" sz="2131" spc="-7" dirty="0">
                <a:latin typeface="Arial"/>
                <a:cs typeface="Arial"/>
              </a:rPr>
              <a:t>.</a:t>
            </a:r>
            <a:endParaRPr sz="2131" dirty="0">
              <a:latin typeface="Arial"/>
              <a:cs typeface="Arial"/>
            </a:endParaRPr>
          </a:p>
          <a:p>
            <a:pPr marL="527673" lvl="1" indent="-260454">
              <a:lnSpc>
                <a:spcPts val="2430"/>
              </a:lnSpc>
              <a:spcBef>
                <a:spcPts val="260"/>
              </a:spcBef>
              <a:buSzPct val="78125"/>
              <a:buFontTx/>
              <a:buChar char="•"/>
              <a:tabLst>
                <a:tab pos="527673" algn="l"/>
                <a:tab pos="528518" algn="l"/>
              </a:tabLst>
            </a:pPr>
            <a:r>
              <a:rPr sz="2131" dirty="0">
                <a:latin typeface="Arial"/>
                <a:cs typeface="Arial"/>
              </a:rPr>
              <a:t>Includes</a:t>
            </a:r>
            <a:r>
              <a:rPr sz="2131" spc="-40" dirty="0">
                <a:latin typeface="Arial"/>
                <a:cs typeface="Arial"/>
              </a:rPr>
              <a:t> </a:t>
            </a:r>
            <a:r>
              <a:rPr sz="2131" dirty="0">
                <a:latin typeface="Arial"/>
                <a:cs typeface="Arial"/>
              </a:rPr>
              <a:t>AV</a:t>
            </a:r>
            <a:r>
              <a:rPr sz="2131" spc="-7" dirty="0">
                <a:latin typeface="Arial"/>
                <a:cs typeface="Arial"/>
              </a:rPr>
              <a:t>C</a:t>
            </a:r>
            <a:r>
              <a:rPr lang="en-CA" sz="2131" spc="-7" dirty="0">
                <a:latin typeface="Arial"/>
                <a:cs typeface="Arial"/>
              </a:rPr>
              <a:t>.</a:t>
            </a:r>
            <a:endParaRPr sz="2131" dirty="0">
              <a:latin typeface="Arial"/>
              <a:cs typeface="Arial"/>
            </a:endParaRPr>
          </a:p>
          <a:p>
            <a:pPr marL="527673">
              <a:lnSpc>
                <a:spcPts val="2430"/>
              </a:lnSpc>
            </a:pPr>
            <a:r>
              <a:rPr sz="2131" spc="-7" dirty="0">
                <a:latin typeface="Arial"/>
                <a:cs typeface="Arial"/>
              </a:rPr>
              <a:t>Supports</a:t>
            </a:r>
            <a:r>
              <a:rPr sz="2131" spc="-47" dirty="0">
                <a:latin typeface="Arial"/>
                <a:cs typeface="Arial"/>
              </a:rPr>
              <a:t> </a:t>
            </a:r>
            <a:r>
              <a:rPr sz="2131" dirty="0">
                <a:latin typeface="Arial"/>
                <a:cs typeface="Arial"/>
              </a:rPr>
              <a:t>identity</a:t>
            </a:r>
            <a:r>
              <a:rPr sz="2131" spc="-47" dirty="0">
                <a:latin typeface="Arial"/>
                <a:cs typeface="Arial"/>
              </a:rPr>
              <a:t> </a:t>
            </a:r>
            <a:r>
              <a:rPr sz="2131" dirty="0">
                <a:latin typeface="Arial"/>
                <a:cs typeface="Arial"/>
              </a:rPr>
              <a:t>in</a:t>
            </a:r>
            <a:r>
              <a:rPr sz="2131" spc="-27" dirty="0">
                <a:latin typeface="Arial"/>
                <a:cs typeface="Arial"/>
              </a:rPr>
              <a:t> </a:t>
            </a:r>
            <a:r>
              <a:rPr sz="2131" dirty="0">
                <a:latin typeface="Arial"/>
                <a:cs typeface="Arial"/>
              </a:rPr>
              <a:t>policy</a:t>
            </a:r>
            <a:r>
              <a:rPr sz="2131" spc="-47" dirty="0">
                <a:latin typeface="Arial"/>
                <a:cs typeface="Arial"/>
              </a:rPr>
              <a:t> </a:t>
            </a:r>
            <a:r>
              <a:rPr sz="2131" dirty="0">
                <a:latin typeface="Arial"/>
                <a:cs typeface="Arial"/>
              </a:rPr>
              <a:t>configuration</a:t>
            </a:r>
          </a:p>
          <a:p>
            <a:pPr marL="527673" lvl="1" indent="-260454">
              <a:spcBef>
                <a:spcPts val="293"/>
              </a:spcBef>
              <a:buSzPct val="78125"/>
              <a:buFontTx/>
              <a:buChar char="•"/>
              <a:tabLst>
                <a:tab pos="527673" algn="l"/>
                <a:tab pos="528518" algn="l"/>
              </a:tabLst>
            </a:pPr>
            <a:r>
              <a:rPr sz="2131" spc="-7" dirty="0">
                <a:latin typeface="Arial"/>
                <a:cs typeface="Arial"/>
              </a:rPr>
              <a:t>Provides</a:t>
            </a:r>
            <a:r>
              <a:rPr sz="2131" spc="-20" dirty="0">
                <a:latin typeface="Arial"/>
                <a:cs typeface="Arial"/>
              </a:rPr>
              <a:t> </a:t>
            </a:r>
            <a:r>
              <a:rPr sz="2131" spc="-7" dirty="0">
                <a:latin typeface="Arial"/>
                <a:cs typeface="Arial"/>
              </a:rPr>
              <a:t>advanced</a:t>
            </a:r>
            <a:r>
              <a:rPr sz="2131" spc="-40" dirty="0">
                <a:latin typeface="Arial"/>
                <a:cs typeface="Arial"/>
              </a:rPr>
              <a:t> </a:t>
            </a:r>
            <a:r>
              <a:rPr sz="2131" dirty="0">
                <a:latin typeface="Arial"/>
                <a:cs typeface="Arial"/>
              </a:rPr>
              <a:t>security</a:t>
            </a:r>
            <a:r>
              <a:rPr sz="2131" spc="-73" dirty="0">
                <a:latin typeface="Arial"/>
                <a:cs typeface="Arial"/>
              </a:rPr>
              <a:t> </a:t>
            </a:r>
            <a:r>
              <a:rPr sz="2131" dirty="0">
                <a:latin typeface="Arial"/>
                <a:cs typeface="Arial"/>
              </a:rPr>
              <a:t>protection</a:t>
            </a:r>
          </a:p>
          <a:p>
            <a:pPr marL="263836" indent="-247769">
              <a:spcBef>
                <a:spcPts val="1305"/>
              </a:spcBef>
              <a:buSzPct val="80555"/>
              <a:buFontTx/>
              <a:buChar char="•"/>
              <a:tabLst>
                <a:tab pos="264682" algn="l"/>
              </a:tabLst>
            </a:pPr>
            <a:r>
              <a:rPr sz="2397" spc="-7" dirty="0">
                <a:latin typeface="Arial"/>
                <a:cs typeface="Arial"/>
              </a:rPr>
              <a:t>NGIPS</a:t>
            </a:r>
            <a:endParaRPr sz="2397" dirty="0">
              <a:latin typeface="Arial"/>
              <a:cs typeface="Arial"/>
            </a:endParaRPr>
          </a:p>
          <a:p>
            <a:pPr marL="527673" lvl="1" indent="-260454">
              <a:spcBef>
                <a:spcPts val="293"/>
              </a:spcBef>
              <a:buSzPct val="78125"/>
              <a:buFontTx/>
              <a:buChar char="•"/>
              <a:tabLst>
                <a:tab pos="527673" algn="l"/>
                <a:tab pos="528518" algn="l"/>
              </a:tabLst>
            </a:pPr>
            <a:r>
              <a:rPr lang="en-CA" sz="2131" spc="7" dirty="0">
                <a:latin typeface="Arial"/>
                <a:cs typeface="Arial"/>
              </a:rPr>
              <a:t>U</a:t>
            </a:r>
            <a:r>
              <a:rPr sz="2131" dirty="0" err="1">
                <a:latin typeface="Arial"/>
                <a:cs typeface="Arial"/>
              </a:rPr>
              <a:t>ses</a:t>
            </a:r>
            <a:r>
              <a:rPr sz="2131" spc="-33" dirty="0">
                <a:latin typeface="Arial"/>
                <a:cs typeface="Arial"/>
              </a:rPr>
              <a:t> </a:t>
            </a:r>
            <a:r>
              <a:rPr sz="2131" spc="-7" dirty="0">
                <a:latin typeface="Arial"/>
                <a:cs typeface="Arial"/>
              </a:rPr>
              <a:t>pattern</a:t>
            </a:r>
            <a:r>
              <a:rPr sz="2131" spc="7" dirty="0">
                <a:latin typeface="Arial"/>
                <a:cs typeface="Arial"/>
              </a:rPr>
              <a:t> matching</a:t>
            </a:r>
            <a:r>
              <a:rPr sz="2131" spc="-87" dirty="0">
                <a:latin typeface="Arial"/>
                <a:cs typeface="Arial"/>
              </a:rPr>
              <a:t> </a:t>
            </a:r>
            <a:r>
              <a:rPr sz="2131" spc="7" dirty="0">
                <a:latin typeface="Arial"/>
                <a:cs typeface="Arial"/>
              </a:rPr>
              <a:t>to</a:t>
            </a:r>
            <a:r>
              <a:rPr sz="2131" spc="-20" dirty="0">
                <a:latin typeface="Arial"/>
                <a:cs typeface="Arial"/>
              </a:rPr>
              <a:t> </a:t>
            </a:r>
            <a:r>
              <a:rPr sz="2131" dirty="0">
                <a:latin typeface="Arial"/>
                <a:cs typeface="Arial"/>
              </a:rPr>
              <a:t>detect</a:t>
            </a:r>
            <a:r>
              <a:rPr sz="2131" spc="-7" dirty="0">
                <a:latin typeface="Arial"/>
                <a:cs typeface="Arial"/>
              </a:rPr>
              <a:t> and</a:t>
            </a:r>
            <a:r>
              <a:rPr sz="2131" spc="7" dirty="0">
                <a:latin typeface="Arial"/>
                <a:cs typeface="Arial"/>
              </a:rPr>
              <a:t> </a:t>
            </a:r>
            <a:r>
              <a:rPr sz="2131" spc="-7" dirty="0">
                <a:latin typeface="Arial"/>
                <a:cs typeface="Arial"/>
              </a:rPr>
              <a:t>drop</a:t>
            </a:r>
            <a:r>
              <a:rPr sz="2131" spc="73" dirty="0">
                <a:latin typeface="Arial"/>
                <a:cs typeface="Arial"/>
              </a:rPr>
              <a:t> </a:t>
            </a:r>
            <a:r>
              <a:rPr sz="2131" dirty="0">
                <a:latin typeface="Arial"/>
                <a:cs typeface="Arial"/>
              </a:rPr>
              <a:t>malicious</a:t>
            </a:r>
            <a:r>
              <a:rPr sz="2131" spc="-80" dirty="0">
                <a:latin typeface="Arial"/>
                <a:cs typeface="Arial"/>
              </a:rPr>
              <a:t> </a:t>
            </a:r>
            <a:r>
              <a:rPr sz="2131" dirty="0">
                <a:latin typeface="Arial"/>
                <a:cs typeface="Arial"/>
              </a:rPr>
              <a:t>traffic.</a:t>
            </a:r>
          </a:p>
          <a:p>
            <a:pPr marL="527673" lvl="1" indent="-260454">
              <a:spcBef>
                <a:spcPts val="260"/>
              </a:spcBef>
              <a:buSzPct val="78125"/>
              <a:buFontTx/>
              <a:buChar char="•"/>
              <a:tabLst>
                <a:tab pos="527673" algn="l"/>
                <a:tab pos="528518" algn="l"/>
              </a:tabLst>
            </a:pPr>
            <a:r>
              <a:rPr sz="2131" spc="-7" dirty="0">
                <a:latin typeface="Arial"/>
                <a:cs typeface="Arial"/>
              </a:rPr>
              <a:t>Deployed</a:t>
            </a:r>
            <a:r>
              <a:rPr sz="2131" spc="-27" dirty="0">
                <a:latin typeface="Arial"/>
                <a:cs typeface="Arial"/>
              </a:rPr>
              <a:t> </a:t>
            </a:r>
            <a:r>
              <a:rPr sz="2131" spc="-7" dirty="0">
                <a:latin typeface="Arial"/>
                <a:cs typeface="Arial"/>
              </a:rPr>
              <a:t>on</a:t>
            </a:r>
            <a:r>
              <a:rPr sz="2131" spc="7" dirty="0">
                <a:latin typeface="Arial"/>
                <a:cs typeface="Arial"/>
              </a:rPr>
              <a:t> </a:t>
            </a:r>
            <a:r>
              <a:rPr sz="2131" dirty="0">
                <a:latin typeface="Arial"/>
                <a:cs typeface="Arial"/>
              </a:rPr>
              <a:t>the</a:t>
            </a:r>
            <a:r>
              <a:rPr sz="2131" spc="7" dirty="0">
                <a:latin typeface="Arial"/>
                <a:cs typeface="Arial"/>
              </a:rPr>
              <a:t> </a:t>
            </a:r>
            <a:r>
              <a:rPr sz="2131" dirty="0">
                <a:latin typeface="Arial"/>
                <a:cs typeface="Arial"/>
              </a:rPr>
              <a:t>host</a:t>
            </a:r>
            <a:r>
              <a:rPr sz="2131" spc="-40" dirty="0">
                <a:latin typeface="Arial"/>
                <a:cs typeface="Arial"/>
              </a:rPr>
              <a:t> </a:t>
            </a:r>
            <a:r>
              <a:rPr sz="2131" dirty="0">
                <a:latin typeface="Arial"/>
                <a:cs typeface="Arial"/>
              </a:rPr>
              <a:t>(HIPS)</a:t>
            </a:r>
            <a:r>
              <a:rPr sz="2131" spc="-27" dirty="0">
                <a:latin typeface="Arial"/>
                <a:cs typeface="Arial"/>
              </a:rPr>
              <a:t> </a:t>
            </a:r>
            <a:r>
              <a:rPr sz="2131" spc="-7" dirty="0">
                <a:latin typeface="Arial"/>
                <a:cs typeface="Arial"/>
              </a:rPr>
              <a:t>or</a:t>
            </a:r>
            <a:r>
              <a:rPr sz="2131" dirty="0">
                <a:latin typeface="Arial"/>
                <a:cs typeface="Arial"/>
              </a:rPr>
              <a:t> </a:t>
            </a:r>
            <a:r>
              <a:rPr sz="2131" spc="-13" dirty="0">
                <a:latin typeface="Arial"/>
                <a:cs typeface="Arial"/>
              </a:rPr>
              <a:t>network</a:t>
            </a:r>
            <a:r>
              <a:rPr sz="2131" spc="27" dirty="0">
                <a:latin typeface="Arial"/>
                <a:cs typeface="Arial"/>
              </a:rPr>
              <a:t> </a:t>
            </a:r>
            <a:r>
              <a:rPr sz="2131" dirty="0">
                <a:latin typeface="Arial"/>
                <a:cs typeface="Arial"/>
              </a:rPr>
              <a:t>(NIPS)</a:t>
            </a:r>
          </a:p>
          <a:p>
            <a:pPr marL="527673" lvl="1" indent="-260454">
              <a:spcBef>
                <a:spcPts val="286"/>
              </a:spcBef>
              <a:buSzPct val="78125"/>
              <a:buFontTx/>
              <a:buChar char="•"/>
              <a:tabLst>
                <a:tab pos="527673" algn="l"/>
                <a:tab pos="528518" algn="l"/>
              </a:tabLst>
            </a:pPr>
            <a:r>
              <a:rPr sz="2131" dirty="0">
                <a:latin typeface="Arial"/>
                <a:cs typeface="Arial"/>
              </a:rPr>
              <a:t>Utilises</a:t>
            </a:r>
            <a:r>
              <a:rPr sz="2131" spc="-60" dirty="0">
                <a:latin typeface="Arial"/>
                <a:cs typeface="Arial"/>
              </a:rPr>
              <a:t> </a:t>
            </a:r>
            <a:r>
              <a:rPr sz="2131" spc="-7" dirty="0">
                <a:latin typeface="Arial"/>
                <a:cs typeface="Arial"/>
              </a:rPr>
              <a:t>contextual </a:t>
            </a:r>
            <a:r>
              <a:rPr sz="2131" dirty="0">
                <a:latin typeface="Arial"/>
                <a:cs typeface="Arial"/>
              </a:rPr>
              <a:t>information</a:t>
            </a:r>
            <a:r>
              <a:rPr sz="2131" spc="-60" dirty="0">
                <a:latin typeface="Arial"/>
                <a:cs typeface="Arial"/>
              </a:rPr>
              <a:t> </a:t>
            </a:r>
            <a:r>
              <a:rPr sz="2131" spc="7" dirty="0">
                <a:latin typeface="Arial"/>
                <a:cs typeface="Arial"/>
              </a:rPr>
              <a:t>to</a:t>
            </a:r>
            <a:r>
              <a:rPr sz="2131" spc="-20" dirty="0">
                <a:latin typeface="Arial"/>
                <a:cs typeface="Arial"/>
              </a:rPr>
              <a:t> </a:t>
            </a:r>
            <a:r>
              <a:rPr sz="2131" spc="-7" dirty="0">
                <a:latin typeface="Arial"/>
                <a:cs typeface="Arial"/>
              </a:rPr>
              <a:t>evaluate</a:t>
            </a:r>
            <a:r>
              <a:rPr sz="2131" spc="-20" dirty="0">
                <a:latin typeface="Arial"/>
                <a:cs typeface="Arial"/>
              </a:rPr>
              <a:t> </a:t>
            </a:r>
            <a:r>
              <a:rPr sz="2131" spc="-7" dirty="0">
                <a:latin typeface="Arial"/>
                <a:cs typeface="Arial"/>
              </a:rPr>
              <a:t>threat</a:t>
            </a:r>
            <a:endParaRPr sz="2131" dirty="0">
              <a:latin typeface="Arial"/>
              <a:cs typeface="Arial"/>
            </a:endParaRPr>
          </a:p>
        </p:txBody>
      </p:sp>
      <p:sp>
        <p:nvSpPr>
          <p:cNvPr id="5" name="object 5"/>
          <p:cNvSpPr/>
          <p:nvPr/>
        </p:nvSpPr>
        <p:spPr>
          <a:xfrm>
            <a:off x="11461306" y="6651752"/>
            <a:ext cx="97247" cy="74415"/>
          </a:xfrm>
          <a:custGeom>
            <a:avLst/>
            <a:gdLst/>
            <a:ahLst/>
            <a:cxnLst/>
            <a:rect l="l" t="t" r="r" b="b"/>
            <a:pathLst>
              <a:path w="73025" h="55879">
                <a:moveTo>
                  <a:pt x="20066" y="12090"/>
                </a:moveTo>
                <a:lnTo>
                  <a:pt x="13334" y="12090"/>
                </a:lnTo>
                <a:lnTo>
                  <a:pt x="13334" y="54766"/>
                </a:lnTo>
                <a:lnTo>
                  <a:pt x="20066" y="54766"/>
                </a:lnTo>
                <a:lnTo>
                  <a:pt x="20066" y="12090"/>
                </a:lnTo>
                <a:close/>
              </a:path>
              <a:path w="73025" h="55879">
                <a:moveTo>
                  <a:pt x="20066" y="0"/>
                </a:moveTo>
                <a:lnTo>
                  <a:pt x="15748" y="0"/>
                </a:lnTo>
                <a:lnTo>
                  <a:pt x="14604" y="2349"/>
                </a:lnTo>
                <a:lnTo>
                  <a:pt x="12573" y="4787"/>
                </a:lnTo>
                <a:lnTo>
                  <a:pt x="6984" y="9791"/>
                </a:lnTo>
                <a:lnTo>
                  <a:pt x="3682" y="11925"/>
                </a:lnTo>
                <a:lnTo>
                  <a:pt x="0" y="13690"/>
                </a:lnTo>
                <a:lnTo>
                  <a:pt x="0" y="20167"/>
                </a:lnTo>
                <a:lnTo>
                  <a:pt x="13334" y="12090"/>
                </a:lnTo>
                <a:lnTo>
                  <a:pt x="20066" y="12090"/>
                </a:lnTo>
                <a:lnTo>
                  <a:pt x="20066" y="0"/>
                </a:lnTo>
                <a:close/>
              </a:path>
              <a:path w="73025" h="55879">
                <a:moveTo>
                  <a:pt x="58166" y="0"/>
                </a:moveTo>
                <a:lnTo>
                  <a:pt x="51307" y="0"/>
                </a:lnTo>
                <a:lnTo>
                  <a:pt x="48005" y="1066"/>
                </a:lnTo>
                <a:lnTo>
                  <a:pt x="45338" y="3200"/>
                </a:lnTo>
                <a:lnTo>
                  <a:pt x="42799" y="5333"/>
                </a:lnTo>
                <a:lnTo>
                  <a:pt x="40767" y="8356"/>
                </a:lnTo>
                <a:lnTo>
                  <a:pt x="39497" y="12293"/>
                </a:lnTo>
                <a:lnTo>
                  <a:pt x="38100" y="16230"/>
                </a:lnTo>
                <a:lnTo>
                  <a:pt x="37465" y="21412"/>
                </a:lnTo>
                <a:lnTo>
                  <a:pt x="37465" y="38108"/>
                </a:lnTo>
                <a:lnTo>
                  <a:pt x="39243" y="45501"/>
                </a:lnTo>
                <a:lnTo>
                  <a:pt x="43151" y="50331"/>
                </a:lnTo>
                <a:lnTo>
                  <a:pt x="45847" y="53811"/>
                </a:lnTo>
                <a:lnTo>
                  <a:pt x="50037" y="55695"/>
                </a:lnTo>
                <a:lnTo>
                  <a:pt x="59308" y="55695"/>
                </a:lnTo>
                <a:lnTo>
                  <a:pt x="62610" y="54622"/>
                </a:lnTo>
                <a:lnTo>
                  <a:pt x="65150" y="52477"/>
                </a:lnTo>
                <a:lnTo>
                  <a:pt x="67818" y="50331"/>
                </a:lnTo>
                <a:lnTo>
                  <a:pt x="67907" y="50189"/>
                </a:lnTo>
                <a:lnTo>
                  <a:pt x="52197" y="50189"/>
                </a:lnTo>
                <a:lnTo>
                  <a:pt x="49652" y="48700"/>
                </a:lnTo>
                <a:lnTo>
                  <a:pt x="47484" y="45723"/>
                </a:lnTo>
                <a:lnTo>
                  <a:pt x="45460" y="42748"/>
                </a:lnTo>
                <a:lnTo>
                  <a:pt x="44323" y="36819"/>
                </a:lnTo>
                <a:lnTo>
                  <a:pt x="44327" y="18884"/>
                </a:lnTo>
                <a:lnTo>
                  <a:pt x="45466" y="12776"/>
                </a:lnTo>
                <a:lnTo>
                  <a:pt x="47878" y="9448"/>
                </a:lnTo>
                <a:lnTo>
                  <a:pt x="49656" y="6845"/>
                </a:lnTo>
                <a:lnTo>
                  <a:pt x="52070" y="5537"/>
                </a:lnTo>
                <a:lnTo>
                  <a:pt x="67547" y="5537"/>
                </a:lnTo>
                <a:lnTo>
                  <a:pt x="66928" y="4635"/>
                </a:lnTo>
                <a:lnTo>
                  <a:pt x="65150" y="2946"/>
                </a:lnTo>
                <a:lnTo>
                  <a:pt x="62992" y="1765"/>
                </a:lnTo>
                <a:lnTo>
                  <a:pt x="60705" y="584"/>
                </a:lnTo>
                <a:lnTo>
                  <a:pt x="58166" y="0"/>
                </a:lnTo>
                <a:close/>
              </a:path>
              <a:path w="73025" h="55879">
                <a:moveTo>
                  <a:pt x="67547" y="5537"/>
                </a:moveTo>
                <a:lnTo>
                  <a:pt x="58293" y="5537"/>
                </a:lnTo>
                <a:lnTo>
                  <a:pt x="60959" y="7010"/>
                </a:lnTo>
                <a:lnTo>
                  <a:pt x="62992" y="9969"/>
                </a:lnTo>
                <a:lnTo>
                  <a:pt x="65150" y="12915"/>
                </a:lnTo>
                <a:lnTo>
                  <a:pt x="66043" y="18160"/>
                </a:lnTo>
                <a:lnTo>
                  <a:pt x="66162" y="36819"/>
                </a:lnTo>
                <a:lnTo>
                  <a:pt x="65150" y="42748"/>
                </a:lnTo>
                <a:lnTo>
                  <a:pt x="62978" y="45742"/>
                </a:lnTo>
                <a:lnTo>
                  <a:pt x="60948" y="48707"/>
                </a:lnTo>
                <a:lnTo>
                  <a:pt x="58293" y="50189"/>
                </a:lnTo>
                <a:lnTo>
                  <a:pt x="67907" y="50189"/>
                </a:lnTo>
                <a:lnTo>
                  <a:pt x="69723" y="47293"/>
                </a:lnTo>
                <a:lnTo>
                  <a:pt x="71120" y="43361"/>
                </a:lnTo>
                <a:lnTo>
                  <a:pt x="72390" y="39429"/>
                </a:lnTo>
                <a:lnTo>
                  <a:pt x="73025" y="34264"/>
                </a:lnTo>
                <a:lnTo>
                  <a:pt x="72932" y="21412"/>
                </a:lnTo>
                <a:lnTo>
                  <a:pt x="72644" y="18160"/>
                </a:lnTo>
                <a:lnTo>
                  <a:pt x="71754" y="14973"/>
                </a:lnTo>
                <a:lnTo>
                  <a:pt x="70993" y="11785"/>
                </a:lnTo>
                <a:lnTo>
                  <a:pt x="69850" y="9080"/>
                </a:lnTo>
                <a:lnTo>
                  <a:pt x="68444" y="6845"/>
                </a:lnTo>
                <a:lnTo>
                  <a:pt x="67547" y="5537"/>
                </a:lnTo>
                <a:close/>
              </a:path>
            </a:pathLst>
          </a:custGeom>
          <a:solidFill>
            <a:srgbClr val="000000">
              <a:alpha val="25097"/>
            </a:srgbClr>
          </a:solidFill>
        </p:spPr>
        <p:txBody>
          <a:bodyPr wrap="square" lIns="0" tIns="0" rIns="0" bIns="0" rtlCol="0"/>
          <a:lstStyle/>
          <a:p>
            <a:endParaRPr sz="2397">
              <a:solidFill>
                <a:prstClr val="black"/>
              </a:solidFill>
            </a:endParaRPr>
          </a:p>
        </p:txBody>
      </p:sp>
    </p:spTree>
    <p:extLst>
      <p:ext uri="{BB962C8B-B14F-4D97-AF65-F5344CB8AC3E}">
        <p14:creationId xmlns:p14="http://schemas.microsoft.com/office/powerpoint/2010/main" val="19039685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517" y="0"/>
            <a:ext cx="7328166" cy="591806"/>
          </a:xfrm>
          <a:prstGeom prst="rect">
            <a:avLst/>
          </a:prstGeom>
        </p:spPr>
        <p:txBody>
          <a:bodyPr vert="horz" wrap="square" lIns="0" tIns="17758" rIns="0" bIns="0" rtlCol="0">
            <a:spAutoFit/>
          </a:bodyPr>
          <a:lstStyle/>
          <a:p>
            <a:pPr marL="16913">
              <a:spcBef>
                <a:spcPts val="140"/>
              </a:spcBef>
            </a:pPr>
            <a:r>
              <a:rPr dirty="0">
                <a:solidFill>
                  <a:schemeClr val="tx1"/>
                </a:solidFill>
              </a:rPr>
              <a:t>Compare</a:t>
            </a:r>
            <a:r>
              <a:rPr spc="13" dirty="0">
                <a:solidFill>
                  <a:schemeClr val="tx1"/>
                </a:solidFill>
              </a:rPr>
              <a:t> </a:t>
            </a:r>
            <a:r>
              <a:rPr spc="-33" dirty="0">
                <a:solidFill>
                  <a:schemeClr val="tx1"/>
                </a:solidFill>
              </a:rPr>
              <a:t>NGFW,</a:t>
            </a:r>
            <a:r>
              <a:rPr spc="-113" dirty="0">
                <a:solidFill>
                  <a:schemeClr val="tx1"/>
                </a:solidFill>
              </a:rPr>
              <a:t> </a:t>
            </a:r>
            <a:r>
              <a:rPr dirty="0">
                <a:solidFill>
                  <a:schemeClr val="tx1"/>
                </a:solidFill>
              </a:rPr>
              <a:t>NGIPS</a:t>
            </a:r>
          </a:p>
        </p:txBody>
      </p:sp>
      <p:sp>
        <p:nvSpPr>
          <p:cNvPr id="3" name="object 3"/>
          <p:cNvSpPr txBox="1"/>
          <p:nvPr/>
        </p:nvSpPr>
        <p:spPr>
          <a:xfrm>
            <a:off x="588087" y="1683802"/>
            <a:ext cx="7542109" cy="385961"/>
          </a:xfrm>
          <a:prstGeom prst="rect">
            <a:avLst/>
          </a:prstGeom>
        </p:spPr>
        <p:txBody>
          <a:bodyPr vert="horz" wrap="square" lIns="0" tIns="16912" rIns="0" bIns="0" rtlCol="0">
            <a:spAutoFit/>
          </a:bodyPr>
          <a:lstStyle/>
          <a:p>
            <a:pPr marL="264682" indent="-248615">
              <a:spcBef>
                <a:spcPts val="133"/>
              </a:spcBef>
              <a:buSzPct val="80555"/>
              <a:buFontTx/>
              <a:buChar char="•"/>
              <a:tabLst>
                <a:tab pos="265528" algn="l"/>
              </a:tabLst>
            </a:pPr>
            <a:r>
              <a:rPr sz="2397" dirty="0">
                <a:latin typeface="Arial"/>
                <a:cs typeface="Arial"/>
              </a:rPr>
              <a:t>All</a:t>
            </a:r>
            <a:r>
              <a:rPr sz="2397" spc="-13" dirty="0">
                <a:latin typeface="Arial"/>
                <a:cs typeface="Arial"/>
              </a:rPr>
              <a:t> </a:t>
            </a:r>
            <a:r>
              <a:rPr sz="2397" dirty="0">
                <a:latin typeface="Arial"/>
                <a:cs typeface="Arial"/>
              </a:rPr>
              <a:t>require</a:t>
            </a:r>
            <a:r>
              <a:rPr sz="2397" spc="-47" dirty="0">
                <a:latin typeface="Arial"/>
                <a:cs typeface="Arial"/>
              </a:rPr>
              <a:t> </a:t>
            </a:r>
            <a:r>
              <a:rPr sz="2397" dirty="0">
                <a:latin typeface="Arial"/>
                <a:cs typeface="Arial"/>
              </a:rPr>
              <a:t>the</a:t>
            </a:r>
            <a:r>
              <a:rPr sz="2397" spc="-13" dirty="0">
                <a:latin typeface="Arial"/>
                <a:cs typeface="Arial"/>
              </a:rPr>
              <a:t> </a:t>
            </a:r>
            <a:r>
              <a:rPr sz="2397" dirty="0">
                <a:latin typeface="Arial"/>
                <a:cs typeface="Arial"/>
              </a:rPr>
              <a:t>ability</a:t>
            </a:r>
            <a:r>
              <a:rPr sz="2397" spc="-33" dirty="0">
                <a:latin typeface="Arial"/>
                <a:cs typeface="Arial"/>
              </a:rPr>
              <a:t> </a:t>
            </a:r>
            <a:r>
              <a:rPr sz="2397" dirty="0">
                <a:latin typeface="Arial"/>
                <a:cs typeface="Arial"/>
              </a:rPr>
              <a:t>to</a:t>
            </a:r>
            <a:r>
              <a:rPr sz="2397" spc="-7" dirty="0">
                <a:latin typeface="Arial"/>
                <a:cs typeface="Arial"/>
              </a:rPr>
              <a:t> </a:t>
            </a:r>
            <a:r>
              <a:rPr sz="2397" dirty="0">
                <a:latin typeface="Arial"/>
                <a:cs typeface="Arial"/>
              </a:rPr>
              <a:t>parse</a:t>
            </a:r>
            <a:r>
              <a:rPr sz="2397" spc="-47" dirty="0">
                <a:latin typeface="Arial"/>
                <a:cs typeface="Arial"/>
              </a:rPr>
              <a:t> </a:t>
            </a:r>
            <a:r>
              <a:rPr sz="2397" spc="-7" dirty="0">
                <a:latin typeface="Arial"/>
                <a:cs typeface="Arial"/>
              </a:rPr>
              <a:t>network</a:t>
            </a:r>
            <a:r>
              <a:rPr sz="2397" spc="20" dirty="0">
                <a:latin typeface="Arial"/>
                <a:cs typeface="Arial"/>
              </a:rPr>
              <a:t> </a:t>
            </a:r>
            <a:r>
              <a:rPr sz="2397" dirty="0">
                <a:latin typeface="Arial"/>
                <a:cs typeface="Arial"/>
              </a:rPr>
              <a:t>protocols.</a:t>
            </a:r>
          </a:p>
        </p:txBody>
      </p:sp>
      <p:sp>
        <p:nvSpPr>
          <p:cNvPr id="4" name="object 4"/>
          <p:cNvSpPr txBox="1"/>
          <p:nvPr/>
        </p:nvSpPr>
        <p:spPr>
          <a:xfrm>
            <a:off x="588087" y="3279831"/>
            <a:ext cx="6247460" cy="709574"/>
          </a:xfrm>
          <a:prstGeom prst="rect">
            <a:avLst/>
          </a:prstGeom>
        </p:spPr>
        <p:txBody>
          <a:bodyPr vert="horz" wrap="square" lIns="0" tIns="16912" rIns="0" bIns="0" rtlCol="0">
            <a:spAutoFit/>
          </a:bodyPr>
          <a:lstStyle/>
          <a:p>
            <a:pPr marL="264682" indent="-248615">
              <a:lnSpc>
                <a:spcPts val="2730"/>
              </a:lnSpc>
              <a:spcBef>
                <a:spcPts val="133"/>
              </a:spcBef>
              <a:buSzPct val="80555"/>
              <a:buFontTx/>
              <a:buChar char="•"/>
              <a:tabLst>
                <a:tab pos="265528" algn="l"/>
              </a:tabLst>
            </a:pPr>
            <a:r>
              <a:rPr sz="2397" dirty="0">
                <a:latin typeface="Arial"/>
                <a:cs typeface="Arial"/>
              </a:rPr>
              <a:t>All</a:t>
            </a:r>
            <a:r>
              <a:rPr sz="2397" spc="-13" dirty="0">
                <a:latin typeface="Arial"/>
                <a:cs typeface="Arial"/>
              </a:rPr>
              <a:t> </a:t>
            </a:r>
            <a:r>
              <a:rPr sz="2397" dirty="0">
                <a:latin typeface="Arial"/>
                <a:cs typeface="Arial"/>
              </a:rPr>
              <a:t>require</a:t>
            </a:r>
            <a:r>
              <a:rPr sz="2397" spc="-47" dirty="0">
                <a:latin typeface="Arial"/>
                <a:cs typeface="Arial"/>
              </a:rPr>
              <a:t> </a:t>
            </a:r>
            <a:r>
              <a:rPr sz="2397" dirty="0">
                <a:latin typeface="Arial"/>
                <a:cs typeface="Arial"/>
              </a:rPr>
              <a:t>security</a:t>
            </a:r>
            <a:r>
              <a:rPr sz="2397" spc="-60" dirty="0">
                <a:latin typeface="Arial"/>
                <a:cs typeface="Arial"/>
              </a:rPr>
              <a:t> </a:t>
            </a:r>
            <a:r>
              <a:rPr sz="2397" dirty="0">
                <a:latin typeface="Arial"/>
                <a:cs typeface="Arial"/>
              </a:rPr>
              <a:t>intelligence</a:t>
            </a:r>
            <a:r>
              <a:rPr sz="2397" spc="-107" dirty="0">
                <a:latin typeface="Arial"/>
                <a:cs typeface="Arial"/>
              </a:rPr>
              <a:t> </a:t>
            </a:r>
            <a:r>
              <a:rPr sz="2397" dirty="0">
                <a:latin typeface="Arial"/>
                <a:cs typeface="Arial"/>
              </a:rPr>
              <a:t>to</a:t>
            </a:r>
            <a:r>
              <a:rPr sz="2397" spc="-13" dirty="0">
                <a:latin typeface="Arial"/>
                <a:cs typeface="Arial"/>
              </a:rPr>
              <a:t> </a:t>
            </a:r>
            <a:r>
              <a:rPr sz="2397" dirty="0">
                <a:latin typeface="Arial"/>
                <a:cs typeface="Arial"/>
              </a:rPr>
              <a:t>keep</a:t>
            </a:r>
          </a:p>
          <a:p>
            <a:pPr marL="264682">
              <a:lnSpc>
                <a:spcPts val="2730"/>
              </a:lnSpc>
            </a:pPr>
            <a:r>
              <a:rPr sz="2397" dirty="0">
                <a:latin typeface="Arial"/>
                <a:cs typeface="Arial"/>
              </a:rPr>
              <a:t>up</a:t>
            </a:r>
            <a:r>
              <a:rPr sz="2397" spc="-47" dirty="0">
                <a:latin typeface="Arial"/>
                <a:cs typeface="Arial"/>
              </a:rPr>
              <a:t> </a:t>
            </a:r>
            <a:r>
              <a:rPr sz="2397" spc="-13" dirty="0">
                <a:latin typeface="Arial"/>
                <a:cs typeface="Arial"/>
              </a:rPr>
              <a:t>with</a:t>
            </a:r>
            <a:r>
              <a:rPr sz="2397" spc="-7" dirty="0">
                <a:latin typeface="Arial"/>
                <a:cs typeface="Arial"/>
              </a:rPr>
              <a:t> </a:t>
            </a:r>
            <a:r>
              <a:rPr sz="2397" dirty="0">
                <a:latin typeface="Arial"/>
                <a:cs typeface="Arial"/>
              </a:rPr>
              <a:t>new</a:t>
            </a:r>
            <a:r>
              <a:rPr sz="2397" spc="-20" dirty="0">
                <a:latin typeface="Arial"/>
                <a:cs typeface="Arial"/>
              </a:rPr>
              <a:t> </a:t>
            </a:r>
            <a:r>
              <a:rPr sz="2397" dirty="0">
                <a:latin typeface="Arial"/>
                <a:cs typeface="Arial"/>
              </a:rPr>
              <a:t>threats.</a:t>
            </a:r>
          </a:p>
        </p:txBody>
      </p:sp>
      <p:sp>
        <p:nvSpPr>
          <p:cNvPr id="5" name="object 5"/>
          <p:cNvSpPr txBox="1"/>
          <p:nvPr/>
        </p:nvSpPr>
        <p:spPr>
          <a:xfrm>
            <a:off x="588087" y="5204977"/>
            <a:ext cx="5943882" cy="709574"/>
          </a:xfrm>
          <a:prstGeom prst="rect">
            <a:avLst/>
          </a:prstGeom>
        </p:spPr>
        <p:txBody>
          <a:bodyPr vert="horz" wrap="square" lIns="0" tIns="16912" rIns="0" bIns="0" rtlCol="0">
            <a:spAutoFit/>
          </a:bodyPr>
          <a:lstStyle/>
          <a:p>
            <a:pPr marL="264682" indent="-248615">
              <a:lnSpc>
                <a:spcPts val="2730"/>
              </a:lnSpc>
              <a:spcBef>
                <a:spcPts val="133"/>
              </a:spcBef>
              <a:buSzPct val="80555"/>
              <a:buFontTx/>
              <a:buChar char="•"/>
              <a:tabLst>
                <a:tab pos="265528" algn="l"/>
              </a:tabLst>
            </a:pPr>
            <a:r>
              <a:rPr sz="2397" dirty="0">
                <a:latin typeface="Arial"/>
                <a:cs typeface="Arial"/>
              </a:rPr>
              <a:t>All</a:t>
            </a:r>
            <a:r>
              <a:rPr sz="2397" spc="-20" dirty="0">
                <a:latin typeface="Arial"/>
                <a:cs typeface="Arial"/>
              </a:rPr>
              <a:t> </a:t>
            </a:r>
            <a:r>
              <a:rPr lang="en-CA" sz="2397" spc="-20" dirty="0">
                <a:latin typeface="Arial"/>
                <a:cs typeface="Arial"/>
              </a:rPr>
              <a:t>r</a:t>
            </a:r>
            <a:r>
              <a:rPr sz="2397" dirty="0" err="1">
                <a:latin typeface="Arial"/>
                <a:cs typeface="Arial"/>
              </a:rPr>
              <a:t>equire</a:t>
            </a:r>
            <a:r>
              <a:rPr sz="2397" spc="-53" dirty="0">
                <a:latin typeface="Arial"/>
                <a:cs typeface="Arial"/>
              </a:rPr>
              <a:t> </a:t>
            </a:r>
            <a:r>
              <a:rPr sz="2397" dirty="0">
                <a:latin typeface="Arial"/>
                <a:cs typeface="Arial"/>
              </a:rPr>
              <a:t>adaptation</a:t>
            </a:r>
            <a:r>
              <a:rPr sz="2397" spc="-87" dirty="0">
                <a:latin typeface="Arial"/>
                <a:cs typeface="Arial"/>
              </a:rPr>
              <a:t> </a:t>
            </a:r>
            <a:r>
              <a:rPr sz="2397" dirty="0">
                <a:latin typeface="Arial"/>
                <a:cs typeface="Arial"/>
              </a:rPr>
              <a:t>to</a:t>
            </a:r>
            <a:r>
              <a:rPr sz="2397" spc="-20" dirty="0">
                <a:latin typeface="Arial"/>
                <a:cs typeface="Arial"/>
              </a:rPr>
              <a:t> </a:t>
            </a:r>
            <a:r>
              <a:rPr sz="2397" dirty="0">
                <a:latin typeface="Arial"/>
                <a:cs typeface="Arial"/>
              </a:rPr>
              <a:t>address</a:t>
            </a:r>
            <a:r>
              <a:rPr sz="2397" spc="-47" dirty="0">
                <a:latin typeface="Arial"/>
                <a:cs typeface="Arial"/>
              </a:rPr>
              <a:t> </a:t>
            </a:r>
            <a:r>
              <a:rPr sz="2397" dirty="0">
                <a:latin typeface="Arial"/>
                <a:cs typeface="Arial"/>
              </a:rPr>
              <a:t>the</a:t>
            </a:r>
          </a:p>
          <a:p>
            <a:pPr marL="264682">
              <a:lnSpc>
                <a:spcPts val="2730"/>
              </a:lnSpc>
            </a:pPr>
            <a:r>
              <a:rPr sz="2397" dirty="0">
                <a:latin typeface="Arial"/>
                <a:cs typeface="Arial"/>
              </a:rPr>
              <a:t>changing</a:t>
            </a:r>
            <a:r>
              <a:rPr sz="2397" spc="-107" dirty="0">
                <a:latin typeface="Arial"/>
                <a:cs typeface="Arial"/>
              </a:rPr>
              <a:t> </a:t>
            </a:r>
            <a:r>
              <a:rPr sz="2397" dirty="0">
                <a:latin typeface="Arial"/>
                <a:cs typeface="Arial"/>
              </a:rPr>
              <a:t>security</a:t>
            </a:r>
            <a:r>
              <a:rPr sz="2397" spc="-87" dirty="0">
                <a:latin typeface="Arial"/>
                <a:cs typeface="Arial"/>
              </a:rPr>
              <a:t> </a:t>
            </a:r>
            <a:r>
              <a:rPr sz="2397" dirty="0">
                <a:latin typeface="Arial"/>
                <a:cs typeface="Arial"/>
              </a:rPr>
              <a:t>landscape</a:t>
            </a:r>
          </a:p>
        </p:txBody>
      </p:sp>
      <p:sp>
        <p:nvSpPr>
          <p:cNvPr id="6" name="object 6"/>
          <p:cNvSpPr/>
          <p:nvPr/>
        </p:nvSpPr>
        <p:spPr>
          <a:xfrm>
            <a:off x="11461306" y="6651752"/>
            <a:ext cx="97247" cy="73568"/>
          </a:xfrm>
          <a:custGeom>
            <a:avLst/>
            <a:gdLst/>
            <a:ahLst/>
            <a:cxnLst/>
            <a:rect l="l" t="t" r="r" b="b"/>
            <a:pathLst>
              <a:path w="73025" h="55245">
                <a:moveTo>
                  <a:pt x="20066" y="12090"/>
                </a:moveTo>
                <a:lnTo>
                  <a:pt x="13334" y="12090"/>
                </a:lnTo>
                <a:lnTo>
                  <a:pt x="13334" y="54766"/>
                </a:lnTo>
                <a:lnTo>
                  <a:pt x="20066" y="54766"/>
                </a:lnTo>
                <a:lnTo>
                  <a:pt x="20066" y="12090"/>
                </a:lnTo>
                <a:close/>
              </a:path>
              <a:path w="73025" h="55245">
                <a:moveTo>
                  <a:pt x="20066" y="0"/>
                </a:moveTo>
                <a:lnTo>
                  <a:pt x="15748" y="0"/>
                </a:lnTo>
                <a:lnTo>
                  <a:pt x="14604" y="2349"/>
                </a:lnTo>
                <a:lnTo>
                  <a:pt x="12573" y="4787"/>
                </a:lnTo>
                <a:lnTo>
                  <a:pt x="6984" y="9791"/>
                </a:lnTo>
                <a:lnTo>
                  <a:pt x="3682" y="11925"/>
                </a:lnTo>
                <a:lnTo>
                  <a:pt x="0" y="13690"/>
                </a:lnTo>
                <a:lnTo>
                  <a:pt x="0" y="20167"/>
                </a:lnTo>
                <a:lnTo>
                  <a:pt x="13334" y="12090"/>
                </a:lnTo>
                <a:lnTo>
                  <a:pt x="20066" y="12090"/>
                </a:lnTo>
                <a:lnTo>
                  <a:pt x="20066" y="0"/>
                </a:lnTo>
                <a:close/>
              </a:path>
              <a:path w="73025" h="55245">
                <a:moveTo>
                  <a:pt x="69319" y="5537"/>
                </a:moveTo>
                <a:lnTo>
                  <a:pt x="58547" y="5537"/>
                </a:lnTo>
                <a:lnTo>
                  <a:pt x="60959" y="6451"/>
                </a:lnTo>
                <a:lnTo>
                  <a:pt x="64770" y="10096"/>
                </a:lnTo>
                <a:lnTo>
                  <a:pt x="65658" y="12331"/>
                </a:lnTo>
                <a:lnTo>
                  <a:pt x="65658" y="17525"/>
                </a:lnTo>
                <a:lnTo>
                  <a:pt x="46618" y="37835"/>
                </a:lnTo>
                <a:lnTo>
                  <a:pt x="43815" y="40478"/>
                </a:lnTo>
                <a:lnTo>
                  <a:pt x="36575" y="53153"/>
                </a:lnTo>
                <a:lnTo>
                  <a:pt x="36575" y="54766"/>
                </a:lnTo>
                <a:lnTo>
                  <a:pt x="72644" y="54766"/>
                </a:lnTo>
                <a:lnTo>
                  <a:pt x="72644" y="48328"/>
                </a:lnTo>
                <a:lnTo>
                  <a:pt x="45974" y="48328"/>
                </a:lnTo>
                <a:lnTo>
                  <a:pt x="46608" y="47113"/>
                </a:lnTo>
                <a:lnTo>
                  <a:pt x="47625" y="45904"/>
                </a:lnTo>
                <a:lnTo>
                  <a:pt x="49910" y="43497"/>
                </a:lnTo>
                <a:lnTo>
                  <a:pt x="52450" y="41210"/>
                </a:lnTo>
                <a:lnTo>
                  <a:pt x="56515" y="37835"/>
                </a:lnTo>
                <a:lnTo>
                  <a:pt x="61341" y="33768"/>
                </a:lnTo>
                <a:lnTo>
                  <a:pt x="72595" y="17525"/>
                </a:lnTo>
                <a:lnTo>
                  <a:pt x="72557" y="10642"/>
                </a:lnTo>
                <a:lnTo>
                  <a:pt x="71120" y="7251"/>
                </a:lnTo>
                <a:lnTo>
                  <a:pt x="69319" y="5537"/>
                </a:lnTo>
                <a:close/>
              </a:path>
              <a:path w="73025" h="55245">
                <a:moveTo>
                  <a:pt x="60832" y="0"/>
                </a:moveTo>
                <a:lnTo>
                  <a:pt x="50419" y="0"/>
                </a:lnTo>
                <a:lnTo>
                  <a:pt x="46227" y="1346"/>
                </a:lnTo>
                <a:lnTo>
                  <a:pt x="40131" y="6730"/>
                </a:lnTo>
                <a:lnTo>
                  <a:pt x="38353" y="10642"/>
                </a:lnTo>
                <a:lnTo>
                  <a:pt x="37846" y="15773"/>
                </a:lnTo>
                <a:lnTo>
                  <a:pt x="44703" y="16484"/>
                </a:lnTo>
                <a:lnTo>
                  <a:pt x="44830" y="13055"/>
                </a:lnTo>
                <a:lnTo>
                  <a:pt x="45720" y="10375"/>
                </a:lnTo>
                <a:lnTo>
                  <a:pt x="47751" y="8445"/>
                </a:lnTo>
                <a:lnTo>
                  <a:pt x="49656" y="6502"/>
                </a:lnTo>
                <a:lnTo>
                  <a:pt x="52197" y="5537"/>
                </a:lnTo>
                <a:lnTo>
                  <a:pt x="69319" y="5537"/>
                </a:lnTo>
                <a:lnTo>
                  <a:pt x="65024" y="1447"/>
                </a:lnTo>
                <a:lnTo>
                  <a:pt x="60832" y="0"/>
                </a:lnTo>
                <a:close/>
              </a:path>
            </a:pathLst>
          </a:custGeom>
          <a:solidFill>
            <a:srgbClr val="000000">
              <a:alpha val="25097"/>
            </a:srgbClr>
          </a:solidFill>
        </p:spPr>
        <p:txBody>
          <a:bodyPr wrap="square" lIns="0" tIns="0" rIns="0" bIns="0" rtlCol="0"/>
          <a:lstStyle/>
          <a:p>
            <a:endParaRPr sz="2397">
              <a:solidFill>
                <a:prstClr val="black"/>
              </a:solidFill>
            </a:endParaRPr>
          </a:p>
        </p:txBody>
      </p:sp>
      <p:grpSp>
        <p:nvGrpSpPr>
          <p:cNvPr id="7" name="object 7"/>
          <p:cNvGrpSpPr/>
          <p:nvPr/>
        </p:nvGrpSpPr>
        <p:grpSpPr>
          <a:xfrm>
            <a:off x="8334500" y="1321144"/>
            <a:ext cx="2810004" cy="1580469"/>
            <a:chOff x="6252947" y="992081"/>
            <a:chExt cx="2110105" cy="1186815"/>
          </a:xfrm>
        </p:grpSpPr>
        <p:pic>
          <p:nvPicPr>
            <p:cNvPr id="8" name="object 8"/>
            <p:cNvPicPr/>
            <p:nvPr/>
          </p:nvPicPr>
          <p:blipFill>
            <a:blip r:embed="rId2" cstate="print"/>
            <a:stretch>
              <a:fillRect/>
            </a:stretch>
          </p:blipFill>
          <p:spPr>
            <a:xfrm>
              <a:off x="6252947" y="992081"/>
              <a:ext cx="2110026" cy="1186518"/>
            </a:xfrm>
            <a:prstGeom prst="rect">
              <a:avLst/>
            </a:prstGeom>
          </p:spPr>
        </p:pic>
        <p:pic>
          <p:nvPicPr>
            <p:cNvPr id="9" name="object 9"/>
            <p:cNvPicPr/>
            <p:nvPr/>
          </p:nvPicPr>
          <p:blipFill>
            <a:blip r:embed="rId3" cstate="print"/>
            <a:stretch>
              <a:fillRect/>
            </a:stretch>
          </p:blipFill>
          <p:spPr>
            <a:xfrm>
              <a:off x="6288097" y="1031092"/>
              <a:ext cx="2040941" cy="1114956"/>
            </a:xfrm>
            <a:prstGeom prst="rect">
              <a:avLst/>
            </a:prstGeom>
          </p:spPr>
        </p:pic>
      </p:grpSp>
      <p:pic>
        <p:nvPicPr>
          <p:cNvPr id="10" name="object 10"/>
          <p:cNvPicPr/>
          <p:nvPr/>
        </p:nvPicPr>
        <p:blipFill>
          <a:blip r:embed="rId4" cstate="print"/>
          <a:stretch>
            <a:fillRect/>
          </a:stretch>
        </p:blipFill>
        <p:spPr>
          <a:xfrm>
            <a:off x="8267558" y="3028005"/>
            <a:ext cx="2938708" cy="1838721"/>
          </a:xfrm>
          <a:prstGeom prst="rect">
            <a:avLst/>
          </a:prstGeom>
        </p:spPr>
      </p:pic>
      <p:pic>
        <p:nvPicPr>
          <p:cNvPr id="11" name="object 11"/>
          <p:cNvPicPr/>
          <p:nvPr/>
        </p:nvPicPr>
        <p:blipFill>
          <a:blip r:embed="rId5" cstate="print"/>
          <a:stretch>
            <a:fillRect/>
          </a:stretch>
        </p:blipFill>
        <p:spPr>
          <a:xfrm>
            <a:off x="8190437" y="5126501"/>
            <a:ext cx="3092950" cy="1725068"/>
          </a:xfrm>
          <a:prstGeom prst="rect">
            <a:avLst/>
          </a:prstGeom>
        </p:spPr>
      </p:pic>
    </p:spTree>
    <p:extLst>
      <p:ext uri="{BB962C8B-B14F-4D97-AF65-F5344CB8AC3E}">
        <p14:creationId xmlns:p14="http://schemas.microsoft.com/office/powerpoint/2010/main" val="26654180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15431" y="17604"/>
            <a:ext cx="10515600" cy="479425"/>
          </a:xfrm>
        </p:spPr>
        <p:txBody>
          <a:bodyPr/>
          <a:lstStyle/>
          <a:p>
            <a:pPr eaLnBrk="1" hangingPunct="1"/>
            <a:r>
              <a:rPr lang="en-US" altLang="en-US" sz="3733" dirty="0">
                <a:latin typeface="Arial" panose="020B0604020202020204" pitchFamily="34" charset="0"/>
                <a:cs typeface="Arial" panose="020B0604020202020204" pitchFamily="34" charset="0"/>
              </a:rPr>
              <a:t>Virtual Private Network</a:t>
            </a:r>
          </a:p>
        </p:txBody>
      </p:sp>
      <p:grpSp>
        <p:nvGrpSpPr>
          <p:cNvPr id="25603" name="Group 955"/>
          <p:cNvGrpSpPr>
            <a:grpSpLocks/>
          </p:cNvGrpSpPr>
          <p:nvPr/>
        </p:nvGrpSpPr>
        <p:grpSpPr bwMode="auto">
          <a:xfrm>
            <a:off x="8024813" y="2214564"/>
            <a:ext cx="955675" cy="1423987"/>
            <a:chOff x="1867" y="1238"/>
            <a:chExt cx="465" cy="693"/>
          </a:xfrm>
        </p:grpSpPr>
        <p:pic>
          <p:nvPicPr>
            <p:cNvPr id="25660" name="Picture 956" descr="Branch_Office_Regula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67" y="1238"/>
              <a:ext cx="465" cy="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61" name="Rectangle 957"/>
            <p:cNvSpPr>
              <a:spLocks noChangeArrowheads="1"/>
            </p:cNvSpPr>
            <p:nvPr/>
          </p:nvSpPr>
          <p:spPr bwMode="auto">
            <a:xfrm rot="1519179">
              <a:off x="1920" y="1737"/>
              <a:ext cx="155" cy="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700">
                  <a:solidFill>
                    <a:srgbClr val="000000"/>
                  </a:solidFill>
                </a:rPr>
                <a:t>B A N K</a:t>
              </a:r>
              <a:endParaRPr lang="en-US" altLang="en-US">
                <a:solidFill>
                  <a:prstClr val="black"/>
                </a:solidFill>
              </a:endParaRPr>
            </a:p>
          </p:txBody>
        </p:sp>
      </p:grpSp>
      <p:sp>
        <p:nvSpPr>
          <p:cNvPr id="25604" name="Line 813"/>
          <p:cNvSpPr>
            <a:spLocks noChangeShapeType="1"/>
          </p:cNvSpPr>
          <p:nvPr/>
        </p:nvSpPr>
        <p:spPr bwMode="auto">
          <a:xfrm flipH="1">
            <a:off x="6867526" y="3486151"/>
            <a:ext cx="855663" cy="584200"/>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5605" name="Line 822"/>
          <p:cNvSpPr>
            <a:spLocks noChangeShapeType="1"/>
          </p:cNvSpPr>
          <p:nvPr/>
        </p:nvSpPr>
        <p:spPr bwMode="auto">
          <a:xfrm flipH="1">
            <a:off x="6453188" y="2724151"/>
            <a:ext cx="812800" cy="1106488"/>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pic>
        <p:nvPicPr>
          <p:cNvPr id="25606" name="Picture 818" descr="Headquarters_Subdu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5151" y="2428877"/>
            <a:ext cx="2300288" cy="310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7" name="Line 804"/>
          <p:cNvSpPr>
            <a:spLocks noChangeShapeType="1"/>
          </p:cNvSpPr>
          <p:nvPr/>
        </p:nvSpPr>
        <p:spPr bwMode="auto">
          <a:xfrm flipH="1" flipV="1">
            <a:off x="3608389" y="4337052"/>
            <a:ext cx="2511425" cy="11113"/>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5608" name="Arc 739"/>
          <p:cNvSpPr>
            <a:spLocks noChangeAspect="1"/>
          </p:cNvSpPr>
          <p:nvPr/>
        </p:nvSpPr>
        <p:spPr bwMode="auto">
          <a:xfrm rot="924977">
            <a:off x="5732463" y="4159250"/>
            <a:ext cx="2622551" cy="147639"/>
          </a:xfrm>
          <a:custGeom>
            <a:avLst/>
            <a:gdLst>
              <a:gd name="T0" fmla="*/ 2147483646 w 21600"/>
              <a:gd name="T1" fmla="*/ 0 h 20823"/>
              <a:gd name="T2" fmla="*/ 2147483646 w 21600"/>
              <a:gd name="T3" fmla="*/ 2147483646 h 20823"/>
              <a:gd name="T4" fmla="*/ 0 w 21600"/>
              <a:gd name="T5" fmla="*/ 0 h 20823"/>
              <a:gd name="T6" fmla="*/ 0 60000 65536"/>
              <a:gd name="T7" fmla="*/ 0 60000 65536"/>
              <a:gd name="T8" fmla="*/ 0 60000 65536"/>
              <a:gd name="T9" fmla="*/ 0 w 21600"/>
              <a:gd name="T10" fmla="*/ 0 h 20823"/>
              <a:gd name="T11" fmla="*/ 21600 w 21600"/>
              <a:gd name="T12" fmla="*/ 20823 h 20823"/>
            </a:gdLst>
            <a:ahLst/>
            <a:cxnLst>
              <a:cxn ang="T6">
                <a:pos x="T0" y="T1"/>
              </a:cxn>
              <a:cxn ang="T7">
                <a:pos x="T2" y="T3"/>
              </a:cxn>
              <a:cxn ang="T8">
                <a:pos x="T4" y="T5"/>
              </a:cxn>
            </a:cxnLst>
            <a:rect l="T9" t="T10" r="T11" b="T12"/>
            <a:pathLst>
              <a:path w="21600" h="20823" fill="none" extrusionOk="0">
                <a:moveTo>
                  <a:pt x="21600" y="0"/>
                </a:moveTo>
                <a:cubicBezTo>
                  <a:pt x="21600" y="9717"/>
                  <a:pt x="15110" y="18239"/>
                  <a:pt x="5741" y="20822"/>
                </a:cubicBezTo>
              </a:path>
              <a:path w="21600" h="20823" stroke="0" extrusionOk="0">
                <a:moveTo>
                  <a:pt x="21600" y="0"/>
                </a:moveTo>
                <a:cubicBezTo>
                  <a:pt x="21600" y="9717"/>
                  <a:pt x="15110" y="18239"/>
                  <a:pt x="5741" y="20822"/>
                </a:cubicBezTo>
                <a:lnTo>
                  <a:pt x="0" y="0"/>
                </a:lnTo>
                <a:lnTo>
                  <a:pt x="21600" y="0"/>
                </a:lnTo>
                <a:close/>
              </a:path>
            </a:pathLst>
          </a:custGeom>
          <a:noFill/>
          <a:ln w="12700" cap="rnd">
            <a:solidFill>
              <a:srgbClr val="8E8E95"/>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grpSp>
        <p:nvGrpSpPr>
          <p:cNvPr id="25609" name="Group 345"/>
          <p:cNvGrpSpPr>
            <a:grpSpLocks noChangeAspect="1"/>
          </p:cNvGrpSpPr>
          <p:nvPr/>
        </p:nvGrpSpPr>
        <p:grpSpPr bwMode="auto">
          <a:xfrm>
            <a:off x="7031038" y="5005388"/>
            <a:ext cx="209551" cy="746125"/>
            <a:chOff x="3648" y="2010"/>
            <a:chExt cx="328" cy="1169"/>
          </a:xfrm>
        </p:grpSpPr>
        <p:sp>
          <p:nvSpPr>
            <p:cNvPr id="25648" name="Oval 346"/>
            <p:cNvSpPr>
              <a:spLocks noChangeAspect="1" noChangeArrowheads="1"/>
            </p:cNvSpPr>
            <p:nvPr/>
          </p:nvSpPr>
          <p:spPr bwMode="auto">
            <a:xfrm>
              <a:off x="3664" y="2110"/>
              <a:ext cx="32" cy="32"/>
            </a:xfrm>
            <a:prstGeom prst="ellipse">
              <a:avLst/>
            </a:prstGeom>
            <a:solidFill>
              <a:srgbClr val="B37121"/>
            </a:solidFill>
            <a:ln w="12700">
              <a:solidFill>
                <a:srgbClr val="472D0D"/>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25649" name="Oval 347"/>
            <p:cNvSpPr>
              <a:spLocks noChangeAspect="1" noChangeArrowheads="1"/>
            </p:cNvSpPr>
            <p:nvPr/>
          </p:nvSpPr>
          <p:spPr bwMode="auto">
            <a:xfrm>
              <a:off x="3928" y="2110"/>
              <a:ext cx="32" cy="32"/>
            </a:xfrm>
            <a:prstGeom prst="ellipse">
              <a:avLst/>
            </a:prstGeom>
            <a:solidFill>
              <a:srgbClr val="B37121"/>
            </a:solidFill>
            <a:ln w="12700">
              <a:solidFill>
                <a:srgbClr val="472D0D"/>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25650" name="Freeform 348"/>
            <p:cNvSpPr>
              <a:spLocks noChangeAspect="1"/>
            </p:cNvSpPr>
            <p:nvPr/>
          </p:nvSpPr>
          <p:spPr bwMode="auto">
            <a:xfrm>
              <a:off x="3732" y="2146"/>
              <a:ext cx="65" cy="73"/>
            </a:xfrm>
            <a:custGeom>
              <a:avLst/>
              <a:gdLst>
                <a:gd name="T0" fmla="*/ 8 w 65"/>
                <a:gd name="T1" fmla="*/ 0 h 73"/>
                <a:gd name="T2" fmla="*/ 64 w 65"/>
                <a:gd name="T3" fmla="*/ 48 h 73"/>
                <a:gd name="T4" fmla="*/ 64 w 65"/>
                <a:gd name="T5" fmla="*/ 72 h 73"/>
                <a:gd name="T6" fmla="*/ 0 w 65"/>
                <a:gd name="T7" fmla="*/ 0 h 73"/>
                <a:gd name="T8" fmla="*/ 8 w 65"/>
                <a:gd name="T9" fmla="*/ 0 h 73"/>
                <a:gd name="T10" fmla="*/ 0 60000 65536"/>
                <a:gd name="T11" fmla="*/ 0 60000 65536"/>
                <a:gd name="T12" fmla="*/ 0 60000 65536"/>
                <a:gd name="T13" fmla="*/ 0 60000 65536"/>
                <a:gd name="T14" fmla="*/ 0 60000 65536"/>
                <a:gd name="T15" fmla="*/ 0 w 65"/>
                <a:gd name="T16" fmla="*/ 0 h 73"/>
                <a:gd name="T17" fmla="*/ 65 w 65"/>
                <a:gd name="T18" fmla="*/ 73 h 73"/>
              </a:gdLst>
              <a:ahLst/>
              <a:cxnLst>
                <a:cxn ang="T10">
                  <a:pos x="T0" y="T1"/>
                </a:cxn>
                <a:cxn ang="T11">
                  <a:pos x="T2" y="T3"/>
                </a:cxn>
                <a:cxn ang="T12">
                  <a:pos x="T4" y="T5"/>
                </a:cxn>
                <a:cxn ang="T13">
                  <a:pos x="T6" y="T7"/>
                </a:cxn>
                <a:cxn ang="T14">
                  <a:pos x="T8" y="T9"/>
                </a:cxn>
              </a:cxnLst>
              <a:rect l="T15" t="T16" r="T17" b="T18"/>
              <a:pathLst>
                <a:path w="65" h="73">
                  <a:moveTo>
                    <a:pt x="8" y="0"/>
                  </a:moveTo>
                  <a:lnTo>
                    <a:pt x="64" y="48"/>
                  </a:lnTo>
                  <a:lnTo>
                    <a:pt x="64" y="72"/>
                  </a:lnTo>
                  <a:lnTo>
                    <a:pt x="0" y="0"/>
                  </a:lnTo>
                  <a:lnTo>
                    <a:pt x="8" y="0"/>
                  </a:lnTo>
                </a:path>
              </a:pathLst>
            </a:custGeom>
            <a:solidFill>
              <a:srgbClr val="472D0D"/>
            </a:solidFill>
            <a:ln w="12700" cap="rnd">
              <a:solidFill>
                <a:srgbClr val="472D0D"/>
              </a:solidFill>
              <a:round/>
              <a:headEnd/>
              <a:tailEnd/>
            </a:ln>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5651" name="Freeform 349"/>
            <p:cNvSpPr>
              <a:spLocks noChangeAspect="1"/>
            </p:cNvSpPr>
            <p:nvPr/>
          </p:nvSpPr>
          <p:spPr bwMode="auto">
            <a:xfrm>
              <a:off x="3812" y="2146"/>
              <a:ext cx="65" cy="73"/>
            </a:xfrm>
            <a:custGeom>
              <a:avLst/>
              <a:gdLst>
                <a:gd name="T0" fmla="*/ 56 w 65"/>
                <a:gd name="T1" fmla="*/ 0 h 73"/>
                <a:gd name="T2" fmla="*/ 0 w 65"/>
                <a:gd name="T3" fmla="*/ 48 h 73"/>
                <a:gd name="T4" fmla="*/ 0 w 65"/>
                <a:gd name="T5" fmla="*/ 72 h 73"/>
                <a:gd name="T6" fmla="*/ 64 w 65"/>
                <a:gd name="T7" fmla="*/ 0 h 73"/>
                <a:gd name="T8" fmla="*/ 56 w 65"/>
                <a:gd name="T9" fmla="*/ 0 h 73"/>
                <a:gd name="T10" fmla="*/ 0 60000 65536"/>
                <a:gd name="T11" fmla="*/ 0 60000 65536"/>
                <a:gd name="T12" fmla="*/ 0 60000 65536"/>
                <a:gd name="T13" fmla="*/ 0 60000 65536"/>
                <a:gd name="T14" fmla="*/ 0 60000 65536"/>
                <a:gd name="T15" fmla="*/ 0 w 65"/>
                <a:gd name="T16" fmla="*/ 0 h 73"/>
                <a:gd name="T17" fmla="*/ 65 w 65"/>
                <a:gd name="T18" fmla="*/ 73 h 73"/>
              </a:gdLst>
              <a:ahLst/>
              <a:cxnLst>
                <a:cxn ang="T10">
                  <a:pos x="T0" y="T1"/>
                </a:cxn>
                <a:cxn ang="T11">
                  <a:pos x="T2" y="T3"/>
                </a:cxn>
                <a:cxn ang="T12">
                  <a:pos x="T4" y="T5"/>
                </a:cxn>
                <a:cxn ang="T13">
                  <a:pos x="T6" y="T7"/>
                </a:cxn>
                <a:cxn ang="T14">
                  <a:pos x="T8" y="T9"/>
                </a:cxn>
              </a:cxnLst>
              <a:rect l="T15" t="T16" r="T17" b="T18"/>
              <a:pathLst>
                <a:path w="65" h="73">
                  <a:moveTo>
                    <a:pt x="56" y="0"/>
                  </a:moveTo>
                  <a:lnTo>
                    <a:pt x="0" y="48"/>
                  </a:lnTo>
                  <a:lnTo>
                    <a:pt x="0" y="72"/>
                  </a:lnTo>
                  <a:lnTo>
                    <a:pt x="64" y="0"/>
                  </a:lnTo>
                  <a:lnTo>
                    <a:pt x="56" y="0"/>
                  </a:lnTo>
                </a:path>
              </a:pathLst>
            </a:custGeom>
            <a:solidFill>
              <a:srgbClr val="472D0D"/>
            </a:solidFill>
            <a:ln w="12700" cap="rnd">
              <a:solidFill>
                <a:srgbClr val="472D0D"/>
              </a:solidFill>
              <a:round/>
              <a:headEnd/>
              <a:tailEnd/>
            </a:ln>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5652" name="Freeform 350"/>
            <p:cNvSpPr>
              <a:spLocks noChangeAspect="1"/>
            </p:cNvSpPr>
            <p:nvPr/>
          </p:nvSpPr>
          <p:spPr bwMode="auto">
            <a:xfrm>
              <a:off x="3732" y="2314"/>
              <a:ext cx="65" cy="65"/>
            </a:xfrm>
            <a:custGeom>
              <a:avLst/>
              <a:gdLst>
                <a:gd name="T0" fmla="*/ 8 w 65"/>
                <a:gd name="T1" fmla="*/ 0 h 65"/>
                <a:gd name="T2" fmla="*/ 64 w 65"/>
                <a:gd name="T3" fmla="*/ 56 h 65"/>
                <a:gd name="T4" fmla="*/ 64 w 65"/>
                <a:gd name="T5" fmla="*/ 64 h 65"/>
                <a:gd name="T6" fmla="*/ 0 w 65"/>
                <a:gd name="T7" fmla="*/ 0 h 65"/>
                <a:gd name="T8" fmla="*/ 8 w 65"/>
                <a:gd name="T9" fmla="*/ 0 h 65"/>
                <a:gd name="T10" fmla="*/ 0 60000 65536"/>
                <a:gd name="T11" fmla="*/ 0 60000 65536"/>
                <a:gd name="T12" fmla="*/ 0 60000 65536"/>
                <a:gd name="T13" fmla="*/ 0 60000 65536"/>
                <a:gd name="T14" fmla="*/ 0 60000 65536"/>
                <a:gd name="T15" fmla="*/ 0 w 65"/>
                <a:gd name="T16" fmla="*/ 0 h 65"/>
                <a:gd name="T17" fmla="*/ 65 w 65"/>
                <a:gd name="T18" fmla="*/ 65 h 65"/>
              </a:gdLst>
              <a:ahLst/>
              <a:cxnLst>
                <a:cxn ang="T10">
                  <a:pos x="T0" y="T1"/>
                </a:cxn>
                <a:cxn ang="T11">
                  <a:pos x="T2" y="T3"/>
                </a:cxn>
                <a:cxn ang="T12">
                  <a:pos x="T4" y="T5"/>
                </a:cxn>
                <a:cxn ang="T13">
                  <a:pos x="T6" y="T7"/>
                </a:cxn>
                <a:cxn ang="T14">
                  <a:pos x="T8" y="T9"/>
                </a:cxn>
              </a:cxnLst>
              <a:rect l="T15" t="T16" r="T17" b="T18"/>
              <a:pathLst>
                <a:path w="65" h="65">
                  <a:moveTo>
                    <a:pt x="8" y="0"/>
                  </a:moveTo>
                  <a:lnTo>
                    <a:pt x="64" y="56"/>
                  </a:lnTo>
                  <a:lnTo>
                    <a:pt x="64" y="64"/>
                  </a:lnTo>
                  <a:lnTo>
                    <a:pt x="0" y="0"/>
                  </a:lnTo>
                  <a:lnTo>
                    <a:pt x="8" y="0"/>
                  </a:lnTo>
                </a:path>
              </a:pathLst>
            </a:custGeom>
            <a:solidFill>
              <a:srgbClr val="472D0D"/>
            </a:solidFill>
            <a:ln w="12700" cap="rnd">
              <a:solidFill>
                <a:srgbClr val="472D0D"/>
              </a:solidFill>
              <a:round/>
              <a:headEnd/>
              <a:tailEnd/>
            </a:ln>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5653" name="Freeform 351"/>
            <p:cNvSpPr>
              <a:spLocks noChangeAspect="1"/>
            </p:cNvSpPr>
            <p:nvPr/>
          </p:nvSpPr>
          <p:spPr bwMode="auto">
            <a:xfrm>
              <a:off x="3812" y="2314"/>
              <a:ext cx="65" cy="65"/>
            </a:xfrm>
            <a:custGeom>
              <a:avLst/>
              <a:gdLst>
                <a:gd name="T0" fmla="*/ 56 w 65"/>
                <a:gd name="T1" fmla="*/ 0 h 65"/>
                <a:gd name="T2" fmla="*/ 0 w 65"/>
                <a:gd name="T3" fmla="*/ 56 h 65"/>
                <a:gd name="T4" fmla="*/ 0 w 65"/>
                <a:gd name="T5" fmla="*/ 64 h 65"/>
                <a:gd name="T6" fmla="*/ 64 w 65"/>
                <a:gd name="T7" fmla="*/ 0 h 65"/>
                <a:gd name="T8" fmla="*/ 56 w 65"/>
                <a:gd name="T9" fmla="*/ 0 h 65"/>
                <a:gd name="T10" fmla="*/ 0 60000 65536"/>
                <a:gd name="T11" fmla="*/ 0 60000 65536"/>
                <a:gd name="T12" fmla="*/ 0 60000 65536"/>
                <a:gd name="T13" fmla="*/ 0 60000 65536"/>
                <a:gd name="T14" fmla="*/ 0 60000 65536"/>
                <a:gd name="T15" fmla="*/ 0 w 65"/>
                <a:gd name="T16" fmla="*/ 0 h 65"/>
                <a:gd name="T17" fmla="*/ 65 w 65"/>
                <a:gd name="T18" fmla="*/ 65 h 65"/>
              </a:gdLst>
              <a:ahLst/>
              <a:cxnLst>
                <a:cxn ang="T10">
                  <a:pos x="T0" y="T1"/>
                </a:cxn>
                <a:cxn ang="T11">
                  <a:pos x="T2" y="T3"/>
                </a:cxn>
                <a:cxn ang="T12">
                  <a:pos x="T4" y="T5"/>
                </a:cxn>
                <a:cxn ang="T13">
                  <a:pos x="T6" y="T7"/>
                </a:cxn>
                <a:cxn ang="T14">
                  <a:pos x="T8" y="T9"/>
                </a:cxn>
              </a:cxnLst>
              <a:rect l="T15" t="T16" r="T17" b="T18"/>
              <a:pathLst>
                <a:path w="65" h="65">
                  <a:moveTo>
                    <a:pt x="56" y="0"/>
                  </a:moveTo>
                  <a:lnTo>
                    <a:pt x="0" y="56"/>
                  </a:lnTo>
                  <a:lnTo>
                    <a:pt x="0" y="64"/>
                  </a:lnTo>
                  <a:lnTo>
                    <a:pt x="64" y="0"/>
                  </a:lnTo>
                  <a:lnTo>
                    <a:pt x="56" y="0"/>
                  </a:lnTo>
                </a:path>
              </a:pathLst>
            </a:custGeom>
            <a:solidFill>
              <a:srgbClr val="472D0D"/>
            </a:solidFill>
            <a:ln w="12700" cap="rnd">
              <a:solidFill>
                <a:srgbClr val="472D0D"/>
              </a:solidFill>
              <a:round/>
              <a:headEnd/>
              <a:tailEnd/>
            </a:ln>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5654" name="Freeform 352"/>
            <p:cNvSpPr>
              <a:spLocks noChangeAspect="1"/>
            </p:cNvSpPr>
            <p:nvPr/>
          </p:nvSpPr>
          <p:spPr bwMode="auto">
            <a:xfrm>
              <a:off x="3796" y="2010"/>
              <a:ext cx="33" cy="1169"/>
            </a:xfrm>
            <a:custGeom>
              <a:avLst/>
              <a:gdLst>
                <a:gd name="T0" fmla="*/ 32 w 33"/>
                <a:gd name="T1" fmla="*/ 1168 h 1169"/>
                <a:gd name="T2" fmla="*/ 32 w 33"/>
                <a:gd name="T3" fmla="*/ 8 h 1169"/>
                <a:gd name="T4" fmla="*/ 24 w 33"/>
                <a:gd name="T5" fmla="*/ 0 h 1169"/>
                <a:gd name="T6" fmla="*/ 8 w 33"/>
                <a:gd name="T7" fmla="*/ 0 h 1169"/>
                <a:gd name="T8" fmla="*/ 0 w 33"/>
                <a:gd name="T9" fmla="*/ 8 h 1169"/>
                <a:gd name="T10" fmla="*/ 0 w 33"/>
                <a:gd name="T11" fmla="*/ 1168 h 1169"/>
                <a:gd name="T12" fmla="*/ 0 60000 65536"/>
                <a:gd name="T13" fmla="*/ 0 60000 65536"/>
                <a:gd name="T14" fmla="*/ 0 60000 65536"/>
                <a:gd name="T15" fmla="*/ 0 60000 65536"/>
                <a:gd name="T16" fmla="*/ 0 60000 65536"/>
                <a:gd name="T17" fmla="*/ 0 60000 65536"/>
                <a:gd name="T18" fmla="*/ 0 w 33"/>
                <a:gd name="T19" fmla="*/ 0 h 1169"/>
                <a:gd name="T20" fmla="*/ 33 w 33"/>
                <a:gd name="T21" fmla="*/ 1169 h 1169"/>
              </a:gdLst>
              <a:ahLst/>
              <a:cxnLst>
                <a:cxn ang="T12">
                  <a:pos x="T0" y="T1"/>
                </a:cxn>
                <a:cxn ang="T13">
                  <a:pos x="T2" y="T3"/>
                </a:cxn>
                <a:cxn ang="T14">
                  <a:pos x="T4" y="T5"/>
                </a:cxn>
                <a:cxn ang="T15">
                  <a:pos x="T6" y="T7"/>
                </a:cxn>
                <a:cxn ang="T16">
                  <a:pos x="T8" y="T9"/>
                </a:cxn>
                <a:cxn ang="T17">
                  <a:pos x="T10" y="T11"/>
                </a:cxn>
              </a:cxnLst>
              <a:rect l="T18" t="T19" r="T20" b="T21"/>
              <a:pathLst>
                <a:path w="33" h="1169">
                  <a:moveTo>
                    <a:pt x="32" y="1168"/>
                  </a:moveTo>
                  <a:lnTo>
                    <a:pt x="32" y="8"/>
                  </a:lnTo>
                  <a:lnTo>
                    <a:pt x="24" y="0"/>
                  </a:lnTo>
                  <a:lnTo>
                    <a:pt x="8" y="0"/>
                  </a:lnTo>
                  <a:lnTo>
                    <a:pt x="0" y="8"/>
                  </a:lnTo>
                  <a:lnTo>
                    <a:pt x="0" y="1168"/>
                  </a:lnTo>
                </a:path>
              </a:pathLst>
            </a:custGeom>
            <a:solidFill>
              <a:srgbClr val="B37121"/>
            </a:solidFill>
            <a:ln w="12700" cap="rnd">
              <a:solidFill>
                <a:srgbClr val="472D0D"/>
              </a:solidFill>
              <a:round/>
              <a:headEnd/>
              <a:tailEnd/>
            </a:ln>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5655" name="Line 353"/>
            <p:cNvSpPr>
              <a:spLocks noChangeAspect="1" noChangeShapeType="1"/>
            </p:cNvSpPr>
            <p:nvPr/>
          </p:nvSpPr>
          <p:spPr bwMode="auto">
            <a:xfrm>
              <a:off x="3820" y="2065"/>
              <a:ext cx="0" cy="1073"/>
            </a:xfrm>
            <a:prstGeom prst="line">
              <a:avLst/>
            </a:prstGeom>
            <a:noFill/>
            <a:ln w="12700">
              <a:solidFill>
                <a:srgbClr val="8F5B1A"/>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5656" name="Rectangle 354"/>
            <p:cNvSpPr>
              <a:spLocks noChangeAspect="1" noChangeArrowheads="1"/>
            </p:cNvSpPr>
            <p:nvPr/>
          </p:nvSpPr>
          <p:spPr bwMode="auto">
            <a:xfrm>
              <a:off x="3696" y="2294"/>
              <a:ext cx="224" cy="24"/>
            </a:xfrm>
            <a:prstGeom prst="rect">
              <a:avLst/>
            </a:prstGeom>
            <a:solidFill>
              <a:srgbClr val="B37121"/>
            </a:solidFill>
            <a:ln w="12700">
              <a:solidFill>
                <a:srgbClr val="472D0D"/>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25657" name="Rectangle 355"/>
            <p:cNvSpPr>
              <a:spLocks noChangeAspect="1" noChangeArrowheads="1"/>
            </p:cNvSpPr>
            <p:nvPr/>
          </p:nvSpPr>
          <p:spPr bwMode="auto">
            <a:xfrm>
              <a:off x="3648" y="2134"/>
              <a:ext cx="328" cy="24"/>
            </a:xfrm>
            <a:prstGeom prst="rect">
              <a:avLst/>
            </a:prstGeom>
            <a:solidFill>
              <a:srgbClr val="B37121"/>
            </a:solidFill>
            <a:ln w="12700">
              <a:solidFill>
                <a:srgbClr val="472D0D"/>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25658" name="Line 356"/>
            <p:cNvSpPr>
              <a:spLocks noChangeAspect="1" noChangeShapeType="1"/>
            </p:cNvSpPr>
            <p:nvPr/>
          </p:nvSpPr>
          <p:spPr bwMode="auto">
            <a:xfrm>
              <a:off x="3691" y="2146"/>
              <a:ext cx="241" cy="0"/>
            </a:xfrm>
            <a:prstGeom prst="line">
              <a:avLst/>
            </a:prstGeom>
            <a:noFill/>
            <a:ln w="12700">
              <a:solidFill>
                <a:srgbClr val="8F5B1A"/>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5659" name="Line 357"/>
            <p:cNvSpPr>
              <a:spLocks noChangeAspect="1" noChangeShapeType="1"/>
            </p:cNvSpPr>
            <p:nvPr/>
          </p:nvSpPr>
          <p:spPr bwMode="auto">
            <a:xfrm>
              <a:off x="3739" y="2306"/>
              <a:ext cx="137" cy="0"/>
            </a:xfrm>
            <a:prstGeom prst="line">
              <a:avLst/>
            </a:prstGeom>
            <a:noFill/>
            <a:ln w="12700">
              <a:solidFill>
                <a:srgbClr val="8F5B1A"/>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grpSp>
      <p:sp>
        <p:nvSpPr>
          <p:cNvPr id="25610" name="Arc 358"/>
          <p:cNvSpPr>
            <a:spLocks noChangeAspect="1"/>
          </p:cNvSpPr>
          <p:nvPr/>
        </p:nvSpPr>
        <p:spPr bwMode="auto">
          <a:xfrm rot="1645665">
            <a:off x="5856288" y="4805363"/>
            <a:ext cx="1325563" cy="74612"/>
          </a:xfrm>
          <a:custGeom>
            <a:avLst/>
            <a:gdLst>
              <a:gd name="T0" fmla="*/ 2147483646 w 21600"/>
              <a:gd name="T1" fmla="*/ 0 h 20823"/>
              <a:gd name="T2" fmla="*/ 2147483646 w 21600"/>
              <a:gd name="T3" fmla="*/ 2147483646 h 20823"/>
              <a:gd name="T4" fmla="*/ 0 w 21600"/>
              <a:gd name="T5" fmla="*/ 0 h 20823"/>
              <a:gd name="T6" fmla="*/ 0 60000 65536"/>
              <a:gd name="T7" fmla="*/ 0 60000 65536"/>
              <a:gd name="T8" fmla="*/ 0 60000 65536"/>
              <a:gd name="T9" fmla="*/ 0 w 21600"/>
              <a:gd name="T10" fmla="*/ 0 h 20823"/>
              <a:gd name="T11" fmla="*/ 21600 w 21600"/>
              <a:gd name="T12" fmla="*/ 20823 h 20823"/>
            </a:gdLst>
            <a:ahLst/>
            <a:cxnLst>
              <a:cxn ang="T6">
                <a:pos x="T0" y="T1"/>
              </a:cxn>
              <a:cxn ang="T7">
                <a:pos x="T2" y="T3"/>
              </a:cxn>
              <a:cxn ang="T8">
                <a:pos x="T4" y="T5"/>
              </a:cxn>
            </a:cxnLst>
            <a:rect l="T9" t="T10" r="T11" b="T12"/>
            <a:pathLst>
              <a:path w="21600" h="20823" fill="none" extrusionOk="0">
                <a:moveTo>
                  <a:pt x="21600" y="0"/>
                </a:moveTo>
                <a:cubicBezTo>
                  <a:pt x="21600" y="9717"/>
                  <a:pt x="15110" y="18239"/>
                  <a:pt x="5741" y="20822"/>
                </a:cubicBezTo>
              </a:path>
              <a:path w="21600" h="20823" stroke="0" extrusionOk="0">
                <a:moveTo>
                  <a:pt x="21600" y="0"/>
                </a:moveTo>
                <a:cubicBezTo>
                  <a:pt x="21600" y="9717"/>
                  <a:pt x="15110" y="18239"/>
                  <a:pt x="5741" y="20822"/>
                </a:cubicBezTo>
                <a:lnTo>
                  <a:pt x="0" y="0"/>
                </a:lnTo>
                <a:lnTo>
                  <a:pt x="21600" y="0"/>
                </a:lnTo>
                <a:close/>
              </a:path>
            </a:pathLst>
          </a:custGeom>
          <a:noFill/>
          <a:ln w="12700" cap="rnd">
            <a:solidFill>
              <a:srgbClr val="8E8E95"/>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5611" name="Arc 359"/>
          <p:cNvSpPr>
            <a:spLocks noChangeAspect="1"/>
          </p:cNvSpPr>
          <p:nvPr/>
        </p:nvSpPr>
        <p:spPr bwMode="auto">
          <a:xfrm rot="2146826">
            <a:off x="7005640" y="5260975"/>
            <a:ext cx="606425" cy="114300"/>
          </a:xfrm>
          <a:custGeom>
            <a:avLst/>
            <a:gdLst>
              <a:gd name="T0" fmla="*/ 2147483646 w 42212"/>
              <a:gd name="T1" fmla="*/ 2147483646 h 22216"/>
              <a:gd name="T2" fmla="*/ 2147483646 w 42212"/>
              <a:gd name="T3" fmla="*/ 0 h 22216"/>
              <a:gd name="T4" fmla="*/ 2147483646 w 42212"/>
              <a:gd name="T5" fmla="*/ 2147483646 h 22216"/>
              <a:gd name="T6" fmla="*/ 0 60000 65536"/>
              <a:gd name="T7" fmla="*/ 0 60000 65536"/>
              <a:gd name="T8" fmla="*/ 0 60000 65536"/>
              <a:gd name="T9" fmla="*/ 0 w 42212"/>
              <a:gd name="T10" fmla="*/ 0 h 22216"/>
              <a:gd name="T11" fmla="*/ 42212 w 42212"/>
              <a:gd name="T12" fmla="*/ 22216 h 22216"/>
            </a:gdLst>
            <a:ahLst/>
            <a:cxnLst>
              <a:cxn ang="T6">
                <a:pos x="T0" y="T1"/>
              </a:cxn>
              <a:cxn ang="T7">
                <a:pos x="T2" y="T3"/>
              </a:cxn>
              <a:cxn ang="T8">
                <a:pos x="T4" y="T5"/>
              </a:cxn>
            </a:cxnLst>
            <a:rect l="T9" t="T10" r="T11" b="T12"/>
            <a:pathLst>
              <a:path w="42212" h="22216" fill="none" extrusionOk="0">
                <a:moveTo>
                  <a:pt x="42212" y="7073"/>
                </a:moveTo>
                <a:cubicBezTo>
                  <a:pt x="39389" y="16083"/>
                  <a:pt x="31041" y="22215"/>
                  <a:pt x="21600" y="22216"/>
                </a:cubicBezTo>
                <a:cubicBezTo>
                  <a:pt x="9670" y="22216"/>
                  <a:pt x="0" y="12545"/>
                  <a:pt x="0" y="616"/>
                </a:cubicBezTo>
                <a:cubicBezTo>
                  <a:pt x="-1" y="410"/>
                  <a:pt x="2" y="205"/>
                  <a:pt x="8" y="-1"/>
                </a:cubicBezTo>
              </a:path>
              <a:path w="42212" h="22216" stroke="0" extrusionOk="0">
                <a:moveTo>
                  <a:pt x="42212" y="7073"/>
                </a:moveTo>
                <a:cubicBezTo>
                  <a:pt x="39389" y="16083"/>
                  <a:pt x="31041" y="22215"/>
                  <a:pt x="21600" y="22216"/>
                </a:cubicBezTo>
                <a:cubicBezTo>
                  <a:pt x="9670" y="22216"/>
                  <a:pt x="0" y="12545"/>
                  <a:pt x="0" y="616"/>
                </a:cubicBezTo>
                <a:cubicBezTo>
                  <a:pt x="-1" y="410"/>
                  <a:pt x="2" y="205"/>
                  <a:pt x="8" y="-1"/>
                </a:cubicBezTo>
                <a:lnTo>
                  <a:pt x="21600" y="616"/>
                </a:lnTo>
                <a:lnTo>
                  <a:pt x="42212" y="7073"/>
                </a:lnTo>
                <a:close/>
              </a:path>
            </a:pathLst>
          </a:custGeom>
          <a:noFill/>
          <a:ln w="12700" cap="rnd">
            <a:solidFill>
              <a:srgbClr val="8E8E95"/>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grpSp>
        <p:nvGrpSpPr>
          <p:cNvPr id="25612" name="Group 726"/>
          <p:cNvGrpSpPr>
            <a:grpSpLocks noChangeAspect="1"/>
          </p:cNvGrpSpPr>
          <p:nvPr/>
        </p:nvGrpSpPr>
        <p:grpSpPr bwMode="auto">
          <a:xfrm>
            <a:off x="8301038" y="4433888"/>
            <a:ext cx="209551" cy="746125"/>
            <a:chOff x="3648" y="2010"/>
            <a:chExt cx="328" cy="1169"/>
          </a:xfrm>
        </p:grpSpPr>
        <p:sp>
          <p:nvSpPr>
            <p:cNvPr id="25636" name="Oval 727"/>
            <p:cNvSpPr>
              <a:spLocks noChangeAspect="1" noChangeArrowheads="1"/>
            </p:cNvSpPr>
            <p:nvPr/>
          </p:nvSpPr>
          <p:spPr bwMode="auto">
            <a:xfrm>
              <a:off x="3664" y="2110"/>
              <a:ext cx="32" cy="32"/>
            </a:xfrm>
            <a:prstGeom prst="ellipse">
              <a:avLst/>
            </a:prstGeom>
            <a:solidFill>
              <a:srgbClr val="B37121"/>
            </a:solidFill>
            <a:ln w="12700">
              <a:solidFill>
                <a:srgbClr val="472D0D"/>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25637" name="Oval 728"/>
            <p:cNvSpPr>
              <a:spLocks noChangeAspect="1" noChangeArrowheads="1"/>
            </p:cNvSpPr>
            <p:nvPr/>
          </p:nvSpPr>
          <p:spPr bwMode="auto">
            <a:xfrm>
              <a:off x="3928" y="2110"/>
              <a:ext cx="32" cy="32"/>
            </a:xfrm>
            <a:prstGeom prst="ellipse">
              <a:avLst/>
            </a:prstGeom>
            <a:solidFill>
              <a:srgbClr val="B37121"/>
            </a:solidFill>
            <a:ln w="12700">
              <a:solidFill>
                <a:srgbClr val="472D0D"/>
              </a:solidFill>
              <a:round/>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25638" name="Freeform 729"/>
            <p:cNvSpPr>
              <a:spLocks noChangeAspect="1"/>
            </p:cNvSpPr>
            <p:nvPr/>
          </p:nvSpPr>
          <p:spPr bwMode="auto">
            <a:xfrm>
              <a:off x="3732" y="2146"/>
              <a:ext cx="65" cy="73"/>
            </a:xfrm>
            <a:custGeom>
              <a:avLst/>
              <a:gdLst>
                <a:gd name="T0" fmla="*/ 8 w 65"/>
                <a:gd name="T1" fmla="*/ 0 h 73"/>
                <a:gd name="T2" fmla="*/ 64 w 65"/>
                <a:gd name="T3" fmla="*/ 48 h 73"/>
                <a:gd name="T4" fmla="*/ 64 w 65"/>
                <a:gd name="T5" fmla="*/ 72 h 73"/>
                <a:gd name="T6" fmla="*/ 0 w 65"/>
                <a:gd name="T7" fmla="*/ 0 h 73"/>
                <a:gd name="T8" fmla="*/ 8 w 65"/>
                <a:gd name="T9" fmla="*/ 0 h 73"/>
                <a:gd name="T10" fmla="*/ 0 60000 65536"/>
                <a:gd name="T11" fmla="*/ 0 60000 65536"/>
                <a:gd name="T12" fmla="*/ 0 60000 65536"/>
                <a:gd name="T13" fmla="*/ 0 60000 65536"/>
                <a:gd name="T14" fmla="*/ 0 60000 65536"/>
                <a:gd name="T15" fmla="*/ 0 w 65"/>
                <a:gd name="T16" fmla="*/ 0 h 73"/>
                <a:gd name="T17" fmla="*/ 65 w 65"/>
                <a:gd name="T18" fmla="*/ 73 h 73"/>
              </a:gdLst>
              <a:ahLst/>
              <a:cxnLst>
                <a:cxn ang="T10">
                  <a:pos x="T0" y="T1"/>
                </a:cxn>
                <a:cxn ang="T11">
                  <a:pos x="T2" y="T3"/>
                </a:cxn>
                <a:cxn ang="T12">
                  <a:pos x="T4" y="T5"/>
                </a:cxn>
                <a:cxn ang="T13">
                  <a:pos x="T6" y="T7"/>
                </a:cxn>
                <a:cxn ang="T14">
                  <a:pos x="T8" y="T9"/>
                </a:cxn>
              </a:cxnLst>
              <a:rect l="T15" t="T16" r="T17" b="T18"/>
              <a:pathLst>
                <a:path w="65" h="73">
                  <a:moveTo>
                    <a:pt x="8" y="0"/>
                  </a:moveTo>
                  <a:lnTo>
                    <a:pt x="64" y="48"/>
                  </a:lnTo>
                  <a:lnTo>
                    <a:pt x="64" y="72"/>
                  </a:lnTo>
                  <a:lnTo>
                    <a:pt x="0" y="0"/>
                  </a:lnTo>
                  <a:lnTo>
                    <a:pt x="8" y="0"/>
                  </a:lnTo>
                </a:path>
              </a:pathLst>
            </a:custGeom>
            <a:solidFill>
              <a:srgbClr val="472D0D"/>
            </a:solidFill>
            <a:ln w="12700" cap="rnd">
              <a:solidFill>
                <a:srgbClr val="472D0D"/>
              </a:solidFill>
              <a:round/>
              <a:headEnd/>
              <a:tailEnd/>
            </a:ln>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5639" name="Freeform 730"/>
            <p:cNvSpPr>
              <a:spLocks noChangeAspect="1"/>
            </p:cNvSpPr>
            <p:nvPr/>
          </p:nvSpPr>
          <p:spPr bwMode="auto">
            <a:xfrm>
              <a:off x="3812" y="2146"/>
              <a:ext cx="65" cy="73"/>
            </a:xfrm>
            <a:custGeom>
              <a:avLst/>
              <a:gdLst>
                <a:gd name="T0" fmla="*/ 56 w 65"/>
                <a:gd name="T1" fmla="*/ 0 h 73"/>
                <a:gd name="T2" fmla="*/ 0 w 65"/>
                <a:gd name="T3" fmla="*/ 48 h 73"/>
                <a:gd name="T4" fmla="*/ 0 w 65"/>
                <a:gd name="T5" fmla="*/ 72 h 73"/>
                <a:gd name="T6" fmla="*/ 64 w 65"/>
                <a:gd name="T7" fmla="*/ 0 h 73"/>
                <a:gd name="T8" fmla="*/ 56 w 65"/>
                <a:gd name="T9" fmla="*/ 0 h 73"/>
                <a:gd name="T10" fmla="*/ 0 60000 65536"/>
                <a:gd name="T11" fmla="*/ 0 60000 65536"/>
                <a:gd name="T12" fmla="*/ 0 60000 65536"/>
                <a:gd name="T13" fmla="*/ 0 60000 65536"/>
                <a:gd name="T14" fmla="*/ 0 60000 65536"/>
                <a:gd name="T15" fmla="*/ 0 w 65"/>
                <a:gd name="T16" fmla="*/ 0 h 73"/>
                <a:gd name="T17" fmla="*/ 65 w 65"/>
                <a:gd name="T18" fmla="*/ 73 h 73"/>
              </a:gdLst>
              <a:ahLst/>
              <a:cxnLst>
                <a:cxn ang="T10">
                  <a:pos x="T0" y="T1"/>
                </a:cxn>
                <a:cxn ang="T11">
                  <a:pos x="T2" y="T3"/>
                </a:cxn>
                <a:cxn ang="T12">
                  <a:pos x="T4" y="T5"/>
                </a:cxn>
                <a:cxn ang="T13">
                  <a:pos x="T6" y="T7"/>
                </a:cxn>
                <a:cxn ang="T14">
                  <a:pos x="T8" y="T9"/>
                </a:cxn>
              </a:cxnLst>
              <a:rect l="T15" t="T16" r="T17" b="T18"/>
              <a:pathLst>
                <a:path w="65" h="73">
                  <a:moveTo>
                    <a:pt x="56" y="0"/>
                  </a:moveTo>
                  <a:lnTo>
                    <a:pt x="0" y="48"/>
                  </a:lnTo>
                  <a:lnTo>
                    <a:pt x="0" y="72"/>
                  </a:lnTo>
                  <a:lnTo>
                    <a:pt x="64" y="0"/>
                  </a:lnTo>
                  <a:lnTo>
                    <a:pt x="56" y="0"/>
                  </a:lnTo>
                </a:path>
              </a:pathLst>
            </a:custGeom>
            <a:solidFill>
              <a:srgbClr val="472D0D"/>
            </a:solidFill>
            <a:ln w="12700" cap="rnd">
              <a:solidFill>
                <a:srgbClr val="472D0D"/>
              </a:solidFill>
              <a:round/>
              <a:headEnd/>
              <a:tailEnd/>
            </a:ln>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5640" name="Freeform 731"/>
            <p:cNvSpPr>
              <a:spLocks noChangeAspect="1"/>
            </p:cNvSpPr>
            <p:nvPr/>
          </p:nvSpPr>
          <p:spPr bwMode="auto">
            <a:xfrm>
              <a:off x="3732" y="2314"/>
              <a:ext cx="65" cy="65"/>
            </a:xfrm>
            <a:custGeom>
              <a:avLst/>
              <a:gdLst>
                <a:gd name="T0" fmla="*/ 8 w 65"/>
                <a:gd name="T1" fmla="*/ 0 h 65"/>
                <a:gd name="T2" fmla="*/ 64 w 65"/>
                <a:gd name="T3" fmla="*/ 56 h 65"/>
                <a:gd name="T4" fmla="*/ 64 w 65"/>
                <a:gd name="T5" fmla="*/ 64 h 65"/>
                <a:gd name="T6" fmla="*/ 0 w 65"/>
                <a:gd name="T7" fmla="*/ 0 h 65"/>
                <a:gd name="T8" fmla="*/ 8 w 65"/>
                <a:gd name="T9" fmla="*/ 0 h 65"/>
                <a:gd name="T10" fmla="*/ 0 60000 65536"/>
                <a:gd name="T11" fmla="*/ 0 60000 65536"/>
                <a:gd name="T12" fmla="*/ 0 60000 65536"/>
                <a:gd name="T13" fmla="*/ 0 60000 65536"/>
                <a:gd name="T14" fmla="*/ 0 60000 65536"/>
                <a:gd name="T15" fmla="*/ 0 w 65"/>
                <a:gd name="T16" fmla="*/ 0 h 65"/>
                <a:gd name="T17" fmla="*/ 65 w 65"/>
                <a:gd name="T18" fmla="*/ 65 h 65"/>
              </a:gdLst>
              <a:ahLst/>
              <a:cxnLst>
                <a:cxn ang="T10">
                  <a:pos x="T0" y="T1"/>
                </a:cxn>
                <a:cxn ang="T11">
                  <a:pos x="T2" y="T3"/>
                </a:cxn>
                <a:cxn ang="T12">
                  <a:pos x="T4" y="T5"/>
                </a:cxn>
                <a:cxn ang="T13">
                  <a:pos x="T6" y="T7"/>
                </a:cxn>
                <a:cxn ang="T14">
                  <a:pos x="T8" y="T9"/>
                </a:cxn>
              </a:cxnLst>
              <a:rect l="T15" t="T16" r="T17" b="T18"/>
              <a:pathLst>
                <a:path w="65" h="65">
                  <a:moveTo>
                    <a:pt x="8" y="0"/>
                  </a:moveTo>
                  <a:lnTo>
                    <a:pt x="64" y="56"/>
                  </a:lnTo>
                  <a:lnTo>
                    <a:pt x="64" y="64"/>
                  </a:lnTo>
                  <a:lnTo>
                    <a:pt x="0" y="0"/>
                  </a:lnTo>
                  <a:lnTo>
                    <a:pt x="8" y="0"/>
                  </a:lnTo>
                </a:path>
              </a:pathLst>
            </a:custGeom>
            <a:solidFill>
              <a:srgbClr val="472D0D"/>
            </a:solidFill>
            <a:ln w="12700" cap="rnd">
              <a:solidFill>
                <a:srgbClr val="472D0D"/>
              </a:solidFill>
              <a:round/>
              <a:headEnd/>
              <a:tailEnd/>
            </a:ln>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5641" name="Freeform 732"/>
            <p:cNvSpPr>
              <a:spLocks noChangeAspect="1"/>
            </p:cNvSpPr>
            <p:nvPr/>
          </p:nvSpPr>
          <p:spPr bwMode="auto">
            <a:xfrm>
              <a:off x="3812" y="2314"/>
              <a:ext cx="65" cy="65"/>
            </a:xfrm>
            <a:custGeom>
              <a:avLst/>
              <a:gdLst>
                <a:gd name="T0" fmla="*/ 56 w 65"/>
                <a:gd name="T1" fmla="*/ 0 h 65"/>
                <a:gd name="T2" fmla="*/ 0 w 65"/>
                <a:gd name="T3" fmla="*/ 56 h 65"/>
                <a:gd name="T4" fmla="*/ 0 w 65"/>
                <a:gd name="T5" fmla="*/ 64 h 65"/>
                <a:gd name="T6" fmla="*/ 64 w 65"/>
                <a:gd name="T7" fmla="*/ 0 h 65"/>
                <a:gd name="T8" fmla="*/ 56 w 65"/>
                <a:gd name="T9" fmla="*/ 0 h 65"/>
                <a:gd name="T10" fmla="*/ 0 60000 65536"/>
                <a:gd name="T11" fmla="*/ 0 60000 65536"/>
                <a:gd name="T12" fmla="*/ 0 60000 65536"/>
                <a:gd name="T13" fmla="*/ 0 60000 65536"/>
                <a:gd name="T14" fmla="*/ 0 60000 65536"/>
                <a:gd name="T15" fmla="*/ 0 w 65"/>
                <a:gd name="T16" fmla="*/ 0 h 65"/>
                <a:gd name="T17" fmla="*/ 65 w 65"/>
                <a:gd name="T18" fmla="*/ 65 h 65"/>
              </a:gdLst>
              <a:ahLst/>
              <a:cxnLst>
                <a:cxn ang="T10">
                  <a:pos x="T0" y="T1"/>
                </a:cxn>
                <a:cxn ang="T11">
                  <a:pos x="T2" y="T3"/>
                </a:cxn>
                <a:cxn ang="T12">
                  <a:pos x="T4" y="T5"/>
                </a:cxn>
                <a:cxn ang="T13">
                  <a:pos x="T6" y="T7"/>
                </a:cxn>
                <a:cxn ang="T14">
                  <a:pos x="T8" y="T9"/>
                </a:cxn>
              </a:cxnLst>
              <a:rect l="T15" t="T16" r="T17" b="T18"/>
              <a:pathLst>
                <a:path w="65" h="65">
                  <a:moveTo>
                    <a:pt x="56" y="0"/>
                  </a:moveTo>
                  <a:lnTo>
                    <a:pt x="0" y="56"/>
                  </a:lnTo>
                  <a:lnTo>
                    <a:pt x="0" y="64"/>
                  </a:lnTo>
                  <a:lnTo>
                    <a:pt x="64" y="0"/>
                  </a:lnTo>
                  <a:lnTo>
                    <a:pt x="56" y="0"/>
                  </a:lnTo>
                </a:path>
              </a:pathLst>
            </a:custGeom>
            <a:solidFill>
              <a:srgbClr val="472D0D"/>
            </a:solidFill>
            <a:ln w="12700" cap="rnd">
              <a:solidFill>
                <a:srgbClr val="472D0D"/>
              </a:solidFill>
              <a:round/>
              <a:headEnd/>
              <a:tailEnd/>
            </a:ln>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5642" name="Freeform 733"/>
            <p:cNvSpPr>
              <a:spLocks noChangeAspect="1"/>
            </p:cNvSpPr>
            <p:nvPr/>
          </p:nvSpPr>
          <p:spPr bwMode="auto">
            <a:xfrm>
              <a:off x="3796" y="2010"/>
              <a:ext cx="33" cy="1169"/>
            </a:xfrm>
            <a:custGeom>
              <a:avLst/>
              <a:gdLst>
                <a:gd name="T0" fmla="*/ 32 w 33"/>
                <a:gd name="T1" fmla="*/ 1168 h 1169"/>
                <a:gd name="T2" fmla="*/ 32 w 33"/>
                <a:gd name="T3" fmla="*/ 8 h 1169"/>
                <a:gd name="T4" fmla="*/ 24 w 33"/>
                <a:gd name="T5" fmla="*/ 0 h 1169"/>
                <a:gd name="T6" fmla="*/ 8 w 33"/>
                <a:gd name="T7" fmla="*/ 0 h 1169"/>
                <a:gd name="T8" fmla="*/ 0 w 33"/>
                <a:gd name="T9" fmla="*/ 8 h 1169"/>
                <a:gd name="T10" fmla="*/ 0 w 33"/>
                <a:gd name="T11" fmla="*/ 1168 h 1169"/>
                <a:gd name="T12" fmla="*/ 0 60000 65536"/>
                <a:gd name="T13" fmla="*/ 0 60000 65536"/>
                <a:gd name="T14" fmla="*/ 0 60000 65536"/>
                <a:gd name="T15" fmla="*/ 0 60000 65536"/>
                <a:gd name="T16" fmla="*/ 0 60000 65536"/>
                <a:gd name="T17" fmla="*/ 0 60000 65536"/>
                <a:gd name="T18" fmla="*/ 0 w 33"/>
                <a:gd name="T19" fmla="*/ 0 h 1169"/>
                <a:gd name="T20" fmla="*/ 33 w 33"/>
                <a:gd name="T21" fmla="*/ 1169 h 1169"/>
              </a:gdLst>
              <a:ahLst/>
              <a:cxnLst>
                <a:cxn ang="T12">
                  <a:pos x="T0" y="T1"/>
                </a:cxn>
                <a:cxn ang="T13">
                  <a:pos x="T2" y="T3"/>
                </a:cxn>
                <a:cxn ang="T14">
                  <a:pos x="T4" y="T5"/>
                </a:cxn>
                <a:cxn ang="T15">
                  <a:pos x="T6" y="T7"/>
                </a:cxn>
                <a:cxn ang="T16">
                  <a:pos x="T8" y="T9"/>
                </a:cxn>
                <a:cxn ang="T17">
                  <a:pos x="T10" y="T11"/>
                </a:cxn>
              </a:cxnLst>
              <a:rect l="T18" t="T19" r="T20" b="T21"/>
              <a:pathLst>
                <a:path w="33" h="1169">
                  <a:moveTo>
                    <a:pt x="32" y="1168"/>
                  </a:moveTo>
                  <a:lnTo>
                    <a:pt x="32" y="8"/>
                  </a:lnTo>
                  <a:lnTo>
                    <a:pt x="24" y="0"/>
                  </a:lnTo>
                  <a:lnTo>
                    <a:pt x="8" y="0"/>
                  </a:lnTo>
                  <a:lnTo>
                    <a:pt x="0" y="8"/>
                  </a:lnTo>
                  <a:lnTo>
                    <a:pt x="0" y="1168"/>
                  </a:lnTo>
                </a:path>
              </a:pathLst>
            </a:custGeom>
            <a:solidFill>
              <a:srgbClr val="B37121"/>
            </a:solidFill>
            <a:ln w="12700" cap="rnd">
              <a:solidFill>
                <a:srgbClr val="472D0D"/>
              </a:solidFill>
              <a:round/>
              <a:headEnd/>
              <a:tailEnd/>
            </a:ln>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5643" name="Line 734"/>
            <p:cNvSpPr>
              <a:spLocks noChangeAspect="1" noChangeShapeType="1"/>
            </p:cNvSpPr>
            <p:nvPr/>
          </p:nvSpPr>
          <p:spPr bwMode="auto">
            <a:xfrm>
              <a:off x="3820" y="2065"/>
              <a:ext cx="0" cy="1073"/>
            </a:xfrm>
            <a:prstGeom prst="line">
              <a:avLst/>
            </a:prstGeom>
            <a:noFill/>
            <a:ln w="12700">
              <a:solidFill>
                <a:srgbClr val="8F5B1A"/>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5644" name="Rectangle 735"/>
            <p:cNvSpPr>
              <a:spLocks noChangeAspect="1" noChangeArrowheads="1"/>
            </p:cNvSpPr>
            <p:nvPr/>
          </p:nvSpPr>
          <p:spPr bwMode="auto">
            <a:xfrm>
              <a:off x="3696" y="2294"/>
              <a:ext cx="224" cy="24"/>
            </a:xfrm>
            <a:prstGeom prst="rect">
              <a:avLst/>
            </a:prstGeom>
            <a:solidFill>
              <a:srgbClr val="B37121"/>
            </a:solidFill>
            <a:ln w="12700">
              <a:solidFill>
                <a:srgbClr val="472D0D"/>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25645" name="Rectangle 736"/>
            <p:cNvSpPr>
              <a:spLocks noChangeAspect="1" noChangeArrowheads="1"/>
            </p:cNvSpPr>
            <p:nvPr/>
          </p:nvSpPr>
          <p:spPr bwMode="auto">
            <a:xfrm>
              <a:off x="3648" y="2134"/>
              <a:ext cx="328" cy="24"/>
            </a:xfrm>
            <a:prstGeom prst="rect">
              <a:avLst/>
            </a:prstGeom>
            <a:solidFill>
              <a:srgbClr val="B37121"/>
            </a:solidFill>
            <a:ln w="12700">
              <a:solidFill>
                <a:srgbClr val="472D0D"/>
              </a:solidFill>
              <a:miter lim="800000"/>
              <a:headEnd/>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25646" name="Line 737"/>
            <p:cNvSpPr>
              <a:spLocks noChangeAspect="1" noChangeShapeType="1"/>
            </p:cNvSpPr>
            <p:nvPr/>
          </p:nvSpPr>
          <p:spPr bwMode="auto">
            <a:xfrm>
              <a:off x="3691" y="2146"/>
              <a:ext cx="241" cy="0"/>
            </a:xfrm>
            <a:prstGeom prst="line">
              <a:avLst/>
            </a:prstGeom>
            <a:noFill/>
            <a:ln w="12700">
              <a:solidFill>
                <a:srgbClr val="8F5B1A"/>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5647" name="Line 738"/>
            <p:cNvSpPr>
              <a:spLocks noChangeAspect="1" noChangeShapeType="1"/>
            </p:cNvSpPr>
            <p:nvPr/>
          </p:nvSpPr>
          <p:spPr bwMode="auto">
            <a:xfrm>
              <a:off x="3739" y="2306"/>
              <a:ext cx="137" cy="0"/>
            </a:xfrm>
            <a:prstGeom prst="line">
              <a:avLst/>
            </a:prstGeom>
            <a:noFill/>
            <a:ln w="12700">
              <a:solidFill>
                <a:srgbClr val="8F5B1A"/>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grpSp>
      <p:sp>
        <p:nvSpPr>
          <p:cNvPr id="25613" name="Arc 740"/>
          <p:cNvSpPr>
            <a:spLocks noChangeAspect="1"/>
          </p:cNvSpPr>
          <p:nvPr/>
        </p:nvSpPr>
        <p:spPr bwMode="auto">
          <a:xfrm rot="2146826">
            <a:off x="8275640" y="4689475"/>
            <a:ext cx="606425" cy="114300"/>
          </a:xfrm>
          <a:custGeom>
            <a:avLst/>
            <a:gdLst>
              <a:gd name="T0" fmla="*/ 2147483646 w 42212"/>
              <a:gd name="T1" fmla="*/ 2147483646 h 22216"/>
              <a:gd name="T2" fmla="*/ 2147483646 w 42212"/>
              <a:gd name="T3" fmla="*/ 0 h 22216"/>
              <a:gd name="T4" fmla="*/ 2147483646 w 42212"/>
              <a:gd name="T5" fmla="*/ 2147483646 h 22216"/>
              <a:gd name="T6" fmla="*/ 0 60000 65536"/>
              <a:gd name="T7" fmla="*/ 0 60000 65536"/>
              <a:gd name="T8" fmla="*/ 0 60000 65536"/>
              <a:gd name="T9" fmla="*/ 0 w 42212"/>
              <a:gd name="T10" fmla="*/ 0 h 22216"/>
              <a:gd name="T11" fmla="*/ 42212 w 42212"/>
              <a:gd name="T12" fmla="*/ 22216 h 22216"/>
            </a:gdLst>
            <a:ahLst/>
            <a:cxnLst>
              <a:cxn ang="T6">
                <a:pos x="T0" y="T1"/>
              </a:cxn>
              <a:cxn ang="T7">
                <a:pos x="T2" y="T3"/>
              </a:cxn>
              <a:cxn ang="T8">
                <a:pos x="T4" y="T5"/>
              </a:cxn>
            </a:cxnLst>
            <a:rect l="T9" t="T10" r="T11" b="T12"/>
            <a:pathLst>
              <a:path w="42212" h="22216" fill="none" extrusionOk="0">
                <a:moveTo>
                  <a:pt x="42212" y="7073"/>
                </a:moveTo>
                <a:cubicBezTo>
                  <a:pt x="39389" y="16083"/>
                  <a:pt x="31041" y="22215"/>
                  <a:pt x="21600" y="22216"/>
                </a:cubicBezTo>
                <a:cubicBezTo>
                  <a:pt x="9670" y="22216"/>
                  <a:pt x="0" y="12545"/>
                  <a:pt x="0" y="616"/>
                </a:cubicBezTo>
                <a:cubicBezTo>
                  <a:pt x="-1" y="410"/>
                  <a:pt x="2" y="205"/>
                  <a:pt x="8" y="-1"/>
                </a:cubicBezTo>
              </a:path>
              <a:path w="42212" h="22216" stroke="0" extrusionOk="0">
                <a:moveTo>
                  <a:pt x="42212" y="7073"/>
                </a:moveTo>
                <a:cubicBezTo>
                  <a:pt x="39389" y="16083"/>
                  <a:pt x="31041" y="22215"/>
                  <a:pt x="21600" y="22216"/>
                </a:cubicBezTo>
                <a:cubicBezTo>
                  <a:pt x="9670" y="22216"/>
                  <a:pt x="0" y="12545"/>
                  <a:pt x="0" y="616"/>
                </a:cubicBezTo>
                <a:cubicBezTo>
                  <a:pt x="-1" y="410"/>
                  <a:pt x="2" y="205"/>
                  <a:pt x="8" y="-1"/>
                </a:cubicBezTo>
                <a:lnTo>
                  <a:pt x="21600" y="616"/>
                </a:lnTo>
                <a:lnTo>
                  <a:pt x="42212" y="7073"/>
                </a:lnTo>
                <a:close/>
              </a:path>
            </a:pathLst>
          </a:custGeom>
          <a:noFill/>
          <a:ln w="12700" cap="rnd">
            <a:solidFill>
              <a:srgbClr val="8E8E95"/>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5614" name="Text Box 741"/>
          <p:cNvSpPr txBox="1">
            <a:spLocks noChangeArrowheads="1"/>
          </p:cNvSpPr>
          <p:nvPr/>
        </p:nvSpPr>
        <p:spPr bwMode="auto">
          <a:xfrm>
            <a:off x="4949825" y="3400425"/>
            <a:ext cx="1263166" cy="336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5000"/>
              </a:lnSpc>
              <a:spcBef>
                <a:spcPct val="20000"/>
              </a:spcBef>
              <a:spcAft>
                <a:spcPct val="0"/>
              </a:spcAft>
              <a:buClr>
                <a:srgbClr val="FF9933"/>
              </a:buClr>
              <a:buFont typeface="Wingdings" panose="05000000000000000000" pitchFamily="2" charset="2"/>
              <a:buNone/>
            </a:pPr>
            <a:r>
              <a:rPr lang="en-US" altLang="en-US">
                <a:solidFill>
                  <a:prstClr val="black"/>
                </a:solidFill>
              </a:rPr>
              <a:t>Site to Site</a:t>
            </a:r>
          </a:p>
        </p:txBody>
      </p:sp>
      <p:sp>
        <p:nvSpPr>
          <p:cNvPr id="25615" name="Text Box 742"/>
          <p:cNvSpPr txBox="1">
            <a:spLocks noChangeArrowheads="1"/>
          </p:cNvSpPr>
          <p:nvPr/>
        </p:nvSpPr>
        <p:spPr bwMode="auto">
          <a:xfrm>
            <a:off x="8780465" y="5621339"/>
            <a:ext cx="1750544" cy="336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5000"/>
              </a:lnSpc>
              <a:spcBef>
                <a:spcPct val="20000"/>
              </a:spcBef>
              <a:spcAft>
                <a:spcPct val="0"/>
              </a:spcAft>
              <a:buClr>
                <a:srgbClr val="FF9933"/>
              </a:buClr>
              <a:buFont typeface="Wingdings" panose="05000000000000000000" pitchFamily="2" charset="2"/>
              <a:buNone/>
            </a:pPr>
            <a:r>
              <a:rPr lang="en-US" altLang="en-US">
                <a:solidFill>
                  <a:prstClr val="black"/>
                </a:solidFill>
              </a:rPr>
              <a:t>Remote Access</a:t>
            </a:r>
          </a:p>
        </p:txBody>
      </p:sp>
      <p:sp>
        <p:nvSpPr>
          <p:cNvPr id="25616" name="Text Box 801"/>
          <p:cNvSpPr txBox="1">
            <a:spLocks noChangeArrowheads="1"/>
          </p:cNvSpPr>
          <p:nvPr/>
        </p:nvSpPr>
        <p:spPr bwMode="auto">
          <a:xfrm>
            <a:off x="4792663" y="4808539"/>
            <a:ext cx="1406576" cy="729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type="none" w="sm" len="sm"/>
                <a:tailEnd type="none" w="sm" len="sm"/>
              </a14:hiddenLine>
            </a:ext>
          </a:extLst>
        </p:spPr>
        <p:txBody>
          <a:bodyPr wrap="none" lIns="82124" tIns="41061" rIns="82124" bIns="41061">
            <a:spAutoFit/>
          </a:bodyPr>
          <a:lstStyle>
            <a:lvl1pPr defTabSz="814388">
              <a:defRPr>
                <a:solidFill>
                  <a:schemeClr val="tx1"/>
                </a:solidFill>
                <a:latin typeface="Arial" panose="020B0604020202020204" pitchFamily="34" charset="0"/>
                <a:cs typeface="Arial" panose="020B0604020202020204" pitchFamily="34" charset="0"/>
              </a:defRPr>
            </a:lvl1pPr>
            <a:lvl2pPr marL="742950" indent="-28575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5000"/>
              </a:lnSpc>
              <a:spcBef>
                <a:spcPct val="20000"/>
              </a:spcBef>
              <a:spcAft>
                <a:spcPct val="0"/>
              </a:spcAft>
              <a:buClr>
                <a:srgbClr val="FF9933"/>
              </a:buClr>
              <a:buFont typeface="Wingdings" panose="05000000000000000000" pitchFamily="2" charset="2"/>
              <a:buNone/>
            </a:pPr>
            <a:r>
              <a:rPr lang="en-US" altLang="en-US" sz="2000">
                <a:solidFill>
                  <a:prstClr val="black"/>
                </a:solidFill>
              </a:rPr>
              <a:t>IPsec VPN</a:t>
            </a:r>
          </a:p>
          <a:p>
            <a:pPr fontAlgn="base">
              <a:lnSpc>
                <a:spcPct val="95000"/>
              </a:lnSpc>
              <a:spcBef>
                <a:spcPct val="20000"/>
              </a:spcBef>
              <a:spcAft>
                <a:spcPct val="0"/>
              </a:spcAft>
              <a:buClr>
                <a:srgbClr val="FF9933"/>
              </a:buClr>
              <a:buFont typeface="Wingdings" panose="05000000000000000000" pitchFamily="2" charset="2"/>
              <a:buNone/>
            </a:pPr>
            <a:r>
              <a:rPr lang="en-US" altLang="en-US" sz="2000">
                <a:solidFill>
                  <a:prstClr val="black"/>
                </a:solidFill>
              </a:rPr>
              <a:t>SSL VPN</a:t>
            </a:r>
          </a:p>
        </p:txBody>
      </p:sp>
      <p:sp>
        <p:nvSpPr>
          <p:cNvPr id="25617" name="AutoShape 802"/>
          <p:cNvSpPr>
            <a:spLocks noChangeArrowheads="1"/>
          </p:cNvSpPr>
          <p:nvPr/>
        </p:nvSpPr>
        <p:spPr bwMode="auto">
          <a:xfrm>
            <a:off x="4179888" y="4970464"/>
            <a:ext cx="609600" cy="288925"/>
          </a:xfrm>
          <a:prstGeom prst="leftArrow">
            <a:avLst>
              <a:gd name="adj1" fmla="val 50000"/>
              <a:gd name="adj2" fmla="val 52747"/>
            </a:avLst>
          </a:prstGeom>
          <a:solidFill>
            <a:schemeClr val="folHlink"/>
          </a:solidFill>
          <a:ln w="38100" algn="ctr">
            <a:solidFill>
              <a:schemeClr val="tx1"/>
            </a:solidFill>
            <a:miter lim="800000"/>
            <a:headEnd type="none" w="sm" len="sm"/>
            <a:tailEnd type="none" w="sm" len="sm"/>
          </a:ln>
        </p:spPr>
        <p:txBody>
          <a:bodyPr wrap="none" lIns="82124" tIns="41061" rIns="82124" bIns="41061"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25618" name="Line 803"/>
          <p:cNvSpPr>
            <a:spLocks noChangeShapeType="1"/>
          </p:cNvSpPr>
          <p:nvPr/>
        </p:nvSpPr>
        <p:spPr bwMode="auto">
          <a:xfrm flipV="1">
            <a:off x="3103563" y="4752975"/>
            <a:ext cx="531812" cy="7939"/>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pic>
        <p:nvPicPr>
          <p:cNvPr id="25619" name="Picture 808" descr="Network_Cloud_Standard"/>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210177" y="3702050"/>
            <a:ext cx="2155825" cy="1098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20" name="Line 811"/>
          <p:cNvSpPr>
            <a:spLocks noChangeShapeType="1"/>
          </p:cNvSpPr>
          <p:nvPr/>
        </p:nvSpPr>
        <p:spPr bwMode="auto">
          <a:xfrm flipH="1">
            <a:off x="3630614" y="3671889"/>
            <a:ext cx="12700" cy="1370012"/>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5621" name="Line 812"/>
          <p:cNvSpPr>
            <a:spLocks noChangeShapeType="1"/>
          </p:cNvSpPr>
          <p:nvPr/>
        </p:nvSpPr>
        <p:spPr bwMode="auto">
          <a:xfrm flipV="1">
            <a:off x="3124200" y="3903665"/>
            <a:ext cx="531813" cy="7937"/>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pic>
        <p:nvPicPr>
          <p:cNvPr id="25622" name="Picture 810" descr="File-Application_Serve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779713" y="3206751"/>
            <a:ext cx="609600" cy="87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23" name="Picture 806" descr="File-Application_Serve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757488" y="4275139"/>
            <a:ext cx="609600" cy="87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24" name="Text Box 814"/>
          <p:cNvSpPr txBox="1">
            <a:spLocks noChangeArrowheads="1"/>
          </p:cNvSpPr>
          <p:nvPr/>
        </p:nvSpPr>
        <p:spPr bwMode="auto">
          <a:xfrm>
            <a:off x="5715002" y="4075113"/>
            <a:ext cx="929742" cy="336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5000"/>
              </a:lnSpc>
              <a:spcBef>
                <a:spcPct val="20000"/>
              </a:spcBef>
              <a:spcAft>
                <a:spcPct val="0"/>
              </a:spcAft>
              <a:buClr>
                <a:srgbClr val="FF9933"/>
              </a:buClr>
              <a:buFont typeface="Wingdings" panose="05000000000000000000" pitchFamily="2" charset="2"/>
              <a:buNone/>
            </a:pPr>
            <a:r>
              <a:rPr lang="en-US" altLang="en-US">
                <a:solidFill>
                  <a:prstClr val="black"/>
                </a:solidFill>
              </a:rPr>
              <a:t>Internet</a:t>
            </a:r>
          </a:p>
        </p:txBody>
      </p:sp>
      <p:pic>
        <p:nvPicPr>
          <p:cNvPr id="25625" name="Picture 815" descr="Home_Office"/>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716964" y="4324351"/>
            <a:ext cx="1228725" cy="108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5626" name="Group 954"/>
          <p:cNvGrpSpPr>
            <a:grpSpLocks/>
          </p:cNvGrpSpPr>
          <p:nvPr/>
        </p:nvGrpSpPr>
        <p:grpSpPr bwMode="auto">
          <a:xfrm>
            <a:off x="6751639" y="1238251"/>
            <a:ext cx="955675" cy="1423988"/>
            <a:chOff x="1867" y="1238"/>
            <a:chExt cx="465" cy="693"/>
          </a:xfrm>
        </p:grpSpPr>
        <p:pic>
          <p:nvPicPr>
            <p:cNvPr id="25634" name="Picture 820" descr="Branch_Office_Regula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67" y="1238"/>
              <a:ext cx="465" cy="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35" name="Rectangle 953"/>
            <p:cNvSpPr>
              <a:spLocks noChangeArrowheads="1"/>
            </p:cNvSpPr>
            <p:nvPr/>
          </p:nvSpPr>
          <p:spPr bwMode="auto">
            <a:xfrm rot="1519179">
              <a:off x="1900" y="1738"/>
              <a:ext cx="194" cy="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Char char="v"/>
              </a:pPr>
              <a:r>
                <a:rPr lang="en-US" altLang="en-US" sz="700">
                  <a:solidFill>
                    <a:srgbClr val="000000"/>
                  </a:solidFill>
                </a:rPr>
                <a:t>B A N K</a:t>
              </a:r>
              <a:endParaRPr lang="en-US" altLang="en-US">
                <a:solidFill>
                  <a:prstClr val="black"/>
                </a:solidFill>
              </a:endParaRPr>
            </a:p>
          </p:txBody>
        </p:sp>
      </p:grpSp>
      <p:pic>
        <p:nvPicPr>
          <p:cNvPr id="25627" name="Picture 960" descr="Home_Office"/>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394577" y="5095875"/>
            <a:ext cx="1241425" cy="1093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28" name="Line 963"/>
          <p:cNvSpPr>
            <a:spLocks noChangeShapeType="1"/>
          </p:cNvSpPr>
          <p:nvPr/>
        </p:nvSpPr>
        <p:spPr bwMode="auto">
          <a:xfrm flipH="1" flipV="1">
            <a:off x="7816851" y="5667377"/>
            <a:ext cx="128588" cy="42863"/>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5629" name="Text Box 966"/>
          <p:cNvSpPr txBox="1">
            <a:spLocks noChangeArrowheads="1"/>
          </p:cNvSpPr>
          <p:nvPr/>
        </p:nvSpPr>
        <p:spPr bwMode="auto">
          <a:xfrm>
            <a:off x="1924051" y="5497513"/>
            <a:ext cx="1545295" cy="336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5000"/>
              </a:lnSpc>
              <a:spcBef>
                <a:spcPct val="20000"/>
              </a:spcBef>
              <a:spcAft>
                <a:spcPct val="0"/>
              </a:spcAft>
              <a:buClr>
                <a:srgbClr val="FF9933"/>
              </a:buClr>
              <a:buFont typeface="Wingdings" panose="05000000000000000000" pitchFamily="2" charset="2"/>
              <a:buNone/>
            </a:pPr>
            <a:r>
              <a:rPr lang="en-US" altLang="en-US">
                <a:solidFill>
                  <a:prstClr val="black"/>
                </a:solidFill>
              </a:rPr>
              <a:t>Headquarters</a:t>
            </a:r>
          </a:p>
        </p:txBody>
      </p:sp>
      <p:pic>
        <p:nvPicPr>
          <p:cNvPr id="25630" name="Picture 967" descr="Cisco_ASA5500"/>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757613" y="3897314"/>
            <a:ext cx="603251" cy="79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31" name="Picture 968" descr="Cisco_ASA5500"/>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115175" y="2554289"/>
            <a:ext cx="401639"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32" name="Picture 969" descr="Cisco_ASA5500"/>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694614" y="3211514"/>
            <a:ext cx="401637"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33" name="Picture 970" descr="PixFirewall_Right"/>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rot="1042044">
            <a:off x="7894637" y="5653088"/>
            <a:ext cx="182563" cy="131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130275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Oval 202"/>
          <p:cNvSpPr>
            <a:spLocks noChangeAspect="1" noChangeArrowheads="1"/>
          </p:cNvSpPr>
          <p:nvPr/>
        </p:nvSpPr>
        <p:spPr bwMode="auto">
          <a:xfrm>
            <a:off x="6181726" y="2865439"/>
            <a:ext cx="3990975" cy="985837"/>
          </a:xfrm>
          <a:prstGeom prst="ellipse">
            <a:avLst/>
          </a:prstGeom>
          <a:solidFill>
            <a:srgbClr val="D5E0E6"/>
          </a:solidFill>
          <a:ln w="6350" algn="ctr">
            <a:solidFill>
              <a:srgbClr val="AAE6FF"/>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26627" name="Rectangle 2"/>
          <p:cNvSpPr>
            <a:spLocks noGrp="1" noChangeArrowheads="1"/>
          </p:cNvSpPr>
          <p:nvPr>
            <p:ph type="title"/>
          </p:nvPr>
        </p:nvSpPr>
        <p:spPr>
          <a:xfrm>
            <a:off x="0" y="5426"/>
            <a:ext cx="10515600" cy="581951"/>
          </a:xfrm>
        </p:spPr>
        <p:txBody>
          <a:bodyPr/>
          <a:lstStyle/>
          <a:p>
            <a:pPr eaLnBrk="1" hangingPunct="1"/>
            <a:r>
              <a:rPr lang="en-US" altLang="en-US" sz="3733" dirty="0">
                <a:latin typeface="Arial" panose="020B0604020202020204" pitchFamily="34" charset="0"/>
                <a:cs typeface="Arial" panose="020B0604020202020204" pitchFamily="34" charset="0"/>
              </a:rPr>
              <a:t>Security Context (Virtual Firewall)</a:t>
            </a:r>
          </a:p>
        </p:txBody>
      </p:sp>
      <p:sp>
        <p:nvSpPr>
          <p:cNvPr id="26628" name="Text Box 653"/>
          <p:cNvSpPr txBox="1">
            <a:spLocks noChangeArrowheads="1"/>
          </p:cNvSpPr>
          <p:nvPr/>
        </p:nvSpPr>
        <p:spPr bwMode="auto">
          <a:xfrm>
            <a:off x="2660651" y="1447800"/>
            <a:ext cx="2538296" cy="346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type="none" w="sm" len="sm"/>
                <a:tailEnd type="none" w="sm" len="sm"/>
              </a14:hiddenLine>
            </a:ext>
          </a:extLst>
        </p:spPr>
        <p:txBody>
          <a:bodyPr wrap="none" lIns="82124" tIns="41061" rIns="82124" bIns="41061">
            <a:spAutoFit/>
          </a:bodyPr>
          <a:lstStyle>
            <a:lvl1pPr defTabSz="814388">
              <a:defRPr>
                <a:solidFill>
                  <a:schemeClr val="tx1"/>
                </a:solidFill>
                <a:latin typeface="Arial" panose="020B0604020202020204" pitchFamily="34" charset="0"/>
                <a:cs typeface="Arial" panose="020B0604020202020204" pitchFamily="34" charset="0"/>
              </a:defRPr>
            </a:lvl1pPr>
            <a:lvl2pPr marL="742950" indent="-28575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5000"/>
              </a:lnSpc>
              <a:spcBef>
                <a:spcPct val="20000"/>
              </a:spcBef>
              <a:spcAft>
                <a:spcPct val="0"/>
              </a:spcAft>
              <a:buClr>
                <a:srgbClr val="FF9933"/>
              </a:buClr>
              <a:buFont typeface="Wingdings" panose="05000000000000000000" pitchFamily="2" charset="2"/>
              <a:buNone/>
            </a:pPr>
            <a:r>
              <a:rPr lang="en-US" altLang="en-US">
                <a:solidFill>
                  <a:prstClr val="black"/>
                </a:solidFill>
              </a:rPr>
              <a:t>Four Physical Firewalls</a:t>
            </a:r>
          </a:p>
        </p:txBody>
      </p:sp>
      <p:sp>
        <p:nvSpPr>
          <p:cNvPr id="26629" name="Text Box 654"/>
          <p:cNvSpPr txBox="1">
            <a:spLocks noChangeArrowheads="1"/>
          </p:cNvSpPr>
          <p:nvPr/>
        </p:nvSpPr>
        <p:spPr bwMode="auto">
          <a:xfrm>
            <a:off x="7045326" y="1323977"/>
            <a:ext cx="2384408" cy="664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type="none" w="sm" len="sm"/>
                <a:tailEnd type="none" w="sm" len="sm"/>
              </a14:hiddenLine>
            </a:ext>
          </a:extLst>
        </p:spPr>
        <p:txBody>
          <a:bodyPr wrap="none" lIns="82124" tIns="41061" rIns="82124" bIns="41061">
            <a:spAutoFit/>
          </a:bodyPr>
          <a:lstStyle>
            <a:lvl1pPr defTabSz="814388">
              <a:defRPr>
                <a:solidFill>
                  <a:schemeClr val="tx1"/>
                </a:solidFill>
                <a:latin typeface="Arial" panose="020B0604020202020204" pitchFamily="34" charset="0"/>
                <a:cs typeface="Arial" panose="020B0604020202020204" pitchFamily="34" charset="0"/>
              </a:defRPr>
            </a:lvl1pPr>
            <a:lvl2pPr marL="742950" indent="-28575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5000"/>
              </a:lnSpc>
              <a:spcBef>
                <a:spcPct val="20000"/>
              </a:spcBef>
              <a:spcAft>
                <a:spcPct val="0"/>
              </a:spcAft>
              <a:buClr>
                <a:srgbClr val="FF9933"/>
              </a:buClr>
              <a:buFont typeface="Wingdings" panose="05000000000000000000" pitchFamily="2" charset="2"/>
              <a:buNone/>
            </a:pPr>
            <a:r>
              <a:rPr lang="en-US" altLang="en-US">
                <a:solidFill>
                  <a:prstClr val="black"/>
                </a:solidFill>
              </a:rPr>
              <a:t>One Physical Firewall</a:t>
            </a:r>
          </a:p>
          <a:p>
            <a:pPr fontAlgn="base">
              <a:lnSpc>
                <a:spcPct val="95000"/>
              </a:lnSpc>
              <a:spcBef>
                <a:spcPct val="20000"/>
              </a:spcBef>
              <a:spcAft>
                <a:spcPct val="0"/>
              </a:spcAft>
              <a:buClr>
                <a:srgbClr val="FF9933"/>
              </a:buClr>
              <a:buFont typeface="Wingdings" panose="05000000000000000000" pitchFamily="2" charset="2"/>
              <a:buNone/>
            </a:pPr>
            <a:r>
              <a:rPr lang="en-US" altLang="en-US">
                <a:solidFill>
                  <a:prstClr val="black"/>
                </a:solidFill>
              </a:rPr>
              <a:t>Four Virtual Firewalls</a:t>
            </a:r>
          </a:p>
        </p:txBody>
      </p:sp>
      <p:sp>
        <p:nvSpPr>
          <p:cNvPr id="26630" name="Line 923"/>
          <p:cNvSpPr>
            <a:spLocks noChangeShapeType="1"/>
          </p:cNvSpPr>
          <p:nvPr/>
        </p:nvSpPr>
        <p:spPr bwMode="auto">
          <a:xfrm flipH="1">
            <a:off x="8069263" y="4159251"/>
            <a:ext cx="4763" cy="40957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pic>
        <p:nvPicPr>
          <p:cNvPr id="26631" name="Picture 875" descr="Network_Cloud_Standar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370764" y="4497389"/>
            <a:ext cx="1443037" cy="735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2" name="Line 872"/>
          <p:cNvSpPr>
            <a:spLocks noChangeShapeType="1"/>
          </p:cNvSpPr>
          <p:nvPr/>
        </p:nvSpPr>
        <p:spPr bwMode="auto">
          <a:xfrm>
            <a:off x="6757989" y="2878137"/>
            <a:ext cx="474663" cy="4763"/>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6633" name="Line 877"/>
          <p:cNvSpPr>
            <a:spLocks noChangeShapeType="1"/>
          </p:cNvSpPr>
          <p:nvPr/>
        </p:nvSpPr>
        <p:spPr bwMode="auto">
          <a:xfrm flipH="1">
            <a:off x="6877051" y="2884490"/>
            <a:ext cx="4763" cy="40957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6634" name="Line 878"/>
          <p:cNvSpPr>
            <a:spLocks noChangeShapeType="1"/>
          </p:cNvSpPr>
          <p:nvPr/>
        </p:nvSpPr>
        <p:spPr bwMode="auto">
          <a:xfrm flipH="1">
            <a:off x="7015163" y="2443165"/>
            <a:ext cx="4763" cy="45402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pic>
        <p:nvPicPr>
          <p:cNvPr id="26635" name="Picture 874" descr="P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94489" y="2065339"/>
            <a:ext cx="566737"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36" name="Line 907"/>
          <p:cNvSpPr>
            <a:spLocks noChangeShapeType="1"/>
          </p:cNvSpPr>
          <p:nvPr/>
        </p:nvSpPr>
        <p:spPr bwMode="auto">
          <a:xfrm>
            <a:off x="7462838" y="2855913"/>
            <a:ext cx="474663" cy="4763"/>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6637" name="Line 908"/>
          <p:cNvSpPr>
            <a:spLocks noChangeShapeType="1"/>
          </p:cNvSpPr>
          <p:nvPr/>
        </p:nvSpPr>
        <p:spPr bwMode="auto">
          <a:xfrm flipH="1">
            <a:off x="7581901" y="2862265"/>
            <a:ext cx="4763" cy="40957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6638" name="Line 909"/>
          <p:cNvSpPr>
            <a:spLocks noChangeShapeType="1"/>
          </p:cNvSpPr>
          <p:nvPr/>
        </p:nvSpPr>
        <p:spPr bwMode="auto">
          <a:xfrm flipH="1">
            <a:off x="7720013" y="2420940"/>
            <a:ext cx="4763" cy="45402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pic>
        <p:nvPicPr>
          <p:cNvPr id="26639" name="Picture 910" descr="P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99340" y="2043114"/>
            <a:ext cx="566737"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40" name="Line 912"/>
          <p:cNvSpPr>
            <a:spLocks noChangeShapeType="1"/>
          </p:cNvSpPr>
          <p:nvPr/>
        </p:nvSpPr>
        <p:spPr bwMode="auto">
          <a:xfrm>
            <a:off x="8340726" y="2847976"/>
            <a:ext cx="474663" cy="4763"/>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6641" name="Line 913"/>
          <p:cNvSpPr>
            <a:spLocks noChangeShapeType="1"/>
          </p:cNvSpPr>
          <p:nvPr/>
        </p:nvSpPr>
        <p:spPr bwMode="auto">
          <a:xfrm flipH="1">
            <a:off x="8459788" y="2854326"/>
            <a:ext cx="4763" cy="40957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6642" name="Line 914"/>
          <p:cNvSpPr>
            <a:spLocks noChangeShapeType="1"/>
          </p:cNvSpPr>
          <p:nvPr/>
        </p:nvSpPr>
        <p:spPr bwMode="auto">
          <a:xfrm flipH="1">
            <a:off x="8597901" y="2413001"/>
            <a:ext cx="4763" cy="45402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pic>
        <p:nvPicPr>
          <p:cNvPr id="26643" name="Picture 915" descr="P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77225" y="2035175"/>
            <a:ext cx="566739"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44" name="Line 917"/>
          <p:cNvSpPr>
            <a:spLocks noChangeShapeType="1"/>
          </p:cNvSpPr>
          <p:nvPr/>
        </p:nvSpPr>
        <p:spPr bwMode="auto">
          <a:xfrm>
            <a:off x="9091614" y="2870201"/>
            <a:ext cx="474663" cy="4763"/>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6645" name="Line 918"/>
          <p:cNvSpPr>
            <a:spLocks noChangeShapeType="1"/>
          </p:cNvSpPr>
          <p:nvPr/>
        </p:nvSpPr>
        <p:spPr bwMode="auto">
          <a:xfrm flipH="1">
            <a:off x="9210676" y="2876551"/>
            <a:ext cx="4763" cy="40957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6646" name="Line 919"/>
          <p:cNvSpPr>
            <a:spLocks noChangeShapeType="1"/>
          </p:cNvSpPr>
          <p:nvPr/>
        </p:nvSpPr>
        <p:spPr bwMode="auto">
          <a:xfrm flipH="1">
            <a:off x="9348788" y="2435226"/>
            <a:ext cx="4763" cy="45402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pic>
        <p:nvPicPr>
          <p:cNvPr id="26647" name="Picture 920" descr="P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28114" y="2057401"/>
            <a:ext cx="566737"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48" name="Line 924"/>
          <p:cNvSpPr>
            <a:spLocks noChangeShapeType="1"/>
          </p:cNvSpPr>
          <p:nvPr/>
        </p:nvSpPr>
        <p:spPr bwMode="auto">
          <a:xfrm>
            <a:off x="7094539" y="3616325"/>
            <a:ext cx="865187" cy="512763"/>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6649" name="Rectangle 926"/>
          <p:cNvSpPr>
            <a:spLocks noChangeAspect="1" noChangeArrowheads="1"/>
          </p:cNvSpPr>
          <p:nvPr/>
        </p:nvSpPr>
        <p:spPr bwMode="auto">
          <a:xfrm>
            <a:off x="7532688" y="4740276"/>
            <a:ext cx="11430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73199" tIns="35707" rIns="73199" bIns="35707"/>
          <a:lstStyle>
            <a:lvl1pPr defTabSz="657225">
              <a:defRPr>
                <a:solidFill>
                  <a:schemeClr val="tx1"/>
                </a:solidFill>
                <a:latin typeface="Arial" panose="020B0604020202020204" pitchFamily="34" charset="0"/>
                <a:cs typeface="Arial" panose="020B0604020202020204" pitchFamily="34" charset="0"/>
              </a:defRPr>
            </a:lvl1pPr>
            <a:lvl2pPr marL="742950" indent="-285750" defTabSz="657225">
              <a:defRPr>
                <a:solidFill>
                  <a:schemeClr val="tx1"/>
                </a:solidFill>
                <a:latin typeface="Arial" panose="020B0604020202020204" pitchFamily="34" charset="0"/>
                <a:cs typeface="Arial" panose="020B0604020202020204" pitchFamily="34" charset="0"/>
              </a:defRPr>
            </a:lvl2pPr>
            <a:lvl3pPr marL="1143000" indent="-228600" defTabSz="657225">
              <a:defRPr>
                <a:solidFill>
                  <a:schemeClr val="tx1"/>
                </a:solidFill>
                <a:latin typeface="Arial" panose="020B0604020202020204" pitchFamily="34" charset="0"/>
                <a:cs typeface="Arial" panose="020B0604020202020204" pitchFamily="34" charset="0"/>
              </a:defRPr>
            </a:lvl3pPr>
            <a:lvl4pPr marL="1600200" indent="-228600" defTabSz="657225">
              <a:defRPr>
                <a:solidFill>
                  <a:schemeClr val="tx1"/>
                </a:solidFill>
                <a:latin typeface="Arial" panose="020B0604020202020204" pitchFamily="34" charset="0"/>
                <a:cs typeface="Arial" panose="020B0604020202020204" pitchFamily="34" charset="0"/>
              </a:defRPr>
            </a:lvl4pPr>
            <a:lvl5pPr marL="2057400" indent="-228600" defTabSz="657225">
              <a:defRPr>
                <a:solidFill>
                  <a:schemeClr val="tx1"/>
                </a:solidFill>
                <a:latin typeface="Arial" panose="020B0604020202020204" pitchFamily="34" charset="0"/>
                <a:cs typeface="Arial" panose="020B0604020202020204" pitchFamily="34" charset="0"/>
              </a:defRPr>
            </a:lvl5pPr>
            <a:lvl6pPr marL="2514600" indent="-228600" defTabSz="6572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6572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6572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6572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lnSpc>
                <a:spcPct val="95000"/>
              </a:lnSpc>
              <a:spcBef>
                <a:spcPct val="20000"/>
              </a:spcBef>
              <a:spcAft>
                <a:spcPct val="0"/>
              </a:spcAft>
              <a:buClr>
                <a:srgbClr val="FF9933"/>
              </a:buClr>
              <a:buFont typeface="Wingdings" panose="05000000000000000000" pitchFamily="2" charset="2"/>
              <a:buNone/>
            </a:pPr>
            <a:r>
              <a:rPr lang="en-US" altLang="en-US" sz="1600">
                <a:solidFill>
                  <a:prstClr val="black"/>
                </a:solidFill>
              </a:rPr>
              <a:t>Internet</a:t>
            </a:r>
          </a:p>
        </p:txBody>
      </p:sp>
      <p:sp>
        <p:nvSpPr>
          <p:cNvPr id="26650" name="Line 927"/>
          <p:cNvSpPr>
            <a:spLocks noChangeShapeType="1"/>
          </p:cNvSpPr>
          <p:nvPr/>
        </p:nvSpPr>
        <p:spPr bwMode="auto">
          <a:xfrm>
            <a:off x="7769225" y="3565525"/>
            <a:ext cx="269875" cy="39687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6651" name="Line 928"/>
          <p:cNvSpPr>
            <a:spLocks noChangeShapeType="1"/>
          </p:cNvSpPr>
          <p:nvPr/>
        </p:nvSpPr>
        <p:spPr bwMode="auto">
          <a:xfrm flipH="1">
            <a:off x="8134349" y="3484563"/>
            <a:ext cx="222251" cy="425451"/>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6652" name="Line 929"/>
          <p:cNvSpPr>
            <a:spLocks noChangeShapeType="1"/>
          </p:cNvSpPr>
          <p:nvPr/>
        </p:nvSpPr>
        <p:spPr bwMode="auto">
          <a:xfrm flipH="1">
            <a:off x="8301039" y="3449639"/>
            <a:ext cx="889000" cy="584200"/>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6653" name="Line 937"/>
          <p:cNvSpPr>
            <a:spLocks noChangeShapeType="1"/>
          </p:cNvSpPr>
          <p:nvPr/>
        </p:nvSpPr>
        <p:spPr bwMode="auto">
          <a:xfrm flipH="1">
            <a:off x="3867151" y="4122739"/>
            <a:ext cx="4763" cy="40957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pic>
        <p:nvPicPr>
          <p:cNvPr id="26654" name="Picture 938" descr="Network_Cloud_Standar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68650" y="4460876"/>
            <a:ext cx="1443039" cy="735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55" name="Line 940"/>
          <p:cNvSpPr>
            <a:spLocks noChangeShapeType="1"/>
          </p:cNvSpPr>
          <p:nvPr/>
        </p:nvSpPr>
        <p:spPr bwMode="auto">
          <a:xfrm>
            <a:off x="2555877" y="2841625"/>
            <a:ext cx="474663" cy="4763"/>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6656" name="Line 941"/>
          <p:cNvSpPr>
            <a:spLocks noChangeShapeType="1"/>
          </p:cNvSpPr>
          <p:nvPr/>
        </p:nvSpPr>
        <p:spPr bwMode="auto">
          <a:xfrm flipH="1">
            <a:off x="2674937" y="2847977"/>
            <a:ext cx="4763" cy="40957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6657" name="Line 942"/>
          <p:cNvSpPr>
            <a:spLocks noChangeShapeType="1"/>
          </p:cNvSpPr>
          <p:nvPr/>
        </p:nvSpPr>
        <p:spPr bwMode="auto">
          <a:xfrm flipH="1">
            <a:off x="2813051" y="2406652"/>
            <a:ext cx="4763" cy="45402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pic>
        <p:nvPicPr>
          <p:cNvPr id="26658" name="Picture 943" descr="P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92375" y="2028826"/>
            <a:ext cx="566739"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59" name="Line 945"/>
          <p:cNvSpPr>
            <a:spLocks noChangeShapeType="1"/>
          </p:cNvSpPr>
          <p:nvPr/>
        </p:nvSpPr>
        <p:spPr bwMode="auto">
          <a:xfrm>
            <a:off x="3260726" y="2819401"/>
            <a:ext cx="474663" cy="4763"/>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6660" name="Line 946"/>
          <p:cNvSpPr>
            <a:spLocks noChangeShapeType="1"/>
          </p:cNvSpPr>
          <p:nvPr/>
        </p:nvSpPr>
        <p:spPr bwMode="auto">
          <a:xfrm flipH="1">
            <a:off x="3379788" y="2825751"/>
            <a:ext cx="4763" cy="40957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6661" name="Line 947"/>
          <p:cNvSpPr>
            <a:spLocks noChangeShapeType="1"/>
          </p:cNvSpPr>
          <p:nvPr/>
        </p:nvSpPr>
        <p:spPr bwMode="auto">
          <a:xfrm flipH="1">
            <a:off x="3517901" y="2384426"/>
            <a:ext cx="4763" cy="45402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pic>
        <p:nvPicPr>
          <p:cNvPr id="26662" name="Picture 948" descr="P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97225" y="2006601"/>
            <a:ext cx="566739"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63" name="Line 950"/>
          <p:cNvSpPr>
            <a:spLocks noChangeShapeType="1"/>
          </p:cNvSpPr>
          <p:nvPr/>
        </p:nvSpPr>
        <p:spPr bwMode="auto">
          <a:xfrm>
            <a:off x="4138614" y="2811463"/>
            <a:ext cx="474663" cy="4763"/>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6664" name="Line 951"/>
          <p:cNvSpPr>
            <a:spLocks noChangeShapeType="1"/>
          </p:cNvSpPr>
          <p:nvPr/>
        </p:nvSpPr>
        <p:spPr bwMode="auto">
          <a:xfrm flipH="1">
            <a:off x="4257676" y="2817814"/>
            <a:ext cx="4763" cy="40957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6665" name="Line 952"/>
          <p:cNvSpPr>
            <a:spLocks noChangeShapeType="1"/>
          </p:cNvSpPr>
          <p:nvPr/>
        </p:nvSpPr>
        <p:spPr bwMode="auto">
          <a:xfrm flipH="1">
            <a:off x="4395788" y="2376489"/>
            <a:ext cx="4763" cy="45402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pic>
        <p:nvPicPr>
          <p:cNvPr id="26666" name="Picture 953" descr="P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75114" y="1998663"/>
            <a:ext cx="566737"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67" name="Line 955"/>
          <p:cNvSpPr>
            <a:spLocks noChangeShapeType="1"/>
          </p:cNvSpPr>
          <p:nvPr/>
        </p:nvSpPr>
        <p:spPr bwMode="auto">
          <a:xfrm>
            <a:off x="4889502" y="2833688"/>
            <a:ext cx="474663" cy="4763"/>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6668" name="Line 956"/>
          <p:cNvSpPr>
            <a:spLocks noChangeShapeType="1"/>
          </p:cNvSpPr>
          <p:nvPr/>
        </p:nvSpPr>
        <p:spPr bwMode="auto">
          <a:xfrm flipH="1">
            <a:off x="5008563" y="2840039"/>
            <a:ext cx="4763" cy="40957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6669" name="Line 957"/>
          <p:cNvSpPr>
            <a:spLocks noChangeShapeType="1"/>
          </p:cNvSpPr>
          <p:nvPr/>
        </p:nvSpPr>
        <p:spPr bwMode="auto">
          <a:xfrm flipH="1">
            <a:off x="5146676" y="2398714"/>
            <a:ext cx="4763" cy="45402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pic>
        <p:nvPicPr>
          <p:cNvPr id="26670" name="Picture 958" descr="P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826000" y="2020889"/>
            <a:ext cx="566739"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71" name="Line 959"/>
          <p:cNvSpPr>
            <a:spLocks noChangeShapeType="1"/>
          </p:cNvSpPr>
          <p:nvPr/>
        </p:nvSpPr>
        <p:spPr bwMode="auto">
          <a:xfrm>
            <a:off x="2767013" y="3405189"/>
            <a:ext cx="990600" cy="687387"/>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6672" name="Rectangle 960"/>
          <p:cNvSpPr>
            <a:spLocks noChangeAspect="1" noChangeArrowheads="1"/>
          </p:cNvSpPr>
          <p:nvPr/>
        </p:nvSpPr>
        <p:spPr bwMode="auto">
          <a:xfrm>
            <a:off x="3330575" y="4703763"/>
            <a:ext cx="11430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73199" tIns="35707" rIns="73199" bIns="35707"/>
          <a:lstStyle>
            <a:lvl1pPr defTabSz="657225">
              <a:defRPr>
                <a:solidFill>
                  <a:schemeClr val="tx1"/>
                </a:solidFill>
                <a:latin typeface="Arial" panose="020B0604020202020204" pitchFamily="34" charset="0"/>
                <a:cs typeface="Arial" panose="020B0604020202020204" pitchFamily="34" charset="0"/>
              </a:defRPr>
            </a:lvl1pPr>
            <a:lvl2pPr marL="742950" indent="-285750" defTabSz="657225">
              <a:defRPr>
                <a:solidFill>
                  <a:schemeClr val="tx1"/>
                </a:solidFill>
                <a:latin typeface="Arial" panose="020B0604020202020204" pitchFamily="34" charset="0"/>
                <a:cs typeface="Arial" panose="020B0604020202020204" pitchFamily="34" charset="0"/>
              </a:defRPr>
            </a:lvl2pPr>
            <a:lvl3pPr marL="1143000" indent="-228600" defTabSz="657225">
              <a:defRPr>
                <a:solidFill>
                  <a:schemeClr val="tx1"/>
                </a:solidFill>
                <a:latin typeface="Arial" panose="020B0604020202020204" pitchFamily="34" charset="0"/>
                <a:cs typeface="Arial" panose="020B0604020202020204" pitchFamily="34" charset="0"/>
              </a:defRPr>
            </a:lvl3pPr>
            <a:lvl4pPr marL="1600200" indent="-228600" defTabSz="657225">
              <a:defRPr>
                <a:solidFill>
                  <a:schemeClr val="tx1"/>
                </a:solidFill>
                <a:latin typeface="Arial" panose="020B0604020202020204" pitchFamily="34" charset="0"/>
                <a:cs typeface="Arial" panose="020B0604020202020204" pitchFamily="34" charset="0"/>
              </a:defRPr>
            </a:lvl4pPr>
            <a:lvl5pPr marL="2057400" indent="-228600" defTabSz="657225">
              <a:defRPr>
                <a:solidFill>
                  <a:schemeClr val="tx1"/>
                </a:solidFill>
                <a:latin typeface="Arial" panose="020B0604020202020204" pitchFamily="34" charset="0"/>
                <a:cs typeface="Arial" panose="020B0604020202020204" pitchFamily="34" charset="0"/>
              </a:defRPr>
            </a:lvl5pPr>
            <a:lvl6pPr marL="2514600" indent="-228600" defTabSz="6572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6572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6572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6572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lnSpc>
                <a:spcPct val="95000"/>
              </a:lnSpc>
              <a:spcBef>
                <a:spcPct val="20000"/>
              </a:spcBef>
              <a:spcAft>
                <a:spcPct val="0"/>
              </a:spcAft>
              <a:buClr>
                <a:srgbClr val="FF9933"/>
              </a:buClr>
              <a:buFont typeface="Wingdings" panose="05000000000000000000" pitchFamily="2" charset="2"/>
              <a:buNone/>
            </a:pPr>
            <a:r>
              <a:rPr lang="en-US" altLang="en-US" sz="1600">
                <a:solidFill>
                  <a:prstClr val="black"/>
                </a:solidFill>
              </a:rPr>
              <a:t>Internet</a:t>
            </a:r>
          </a:p>
        </p:txBody>
      </p:sp>
      <p:sp>
        <p:nvSpPr>
          <p:cNvPr id="26673" name="Line 961"/>
          <p:cNvSpPr>
            <a:spLocks noChangeShapeType="1"/>
          </p:cNvSpPr>
          <p:nvPr/>
        </p:nvSpPr>
        <p:spPr bwMode="auto">
          <a:xfrm>
            <a:off x="3567113" y="3529013"/>
            <a:ext cx="269875" cy="39687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6674" name="Line 962"/>
          <p:cNvSpPr>
            <a:spLocks noChangeShapeType="1"/>
          </p:cNvSpPr>
          <p:nvPr/>
        </p:nvSpPr>
        <p:spPr bwMode="auto">
          <a:xfrm flipH="1">
            <a:off x="3932237" y="3448049"/>
            <a:ext cx="222251" cy="425451"/>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6675" name="Line 963"/>
          <p:cNvSpPr>
            <a:spLocks noChangeShapeType="1"/>
          </p:cNvSpPr>
          <p:nvPr/>
        </p:nvSpPr>
        <p:spPr bwMode="auto">
          <a:xfrm flipH="1">
            <a:off x="4098925" y="3413125"/>
            <a:ext cx="889000" cy="584200"/>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6676" name="Rectangle 971"/>
          <p:cNvSpPr>
            <a:spLocks noChangeArrowheads="1"/>
          </p:cNvSpPr>
          <p:nvPr/>
        </p:nvSpPr>
        <p:spPr bwMode="auto">
          <a:xfrm>
            <a:off x="1117600" y="5711850"/>
            <a:ext cx="10566400" cy="4337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82124" tIns="41061" rIns="82124" bIns="41061">
            <a:spAutoFit/>
          </a:bodyPr>
          <a:lstStyle>
            <a:lvl1pPr marL="342900" indent="-342900" defTabSz="814388">
              <a:defRPr>
                <a:solidFill>
                  <a:schemeClr val="tx1"/>
                </a:solidFill>
                <a:latin typeface="Arial" panose="020B0604020202020204" pitchFamily="34" charset="0"/>
                <a:cs typeface="Arial" panose="020B0604020202020204" pitchFamily="34" charset="0"/>
              </a:defRPr>
            </a:lvl1pPr>
            <a:lvl2pPr marL="342900" indent="-22860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fontAlgn="base">
              <a:lnSpc>
                <a:spcPct val="95000"/>
              </a:lnSpc>
              <a:spcBef>
                <a:spcPct val="35000"/>
              </a:spcBef>
              <a:spcAft>
                <a:spcPct val="0"/>
              </a:spcAft>
              <a:buClr>
                <a:srgbClr val="0183B7"/>
              </a:buClr>
              <a:buFont typeface="Wingdings" panose="05000000000000000000" pitchFamily="2" charset="2"/>
              <a:buNone/>
            </a:pPr>
            <a:r>
              <a:rPr lang="en-US" altLang="en-US" sz="2400" dirty="0"/>
              <a:t>Ability to create multiple security contexts within a single security appliance</a:t>
            </a:r>
          </a:p>
        </p:txBody>
      </p:sp>
      <p:pic>
        <p:nvPicPr>
          <p:cNvPr id="26677" name="Picture 972" descr="Cisco_ASA5500"/>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579690" y="3027364"/>
            <a:ext cx="42068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78" name="Picture 973" descr="Cisco_ASA5500"/>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298825" y="3027364"/>
            <a:ext cx="42068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79" name="Picture 975" descr="Cisco_ASA5500"/>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46539" y="3027364"/>
            <a:ext cx="42068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80" name="Picture 976" descr="Cisco_ASA5500"/>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10125" y="3027364"/>
            <a:ext cx="42068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81" name="Picture 977" descr="Cisco_ASA5500"/>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770690" y="3086101"/>
            <a:ext cx="42068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82" name="Picture 978" descr="Cisco_ASA5500"/>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489825" y="3086101"/>
            <a:ext cx="42068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83" name="Picture 979" descr="Cisco_ASA5500"/>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37539" y="3086101"/>
            <a:ext cx="42068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84" name="Picture 980" descr="Cisco_ASA5500"/>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001125" y="3086101"/>
            <a:ext cx="42068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85" name="Picture 981" descr="Route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514726" y="3840163"/>
            <a:ext cx="630239"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86" name="Picture 982" descr="Route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715250" y="3878263"/>
            <a:ext cx="630239"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525302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Oval 438"/>
          <p:cNvSpPr>
            <a:spLocks noChangeAspect="1" noChangeArrowheads="1"/>
          </p:cNvSpPr>
          <p:nvPr/>
        </p:nvSpPr>
        <p:spPr bwMode="auto">
          <a:xfrm>
            <a:off x="6578601" y="2636839"/>
            <a:ext cx="1585913" cy="985837"/>
          </a:xfrm>
          <a:prstGeom prst="ellipse">
            <a:avLst/>
          </a:prstGeom>
          <a:solidFill>
            <a:srgbClr val="D5E0E6"/>
          </a:solidFill>
          <a:ln w="6350">
            <a:solidFill>
              <a:srgbClr val="AAE6FF"/>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27651" name="Oval 439"/>
          <p:cNvSpPr>
            <a:spLocks noChangeAspect="1" noChangeArrowheads="1"/>
          </p:cNvSpPr>
          <p:nvPr/>
        </p:nvSpPr>
        <p:spPr bwMode="auto">
          <a:xfrm>
            <a:off x="8281989" y="2655888"/>
            <a:ext cx="1587500" cy="985837"/>
          </a:xfrm>
          <a:prstGeom prst="ellipse">
            <a:avLst/>
          </a:prstGeom>
          <a:solidFill>
            <a:srgbClr val="D5E0E6"/>
          </a:solidFill>
          <a:ln w="6350">
            <a:solidFill>
              <a:srgbClr val="AAE6FF"/>
            </a:solidFill>
            <a:round/>
            <a:headEnd/>
            <a:tailEnd/>
          </a:ln>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27652" name="AutoShape 456"/>
          <p:cNvSpPr>
            <a:spLocks noChangeArrowheads="1"/>
          </p:cNvSpPr>
          <p:nvPr/>
        </p:nvSpPr>
        <p:spPr bwMode="auto">
          <a:xfrm>
            <a:off x="6561139" y="2552700"/>
            <a:ext cx="1000125" cy="939800"/>
          </a:xfrm>
          <a:prstGeom prst="irregularSeal1">
            <a:avLst/>
          </a:prstGeom>
          <a:solidFill>
            <a:schemeClr val="folHlink"/>
          </a:solidFill>
          <a:ln w="9525">
            <a:solidFill>
              <a:schemeClr val="tx1"/>
            </a:solidFill>
            <a:miter lim="800000"/>
            <a:headEnd type="none" w="sm" len="sm"/>
            <a:tailEnd type="none" w="sm" len="sm"/>
          </a:ln>
        </p:spPr>
        <p:txBody>
          <a:bodyPr wrap="none" lIns="73025" tIns="36512" rIns="73025" bIns="36512"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27653" name="AutoShape 415"/>
          <p:cNvSpPr>
            <a:spLocks noChangeArrowheads="1"/>
          </p:cNvSpPr>
          <p:nvPr/>
        </p:nvSpPr>
        <p:spPr bwMode="auto">
          <a:xfrm>
            <a:off x="3033714" y="2659064"/>
            <a:ext cx="1171575" cy="930275"/>
          </a:xfrm>
          <a:prstGeom prst="irregularSeal1">
            <a:avLst/>
          </a:prstGeom>
          <a:solidFill>
            <a:schemeClr val="folHlink"/>
          </a:solidFill>
          <a:ln w="9525">
            <a:solidFill>
              <a:schemeClr val="tx1"/>
            </a:solidFill>
            <a:miter lim="800000"/>
            <a:headEnd type="none" w="sm" len="sm"/>
            <a:tailEnd type="none" w="sm" len="sm"/>
          </a:ln>
        </p:spPr>
        <p:txBody>
          <a:bodyPr wrap="none" lIns="73025" tIns="36512" rIns="73025" bIns="36512"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27654" name="Rectangle 3"/>
          <p:cNvSpPr>
            <a:spLocks noGrp="1" noChangeArrowheads="1"/>
          </p:cNvSpPr>
          <p:nvPr>
            <p:ph type="title"/>
          </p:nvPr>
        </p:nvSpPr>
        <p:spPr>
          <a:xfrm>
            <a:off x="0" y="20637"/>
            <a:ext cx="12090400" cy="1325563"/>
          </a:xfrm>
        </p:spPr>
        <p:txBody>
          <a:bodyPr/>
          <a:lstStyle/>
          <a:p>
            <a:pPr eaLnBrk="1" hangingPunct="1"/>
            <a:r>
              <a:rPr lang="en-US" altLang="en-US" sz="3733" dirty="0">
                <a:latin typeface="Arial" panose="020B0604020202020204" pitchFamily="34" charset="0"/>
                <a:cs typeface="Arial" panose="020B0604020202020204" pitchFamily="34" charset="0"/>
              </a:rPr>
              <a:t>Failover Capabilities: Active/Standby, Active/Active, and </a:t>
            </a:r>
            <a:r>
              <a:rPr lang="en-US" altLang="en-US" sz="3733" dirty="0" err="1">
                <a:latin typeface="Arial" panose="020B0604020202020204" pitchFamily="34" charset="0"/>
                <a:cs typeface="Arial" panose="020B0604020202020204" pitchFamily="34" charset="0"/>
              </a:rPr>
              <a:t>Stateful</a:t>
            </a:r>
            <a:r>
              <a:rPr lang="en-US" altLang="en-US" sz="3733" dirty="0">
                <a:latin typeface="Arial" panose="020B0604020202020204" pitchFamily="34" charset="0"/>
                <a:cs typeface="Arial" panose="020B0604020202020204" pitchFamily="34" charset="0"/>
              </a:rPr>
              <a:t> Failover</a:t>
            </a:r>
          </a:p>
        </p:txBody>
      </p:sp>
      <p:sp>
        <p:nvSpPr>
          <p:cNvPr id="27655" name="Line 5"/>
          <p:cNvSpPr>
            <a:spLocks noChangeShapeType="1"/>
          </p:cNvSpPr>
          <p:nvPr/>
        </p:nvSpPr>
        <p:spPr bwMode="auto">
          <a:xfrm flipH="1" flipV="1">
            <a:off x="6157913" y="1131889"/>
            <a:ext cx="25400" cy="3802063"/>
          </a:xfrm>
          <a:prstGeom prst="line">
            <a:avLst/>
          </a:prstGeom>
          <a:noFill/>
          <a:ln w="28575">
            <a:solidFill>
              <a:schemeClr val="tx1"/>
            </a:solidFill>
            <a:prstDash val="dash"/>
            <a:round/>
            <a:headEnd type="none" w="sm" len="sm"/>
            <a:tailEnd type="none" w="sm" len="sm"/>
          </a:ln>
          <a:extLst>
            <a:ext uri="{909E8E84-426E-40DD-AFC4-6F175D3DCCD1}">
              <a14:hiddenFill xmlns:a14="http://schemas.microsoft.com/office/drawing/2010/main">
                <a:noFill/>
              </a14:hiddenFill>
            </a:ext>
          </a:extLst>
        </p:spPr>
        <p:txBody>
          <a:bodyPr lIns="73025" tIns="36512" rIns="73025" bIns="36512"/>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7656" name="Line 426"/>
          <p:cNvSpPr>
            <a:spLocks noChangeShapeType="1"/>
          </p:cNvSpPr>
          <p:nvPr/>
        </p:nvSpPr>
        <p:spPr bwMode="auto">
          <a:xfrm flipH="1">
            <a:off x="3605213" y="2703514"/>
            <a:ext cx="11112" cy="1011237"/>
          </a:xfrm>
          <a:prstGeom prst="line">
            <a:avLst/>
          </a:prstGeom>
          <a:noFill/>
          <a:ln w="50800">
            <a:solidFill>
              <a:schemeClr val="accent2"/>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7657" name="Line 412"/>
          <p:cNvSpPr>
            <a:spLocks noChangeShapeType="1"/>
          </p:cNvSpPr>
          <p:nvPr/>
        </p:nvSpPr>
        <p:spPr bwMode="auto">
          <a:xfrm flipV="1">
            <a:off x="3617914" y="3732214"/>
            <a:ext cx="846137" cy="12700"/>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7658" name="Line 413"/>
          <p:cNvSpPr>
            <a:spLocks noChangeShapeType="1"/>
          </p:cNvSpPr>
          <p:nvPr/>
        </p:nvSpPr>
        <p:spPr bwMode="auto">
          <a:xfrm>
            <a:off x="3609975" y="2419351"/>
            <a:ext cx="846139" cy="0"/>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7659" name="Line 414"/>
          <p:cNvSpPr>
            <a:spLocks noChangeShapeType="1"/>
          </p:cNvSpPr>
          <p:nvPr/>
        </p:nvSpPr>
        <p:spPr bwMode="auto">
          <a:xfrm flipH="1">
            <a:off x="4454525" y="2384426"/>
            <a:ext cx="0" cy="1366839"/>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7660" name="Rectangle 416"/>
          <p:cNvSpPr>
            <a:spLocks noChangeAspect="1" noChangeArrowheads="1"/>
          </p:cNvSpPr>
          <p:nvPr/>
        </p:nvSpPr>
        <p:spPr bwMode="auto">
          <a:xfrm>
            <a:off x="1987551" y="3259139"/>
            <a:ext cx="13970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1763" tIns="49988" rIns="101763" bIns="49988"/>
          <a:lstStyle>
            <a:lvl1pPr defTabSz="1028700">
              <a:defRPr>
                <a:solidFill>
                  <a:schemeClr val="tx1"/>
                </a:solidFill>
                <a:latin typeface="Arial" panose="020B0604020202020204" pitchFamily="34" charset="0"/>
                <a:cs typeface="Arial" panose="020B0604020202020204" pitchFamily="34" charset="0"/>
              </a:defRPr>
            </a:lvl1pPr>
            <a:lvl2pPr marL="742950" indent="-285750" defTabSz="1028700">
              <a:defRPr>
                <a:solidFill>
                  <a:schemeClr val="tx1"/>
                </a:solidFill>
                <a:latin typeface="Arial" panose="020B0604020202020204" pitchFamily="34" charset="0"/>
                <a:cs typeface="Arial" panose="020B0604020202020204" pitchFamily="34" charset="0"/>
              </a:defRPr>
            </a:lvl2pPr>
            <a:lvl3pPr marL="1143000" indent="-228600" defTabSz="1028700">
              <a:defRPr>
                <a:solidFill>
                  <a:schemeClr val="tx1"/>
                </a:solidFill>
                <a:latin typeface="Arial" panose="020B0604020202020204" pitchFamily="34" charset="0"/>
                <a:cs typeface="Arial" panose="020B0604020202020204" pitchFamily="34" charset="0"/>
              </a:defRPr>
            </a:lvl3pPr>
            <a:lvl4pPr marL="1600200" indent="-228600" defTabSz="1028700">
              <a:defRPr>
                <a:solidFill>
                  <a:schemeClr val="tx1"/>
                </a:solidFill>
                <a:latin typeface="Arial" panose="020B0604020202020204" pitchFamily="34" charset="0"/>
                <a:cs typeface="Arial" panose="020B0604020202020204" pitchFamily="34" charset="0"/>
              </a:defRPr>
            </a:lvl4pPr>
            <a:lvl5pPr marL="2057400" indent="-228600" defTabSz="1028700">
              <a:defRPr>
                <a:solidFill>
                  <a:schemeClr val="tx1"/>
                </a:solidFill>
                <a:latin typeface="Arial" panose="020B0604020202020204" pitchFamily="34" charset="0"/>
                <a:cs typeface="Arial" panose="020B0604020202020204" pitchFamily="34" charset="0"/>
              </a:defRPr>
            </a:lvl5pPr>
            <a:lvl6pPr marL="25146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lnSpc>
                <a:spcPct val="95000"/>
              </a:lnSpc>
              <a:spcBef>
                <a:spcPct val="20000"/>
              </a:spcBef>
              <a:spcAft>
                <a:spcPct val="0"/>
              </a:spcAft>
              <a:buClr>
                <a:srgbClr val="FF9933"/>
              </a:buClr>
              <a:buFont typeface="Wingdings" panose="05000000000000000000" pitchFamily="2" charset="2"/>
              <a:buNone/>
            </a:pPr>
            <a:r>
              <a:rPr lang="en-US" altLang="en-US" sz="1400">
                <a:solidFill>
                  <a:prstClr val="black"/>
                </a:solidFill>
              </a:rPr>
              <a:t>Primary:</a:t>
            </a:r>
          </a:p>
          <a:p>
            <a:pPr algn="ctr" fontAlgn="base">
              <a:lnSpc>
                <a:spcPct val="95000"/>
              </a:lnSpc>
              <a:spcBef>
                <a:spcPct val="20000"/>
              </a:spcBef>
              <a:spcAft>
                <a:spcPct val="0"/>
              </a:spcAft>
              <a:buClr>
                <a:srgbClr val="FF9933"/>
              </a:buClr>
              <a:buFont typeface="Wingdings" panose="05000000000000000000" pitchFamily="2" charset="2"/>
              <a:buNone/>
            </a:pPr>
            <a:r>
              <a:rPr lang="en-US" altLang="en-US" sz="1400">
                <a:solidFill>
                  <a:srgbClr val="ED7D31"/>
                </a:solidFill>
              </a:rPr>
              <a:t>Failed</a:t>
            </a:r>
            <a:r>
              <a:rPr lang="en-US" altLang="en-US" sz="1400">
                <a:solidFill>
                  <a:prstClr val="black"/>
                </a:solidFill>
              </a:rPr>
              <a:t> Firewall</a:t>
            </a:r>
          </a:p>
        </p:txBody>
      </p:sp>
      <p:sp>
        <p:nvSpPr>
          <p:cNvPr id="27661" name="Rectangle 417"/>
          <p:cNvSpPr>
            <a:spLocks noChangeAspect="1" noChangeArrowheads="1"/>
          </p:cNvSpPr>
          <p:nvPr/>
        </p:nvSpPr>
        <p:spPr bwMode="auto">
          <a:xfrm>
            <a:off x="4381500" y="3275014"/>
            <a:ext cx="1625600" cy="59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1763" tIns="49988" rIns="101763" bIns="49988"/>
          <a:lstStyle>
            <a:lvl1pPr defTabSz="1028700">
              <a:defRPr>
                <a:solidFill>
                  <a:schemeClr val="tx1"/>
                </a:solidFill>
                <a:latin typeface="Arial" panose="020B0604020202020204" pitchFamily="34" charset="0"/>
                <a:cs typeface="Arial" panose="020B0604020202020204" pitchFamily="34" charset="0"/>
              </a:defRPr>
            </a:lvl1pPr>
            <a:lvl2pPr marL="742950" indent="-285750" defTabSz="1028700">
              <a:defRPr>
                <a:solidFill>
                  <a:schemeClr val="tx1"/>
                </a:solidFill>
                <a:latin typeface="Arial" panose="020B0604020202020204" pitchFamily="34" charset="0"/>
                <a:cs typeface="Arial" panose="020B0604020202020204" pitchFamily="34" charset="0"/>
              </a:defRPr>
            </a:lvl2pPr>
            <a:lvl3pPr marL="1143000" indent="-228600" defTabSz="1028700">
              <a:defRPr>
                <a:solidFill>
                  <a:schemeClr val="tx1"/>
                </a:solidFill>
                <a:latin typeface="Arial" panose="020B0604020202020204" pitchFamily="34" charset="0"/>
                <a:cs typeface="Arial" panose="020B0604020202020204" pitchFamily="34" charset="0"/>
              </a:defRPr>
            </a:lvl3pPr>
            <a:lvl4pPr marL="1600200" indent="-228600" defTabSz="1028700">
              <a:defRPr>
                <a:solidFill>
                  <a:schemeClr val="tx1"/>
                </a:solidFill>
                <a:latin typeface="Arial" panose="020B0604020202020204" pitchFamily="34" charset="0"/>
                <a:cs typeface="Arial" panose="020B0604020202020204" pitchFamily="34" charset="0"/>
              </a:defRPr>
            </a:lvl4pPr>
            <a:lvl5pPr marL="2057400" indent="-228600" defTabSz="1028700">
              <a:defRPr>
                <a:solidFill>
                  <a:schemeClr val="tx1"/>
                </a:solidFill>
                <a:latin typeface="Arial" panose="020B0604020202020204" pitchFamily="34" charset="0"/>
                <a:cs typeface="Arial" panose="020B0604020202020204" pitchFamily="34" charset="0"/>
              </a:defRPr>
            </a:lvl5pPr>
            <a:lvl6pPr marL="25146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lnSpc>
                <a:spcPct val="95000"/>
              </a:lnSpc>
              <a:spcBef>
                <a:spcPct val="20000"/>
              </a:spcBef>
              <a:spcAft>
                <a:spcPct val="0"/>
              </a:spcAft>
              <a:buClr>
                <a:srgbClr val="FF9933"/>
              </a:buClr>
              <a:buFont typeface="Wingdings" panose="05000000000000000000" pitchFamily="2" charset="2"/>
              <a:buNone/>
            </a:pPr>
            <a:r>
              <a:rPr lang="en-US" altLang="en-US" sz="1400">
                <a:solidFill>
                  <a:prstClr val="black"/>
                </a:solidFill>
              </a:rPr>
              <a:t>Secondary: </a:t>
            </a:r>
          </a:p>
          <a:p>
            <a:pPr algn="ctr" fontAlgn="base">
              <a:lnSpc>
                <a:spcPct val="95000"/>
              </a:lnSpc>
              <a:spcBef>
                <a:spcPct val="20000"/>
              </a:spcBef>
              <a:spcAft>
                <a:spcPct val="0"/>
              </a:spcAft>
              <a:buClr>
                <a:srgbClr val="FF9933"/>
              </a:buClr>
              <a:buFont typeface="Wingdings" panose="05000000000000000000" pitchFamily="2" charset="2"/>
              <a:buNone/>
            </a:pPr>
            <a:r>
              <a:rPr lang="en-US" altLang="en-US" sz="1400">
                <a:solidFill>
                  <a:srgbClr val="697E1C"/>
                </a:solidFill>
              </a:rPr>
              <a:t>Active</a:t>
            </a:r>
            <a:r>
              <a:rPr lang="en-US" altLang="en-US" sz="1400">
                <a:solidFill>
                  <a:prstClr val="black"/>
                </a:solidFill>
              </a:rPr>
              <a:t> Firewall</a:t>
            </a:r>
          </a:p>
        </p:txBody>
      </p:sp>
      <p:sp>
        <p:nvSpPr>
          <p:cNvPr id="27662" name="Freeform 418"/>
          <p:cNvSpPr>
            <a:spLocks/>
          </p:cNvSpPr>
          <p:nvPr/>
        </p:nvSpPr>
        <p:spPr bwMode="auto">
          <a:xfrm rot="-5400000">
            <a:off x="2936875" y="2627313"/>
            <a:ext cx="1963739" cy="766763"/>
          </a:xfrm>
          <a:custGeom>
            <a:avLst/>
            <a:gdLst>
              <a:gd name="T0" fmla="*/ 2147483646 w 1384"/>
              <a:gd name="T1" fmla="*/ 0 h 392"/>
              <a:gd name="T2" fmla="*/ 2147483646 w 1384"/>
              <a:gd name="T3" fmla="*/ 0 h 392"/>
              <a:gd name="T4" fmla="*/ 2147483646 w 1384"/>
              <a:gd name="T5" fmla="*/ 2147483646 h 392"/>
              <a:gd name="T6" fmla="*/ 2147483646 w 1384"/>
              <a:gd name="T7" fmla="*/ 2147483646 h 392"/>
              <a:gd name="T8" fmla="*/ 2147483646 w 1384"/>
              <a:gd name="T9" fmla="*/ 0 h 392"/>
              <a:gd name="T10" fmla="*/ 0 w 1384"/>
              <a:gd name="T11" fmla="*/ 0 h 392"/>
              <a:gd name="T12" fmla="*/ 0 60000 65536"/>
              <a:gd name="T13" fmla="*/ 0 60000 65536"/>
              <a:gd name="T14" fmla="*/ 0 60000 65536"/>
              <a:gd name="T15" fmla="*/ 0 60000 65536"/>
              <a:gd name="T16" fmla="*/ 0 60000 65536"/>
              <a:gd name="T17" fmla="*/ 0 60000 65536"/>
              <a:gd name="T18" fmla="*/ 0 w 1384"/>
              <a:gd name="T19" fmla="*/ 0 h 392"/>
              <a:gd name="T20" fmla="*/ 1384 w 1384"/>
              <a:gd name="T21" fmla="*/ 392 h 392"/>
            </a:gdLst>
            <a:ahLst/>
            <a:cxnLst>
              <a:cxn ang="T12">
                <a:pos x="T0" y="T1"/>
              </a:cxn>
              <a:cxn ang="T13">
                <a:pos x="T2" y="T3"/>
              </a:cxn>
              <a:cxn ang="T14">
                <a:pos x="T4" y="T5"/>
              </a:cxn>
              <a:cxn ang="T15">
                <a:pos x="T6" y="T7"/>
              </a:cxn>
              <a:cxn ang="T16">
                <a:pos x="T8" y="T9"/>
              </a:cxn>
              <a:cxn ang="T17">
                <a:pos x="T10" y="T11"/>
              </a:cxn>
            </a:cxnLst>
            <a:rect l="T18" t="T19" r="T20" b="T21"/>
            <a:pathLst>
              <a:path w="1384" h="392">
                <a:moveTo>
                  <a:pt x="1384" y="0"/>
                </a:moveTo>
                <a:lnTo>
                  <a:pt x="1048" y="0"/>
                </a:lnTo>
                <a:lnTo>
                  <a:pt x="1048" y="392"/>
                </a:lnTo>
                <a:lnTo>
                  <a:pt x="256" y="392"/>
                </a:lnTo>
                <a:lnTo>
                  <a:pt x="256" y="0"/>
                </a:lnTo>
                <a:lnTo>
                  <a:pt x="0" y="0"/>
                </a:lnTo>
              </a:path>
            </a:pathLst>
          </a:custGeom>
          <a:noFill/>
          <a:ln w="28575">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lIns="73025" tIns="36512" rIns="73025" bIns="36512"/>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7663" name="Line 419"/>
          <p:cNvSpPr>
            <a:spLocks noChangeShapeType="1"/>
          </p:cNvSpPr>
          <p:nvPr/>
        </p:nvSpPr>
        <p:spPr bwMode="auto">
          <a:xfrm flipH="1">
            <a:off x="3114675" y="2020889"/>
            <a:ext cx="0" cy="738187"/>
          </a:xfrm>
          <a:prstGeom prst="line">
            <a:avLst/>
          </a:prstGeom>
          <a:noFill/>
          <a:ln w="3810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lIns="82124" tIns="41061" rIns="82124" bIns="41061"/>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7664" name="Line 420"/>
          <p:cNvSpPr>
            <a:spLocks noChangeShapeType="1"/>
          </p:cNvSpPr>
          <p:nvPr/>
        </p:nvSpPr>
        <p:spPr bwMode="auto">
          <a:xfrm>
            <a:off x="3263901" y="1784351"/>
            <a:ext cx="1588" cy="36512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7665" name="Line 421"/>
          <p:cNvSpPr>
            <a:spLocks noChangeShapeType="1"/>
          </p:cNvSpPr>
          <p:nvPr/>
        </p:nvSpPr>
        <p:spPr bwMode="auto">
          <a:xfrm>
            <a:off x="4186239" y="1792288"/>
            <a:ext cx="1587" cy="36512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pic>
        <p:nvPicPr>
          <p:cNvPr id="27666" name="Picture 422" descr="P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89377" y="1358901"/>
            <a:ext cx="550863"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67" name="Picture 423" descr="P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52763" y="1395414"/>
            <a:ext cx="550863"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68" name="Line 424"/>
          <p:cNvSpPr>
            <a:spLocks noChangeShapeType="1"/>
          </p:cNvSpPr>
          <p:nvPr/>
        </p:nvSpPr>
        <p:spPr bwMode="auto">
          <a:xfrm>
            <a:off x="2925763" y="2128837"/>
            <a:ext cx="1670051" cy="4763"/>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7669" name="Line 425"/>
          <p:cNvSpPr>
            <a:spLocks noChangeShapeType="1"/>
          </p:cNvSpPr>
          <p:nvPr/>
        </p:nvSpPr>
        <p:spPr bwMode="auto">
          <a:xfrm>
            <a:off x="3624264" y="2130425"/>
            <a:ext cx="1587" cy="496888"/>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7670" name="Line 427"/>
          <p:cNvSpPr>
            <a:spLocks noChangeShapeType="1"/>
          </p:cNvSpPr>
          <p:nvPr/>
        </p:nvSpPr>
        <p:spPr bwMode="auto">
          <a:xfrm>
            <a:off x="3616326" y="3733801"/>
            <a:ext cx="1588" cy="960439"/>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pic>
        <p:nvPicPr>
          <p:cNvPr id="27671" name="Picture 429" descr="Network_Cloud_Standard"/>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003551" y="4394200"/>
            <a:ext cx="1244600" cy="633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72" name="Rectangle 430"/>
          <p:cNvSpPr>
            <a:spLocks noChangeAspect="1" noChangeArrowheads="1"/>
          </p:cNvSpPr>
          <p:nvPr/>
        </p:nvSpPr>
        <p:spPr bwMode="auto">
          <a:xfrm>
            <a:off x="3070225" y="4618037"/>
            <a:ext cx="1143000" cy="18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73199" tIns="35707" rIns="73199" bIns="35707"/>
          <a:lstStyle>
            <a:lvl1pPr defTabSz="657225">
              <a:defRPr>
                <a:solidFill>
                  <a:schemeClr val="tx1"/>
                </a:solidFill>
                <a:latin typeface="Arial" panose="020B0604020202020204" pitchFamily="34" charset="0"/>
                <a:cs typeface="Arial" panose="020B0604020202020204" pitchFamily="34" charset="0"/>
              </a:defRPr>
            </a:lvl1pPr>
            <a:lvl2pPr marL="742950" indent="-285750" defTabSz="657225">
              <a:defRPr>
                <a:solidFill>
                  <a:schemeClr val="tx1"/>
                </a:solidFill>
                <a:latin typeface="Arial" panose="020B0604020202020204" pitchFamily="34" charset="0"/>
                <a:cs typeface="Arial" panose="020B0604020202020204" pitchFamily="34" charset="0"/>
              </a:defRPr>
            </a:lvl2pPr>
            <a:lvl3pPr marL="1143000" indent="-228600" defTabSz="657225">
              <a:defRPr>
                <a:solidFill>
                  <a:schemeClr val="tx1"/>
                </a:solidFill>
                <a:latin typeface="Arial" panose="020B0604020202020204" pitchFamily="34" charset="0"/>
                <a:cs typeface="Arial" panose="020B0604020202020204" pitchFamily="34" charset="0"/>
              </a:defRPr>
            </a:lvl3pPr>
            <a:lvl4pPr marL="1600200" indent="-228600" defTabSz="657225">
              <a:defRPr>
                <a:solidFill>
                  <a:schemeClr val="tx1"/>
                </a:solidFill>
                <a:latin typeface="Arial" panose="020B0604020202020204" pitchFamily="34" charset="0"/>
                <a:cs typeface="Arial" panose="020B0604020202020204" pitchFamily="34" charset="0"/>
              </a:defRPr>
            </a:lvl4pPr>
            <a:lvl5pPr marL="2057400" indent="-228600" defTabSz="657225">
              <a:defRPr>
                <a:solidFill>
                  <a:schemeClr val="tx1"/>
                </a:solidFill>
                <a:latin typeface="Arial" panose="020B0604020202020204" pitchFamily="34" charset="0"/>
                <a:cs typeface="Arial" panose="020B0604020202020204" pitchFamily="34" charset="0"/>
              </a:defRPr>
            </a:lvl5pPr>
            <a:lvl6pPr marL="2514600" indent="-228600" defTabSz="6572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6572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6572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6572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lnSpc>
                <a:spcPct val="95000"/>
              </a:lnSpc>
              <a:spcBef>
                <a:spcPct val="20000"/>
              </a:spcBef>
              <a:spcAft>
                <a:spcPct val="0"/>
              </a:spcAft>
              <a:buClr>
                <a:srgbClr val="FF9933"/>
              </a:buClr>
              <a:buFont typeface="Wingdings" panose="05000000000000000000" pitchFamily="2" charset="2"/>
              <a:buNone/>
            </a:pPr>
            <a:r>
              <a:rPr lang="en-US" altLang="en-US" sz="1400">
                <a:solidFill>
                  <a:prstClr val="black"/>
                </a:solidFill>
              </a:rPr>
              <a:t>Internet</a:t>
            </a:r>
          </a:p>
        </p:txBody>
      </p:sp>
      <p:pic>
        <p:nvPicPr>
          <p:cNvPr id="27673" name="Picture 431" descr="Route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363914" y="3983037"/>
            <a:ext cx="444500"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74" name="Text Box 434"/>
          <p:cNvSpPr txBox="1">
            <a:spLocks noChangeArrowheads="1"/>
          </p:cNvSpPr>
          <p:nvPr/>
        </p:nvSpPr>
        <p:spPr bwMode="auto">
          <a:xfrm>
            <a:off x="2489525" y="1041400"/>
            <a:ext cx="2640952" cy="346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type="none" w="sm" len="sm"/>
                <a:tailEnd type="none" w="sm" len="sm"/>
              </a14:hiddenLine>
            </a:ext>
          </a:extLst>
        </p:spPr>
        <p:txBody>
          <a:bodyPr wrap="none" lIns="82124" tIns="41061" rIns="82124" bIns="41061">
            <a:spAutoFit/>
          </a:bodyPr>
          <a:lstStyle>
            <a:lvl1pPr defTabSz="814388">
              <a:defRPr>
                <a:solidFill>
                  <a:schemeClr val="tx1"/>
                </a:solidFill>
                <a:latin typeface="Arial" panose="020B0604020202020204" pitchFamily="34" charset="0"/>
                <a:cs typeface="Arial" panose="020B0604020202020204" pitchFamily="34" charset="0"/>
              </a:defRPr>
            </a:lvl1pPr>
            <a:lvl2pPr marL="742950" indent="-28575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lnSpc>
                <a:spcPct val="95000"/>
              </a:lnSpc>
              <a:spcBef>
                <a:spcPct val="20000"/>
              </a:spcBef>
              <a:spcAft>
                <a:spcPct val="0"/>
              </a:spcAft>
              <a:buClr>
                <a:srgbClr val="FF9933"/>
              </a:buClr>
              <a:buFont typeface="Wingdings" panose="05000000000000000000" pitchFamily="2" charset="2"/>
              <a:buNone/>
            </a:pPr>
            <a:r>
              <a:rPr lang="en-US" altLang="en-US" dirty="0">
                <a:solidFill>
                  <a:prstClr val="black"/>
                </a:solidFill>
              </a:rPr>
              <a:t>Failover: Active/Standby</a:t>
            </a:r>
          </a:p>
        </p:txBody>
      </p:sp>
      <p:sp>
        <p:nvSpPr>
          <p:cNvPr id="27675" name="Rectangle 443"/>
          <p:cNvSpPr>
            <a:spLocks noChangeAspect="1" noChangeArrowheads="1"/>
          </p:cNvSpPr>
          <p:nvPr/>
        </p:nvSpPr>
        <p:spPr bwMode="auto">
          <a:xfrm>
            <a:off x="6188075" y="3646489"/>
            <a:ext cx="1519239"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1763" tIns="49988" rIns="101763" bIns="49988"/>
          <a:lstStyle>
            <a:lvl1pPr defTabSz="1028700">
              <a:defRPr>
                <a:solidFill>
                  <a:schemeClr val="tx1"/>
                </a:solidFill>
                <a:latin typeface="Arial" panose="020B0604020202020204" pitchFamily="34" charset="0"/>
                <a:cs typeface="Arial" panose="020B0604020202020204" pitchFamily="34" charset="0"/>
              </a:defRPr>
            </a:lvl1pPr>
            <a:lvl2pPr marL="742950" indent="-285750" defTabSz="1028700">
              <a:defRPr>
                <a:solidFill>
                  <a:schemeClr val="tx1"/>
                </a:solidFill>
                <a:latin typeface="Arial" panose="020B0604020202020204" pitchFamily="34" charset="0"/>
                <a:cs typeface="Arial" panose="020B0604020202020204" pitchFamily="34" charset="0"/>
              </a:defRPr>
            </a:lvl2pPr>
            <a:lvl3pPr marL="1143000" indent="-228600" defTabSz="1028700">
              <a:defRPr>
                <a:solidFill>
                  <a:schemeClr val="tx1"/>
                </a:solidFill>
                <a:latin typeface="Arial" panose="020B0604020202020204" pitchFamily="34" charset="0"/>
                <a:cs typeface="Arial" panose="020B0604020202020204" pitchFamily="34" charset="0"/>
              </a:defRPr>
            </a:lvl3pPr>
            <a:lvl4pPr marL="1600200" indent="-228600" defTabSz="1028700">
              <a:defRPr>
                <a:solidFill>
                  <a:schemeClr val="tx1"/>
                </a:solidFill>
                <a:latin typeface="Arial" panose="020B0604020202020204" pitchFamily="34" charset="0"/>
                <a:cs typeface="Arial" panose="020B0604020202020204" pitchFamily="34" charset="0"/>
              </a:defRPr>
            </a:lvl4pPr>
            <a:lvl5pPr marL="2057400" indent="-228600" defTabSz="1028700">
              <a:defRPr>
                <a:solidFill>
                  <a:schemeClr val="tx1"/>
                </a:solidFill>
                <a:latin typeface="Arial" panose="020B0604020202020204" pitchFamily="34" charset="0"/>
                <a:cs typeface="Arial" panose="020B0604020202020204" pitchFamily="34" charset="0"/>
              </a:defRPr>
            </a:lvl5pPr>
            <a:lvl6pPr marL="25146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lnSpc>
                <a:spcPct val="95000"/>
              </a:lnSpc>
              <a:spcBef>
                <a:spcPct val="20000"/>
              </a:spcBef>
              <a:spcAft>
                <a:spcPct val="0"/>
              </a:spcAft>
              <a:buClr>
                <a:srgbClr val="FF9933"/>
              </a:buClr>
              <a:buFont typeface="Wingdings" panose="05000000000000000000" pitchFamily="2" charset="2"/>
              <a:buNone/>
            </a:pPr>
            <a:r>
              <a:rPr lang="en-US" altLang="en-US" sz="1400">
                <a:solidFill>
                  <a:prstClr val="black"/>
                </a:solidFill>
              </a:rPr>
              <a:t>Primary: </a:t>
            </a:r>
          </a:p>
          <a:p>
            <a:pPr algn="ctr" fontAlgn="base">
              <a:lnSpc>
                <a:spcPct val="95000"/>
              </a:lnSpc>
              <a:spcBef>
                <a:spcPct val="20000"/>
              </a:spcBef>
              <a:spcAft>
                <a:spcPct val="0"/>
              </a:spcAft>
              <a:buClr>
                <a:srgbClr val="FF9933"/>
              </a:buClr>
              <a:buFont typeface="Wingdings" panose="05000000000000000000" pitchFamily="2" charset="2"/>
              <a:buNone/>
            </a:pPr>
            <a:r>
              <a:rPr lang="en-US" altLang="en-US" sz="1400">
                <a:solidFill>
                  <a:srgbClr val="ED7D31"/>
                </a:solidFill>
              </a:rPr>
              <a:t>Failed</a:t>
            </a:r>
            <a:r>
              <a:rPr lang="en-US" altLang="en-US" sz="1400">
                <a:solidFill>
                  <a:prstClr val="black"/>
                </a:solidFill>
              </a:rPr>
              <a:t>/Standby</a:t>
            </a:r>
          </a:p>
        </p:txBody>
      </p:sp>
      <p:sp>
        <p:nvSpPr>
          <p:cNvPr id="27676" name="Text Box 436"/>
          <p:cNvSpPr txBox="1">
            <a:spLocks noChangeArrowheads="1"/>
          </p:cNvSpPr>
          <p:nvPr/>
        </p:nvSpPr>
        <p:spPr bwMode="auto">
          <a:xfrm>
            <a:off x="7016541" y="1049338"/>
            <a:ext cx="2422944" cy="346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type="none" w="sm" len="sm"/>
                <a:tailEnd type="none" w="sm" len="sm"/>
              </a14:hiddenLine>
            </a:ext>
          </a:extLst>
        </p:spPr>
        <p:txBody>
          <a:bodyPr wrap="none" lIns="82124" tIns="41061" rIns="82124" bIns="41061">
            <a:spAutoFit/>
          </a:bodyPr>
          <a:lstStyle>
            <a:lvl1pPr defTabSz="814388">
              <a:defRPr>
                <a:solidFill>
                  <a:schemeClr val="tx1"/>
                </a:solidFill>
                <a:latin typeface="Arial" panose="020B0604020202020204" pitchFamily="34" charset="0"/>
                <a:cs typeface="Arial" panose="020B0604020202020204" pitchFamily="34" charset="0"/>
              </a:defRPr>
            </a:lvl1pPr>
            <a:lvl2pPr marL="742950" indent="-28575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lnSpc>
                <a:spcPct val="95000"/>
              </a:lnSpc>
              <a:spcBef>
                <a:spcPct val="20000"/>
              </a:spcBef>
              <a:spcAft>
                <a:spcPct val="0"/>
              </a:spcAft>
              <a:buClr>
                <a:srgbClr val="FF9933"/>
              </a:buClr>
              <a:buFont typeface="Wingdings" panose="05000000000000000000" pitchFamily="2" charset="2"/>
              <a:buNone/>
            </a:pPr>
            <a:r>
              <a:rPr lang="en-US" altLang="en-US">
                <a:solidFill>
                  <a:prstClr val="black"/>
                </a:solidFill>
              </a:rPr>
              <a:t>Failover: Active/Active</a:t>
            </a:r>
          </a:p>
        </p:txBody>
      </p:sp>
      <p:sp>
        <p:nvSpPr>
          <p:cNvPr id="27677" name="Line 437"/>
          <p:cNvSpPr>
            <a:spLocks noChangeShapeType="1"/>
          </p:cNvSpPr>
          <p:nvPr/>
        </p:nvSpPr>
        <p:spPr bwMode="auto">
          <a:xfrm>
            <a:off x="7069139" y="2544763"/>
            <a:ext cx="681037" cy="4763"/>
          </a:xfrm>
          <a:prstGeom prst="line">
            <a:avLst/>
          </a:prstGeom>
          <a:noFill/>
          <a:ln w="50800">
            <a:solidFill>
              <a:schemeClr val="accent2"/>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7678" name="Rectangle 440"/>
          <p:cNvSpPr>
            <a:spLocks noChangeAspect="1" noChangeArrowheads="1"/>
          </p:cNvSpPr>
          <p:nvPr/>
        </p:nvSpPr>
        <p:spPr bwMode="auto">
          <a:xfrm>
            <a:off x="7627937" y="2844800"/>
            <a:ext cx="95251" cy="400051"/>
          </a:xfrm>
          <a:prstGeom prst="rect">
            <a:avLst/>
          </a:prstGeom>
          <a:solidFill>
            <a:srgbClr val="FFFFFF">
              <a:alpha val="2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27679" name="Line 441"/>
          <p:cNvSpPr>
            <a:spLocks noChangeShapeType="1"/>
          </p:cNvSpPr>
          <p:nvPr/>
        </p:nvSpPr>
        <p:spPr bwMode="auto">
          <a:xfrm>
            <a:off x="8302625" y="3776664"/>
            <a:ext cx="19051" cy="1093787"/>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7680" name="Rectangle 442"/>
          <p:cNvSpPr>
            <a:spLocks noChangeAspect="1" noChangeArrowheads="1"/>
          </p:cNvSpPr>
          <p:nvPr/>
        </p:nvSpPr>
        <p:spPr bwMode="auto">
          <a:xfrm>
            <a:off x="9197977" y="3646489"/>
            <a:ext cx="1470025" cy="650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1763" tIns="49988" rIns="101763" bIns="49988"/>
          <a:lstStyle>
            <a:lvl1pPr defTabSz="1028700">
              <a:defRPr>
                <a:solidFill>
                  <a:schemeClr val="tx1"/>
                </a:solidFill>
                <a:latin typeface="Arial" panose="020B0604020202020204" pitchFamily="34" charset="0"/>
                <a:cs typeface="Arial" panose="020B0604020202020204" pitchFamily="34" charset="0"/>
              </a:defRPr>
            </a:lvl1pPr>
            <a:lvl2pPr marL="742950" indent="-285750" defTabSz="1028700">
              <a:defRPr>
                <a:solidFill>
                  <a:schemeClr val="tx1"/>
                </a:solidFill>
                <a:latin typeface="Arial" panose="020B0604020202020204" pitchFamily="34" charset="0"/>
                <a:cs typeface="Arial" panose="020B0604020202020204" pitchFamily="34" charset="0"/>
              </a:defRPr>
            </a:lvl2pPr>
            <a:lvl3pPr marL="1143000" indent="-228600" defTabSz="1028700">
              <a:defRPr>
                <a:solidFill>
                  <a:schemeClr val="tx1"/>
                </a:solidFill>
                <a:latin typeface="Arial" panose="020B0604020202020204" pitchFamily="34" charset="0"/>
                <a:cs typeface="Arial" panose="020B0604020202020204" pitchFamily="34" charset="0"/>
              </a:defRPr>
            </a:lvl3pPr>
            <a:lvl4pPr marL="1600200" indent="-228600" defTabSz="1028700">
              <a:defRPr>
                <a:solidFill>
                  <a:schemeClr val="tx1"/>
                </a:solidFill>
                <a:latin typeface="Arial" panose="020B0604020202020204" pitchFamily="34" charset="0"/>
                <a:cs typeface="Arial" panose="020B0604020202020204" pitchFamily="34" charset="0"/>
              </a:defRPr>
            </a:lvl4pPr>
            <a:lvl5pPr marL="2057400" indent="-228600" defTabSz="1028700">
              <a:defRPr>
                <a:solidFill>
                  <a:schemeClr val="tx1"/>
                </a:solidFill>
                <a:latin typeface="Arial" panose="020B0604020202020204" pitchFamily="34" charset="0"/>
                <a:cs typeface="Arial" panose="020B0604020202020204" pitchFamily="34" charset="0"/>
              </a:defRPr>
            </a:lvl5pPr>
            <a:lvl6pPr marL="25146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lnSpc>
                <a:spcPct val="95000"/>
              </a:lnSpc>
              <a:spcBef>
                <a:spcPct val="20000"/>
              </a:spcBef>
              <a:spcAft>
                <a:spcPct val="0"/>
              </a:spcAft>
              <a:buClr>
                <a:srgbClr val="FF9933"/>
              </a:buClr>
              <a:buFont typeface="Wingdings" panose="05000000000000000000" pitchFamily="2" charset="2"/>
              <a:buNone/>
            </a:pPr>
            <a:r>
              <a:rPr lang="en-US" altLang="en-US" sz="1400">
                <a:solidFill>
                  <a:prstClr val="black"/>
                </a:solidFill>
              </a:rPr>
              <a:t>Secondary: </a:t>
            </a:r>
          </a:p>
          <a:p>
            <a:pPr algn="ctr" fontAlgn="base">
              <a:lnSpc>
                <a:spcPct val="95000"/>
              </a:lnSpc>
              <a:spcBef>
                <a:spcPct val="20000"/>
              </a:spcBef>
              <a:spcAft>
                <a:spcPct val="0"/>
              </a:spcAft>
              <a:buClr>
                <a:srgbClr val="FF9933"/>
              </a:buClr>
              <a:buFont typeface="Wingdings" panose="05000000000000000000" pitchFamily="2" charset="2"/>
              <a:buNone/>
            </a:pPr>
            <a:r>
              <a:rPr lang="en-US" altLang="en-US" sz="1400">
                <a:solidFill>
                  <a:srgbClr val="697E1C"/>
                </a:solidFill>
              </a:rPr>
              <a:t>Active/Active</a:t>
            </a:r>
          </a:p>
        </p:txBody>
      </p:sp>
      <p:pic>
        <p:nvPicPr>
          <p:cNvPr id="27681" name="Picture 445" descr="Network_Cloud_Standard"/>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32700" y="4410077"/>
            <a:ext cx="1354139" cy="68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82" name="Rectangle 446"/>
          <p:cNvSpPr>
            <a:spLocks noChangeAspect="1" noChangeArrowheads="1"/>
          </p:cNvSpPr>
          <p:nvPr/>
        </p:nvSpPr>
        <p:spPr bwMode="auto">
          <a:xfrm>
            <a:off x="7705726" y="4652964"/>
            <a:ext cx="1243013"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73199" tIns="35707" rIns="73199" bIns="35707"/>
          <a:lstStyle>
            <a:lvl1pPr defTabSz="657225">
              <a:defRPr>
                <a:solidFill>
                  <a:schemeClr val="tx1"/>
                </a:solidFill>
                <a:latin typeface="Arial" panose="020B0604020202020204" pitchFamily="34" charset="0"/>
                <a:cs typeface="Arial" panose="020B0604020202020204" pitchFamily="34" charset="0"/>
              </a:defRPr>
            </a:lvl1pPr>
            <a:lvl2pPr marL="742950" indent="-285750" defTabSz="657225">
              <a:defRPr>
                <a:solidFill>
                  <a:schemeClr val="tx1"/>
                </a:solidFill>
                <a:latin typeface="Arial" panose="020B0604020202020204" pitchFamily="34" charset="0"/>
                <a:cs typeface="Arial" panose="020B0604020202020204" pitchFamily="34" charset="0"/>
              </a:defRPr>
            </a:lvl2pPr>
            <a:lvl3pPr marL="1143000" indent="-228600" defTabSz="657225">
              <a:defRPr>
                <a:solidFill>
                  <a:schemeClr val="tx1"/>
                </a:solidFill>
                <a:latin typeface="Arial" panose="020B0604020202020204" pitchFamily="34" charset="0"/>
                <a:cs typeface="Arial" panose="020B0604020202020204" pitchFamily="34" charset="0"/>
              </a:defRPr>
            </a:lvl3pPr>
            <a:lvl4pPr marL="1600200" indent="-228600" defTabSz="657225">
              <a:defRPr>
                <a:solidFill>
                  <a:schemeClr val="tx1"/>
                </a:solidFill>
                <a:latin typeface="Arial" panose="020B0604020202020204" pitchFamily="34" charset="0"/>
                <a:cs typeface="Arial" panose="020B0604020202020204" pitchFamily="34" charset="0"/>
              </a:defRPr>
            </a:lvl4pPr>
            <a:lvl5pPr marL="2057400" indent="-228600" defTabSz="657225">
              <a:defRPr>
                <a:solidFill>
                  <a:schemeClr val="tx1"/>
                </a:solidFill>
                <a:latin typeface="Arial" panose="020B0604020202020204" pitchFamily="34" charset="0"/>
                <a:cs typeface="Arial" panose="020B0604020202020204" pitchFamily="34" charset="0"/>
              </a:defRPr>
            </a:lvl5pPr>
            <a:lvl6pPr marL="2514600" indent="-228600" defTabSz="6572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6572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6572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65722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lnSpc>
                <a:spcPct val="95000"/>
              </a:lnSpc>
              <a:spcBef>
                <a:spcPct val="20000"/>
              </a:spcBef>
              <a:spcAft>
                <a:spcPct val="0"/>
              </a:spcAft>
              <a:buClr>
                <a:srgbClr val="FF9933"/>
              </a:buClr>
              <a:buFont typeface="Wingdings" panose="05000000000000000000" pitchFamily="2" charset="2"/>
              <a:buNone/>
            </a:pPr>
            <a:r>
              <a:rPr lang="en-US" altLang="en-US" sz="1400">
                <a:solidFill>
                  <a:prstClr val="black"/>
                </a:solidFill>
              </a:rPr>
              <a:t>Internet</a:t>
            </a:r>
          </a:p>
        </p:txBody>
      </p:sp>
      <p:sp>
        <p:nvSpPr>
          <p:cNvPr id="27683" name="Line 451"/>
          <p:cNvSpPr>
            <a:spLocks noChangeShapeType="1"/>
          </p:cNvSpPr>
          <p:nvPr/>
        </p:nvSpPr>
        <p:spPr bwMode="auto">
          <a:xfrm>
            <a:off x="6988175" y="1781175"/>
            <a:ext cx="0" cy="863600"/>
          </a:xfrm>
          <a:prstGeom prst="line">
            <a:avLst/>
          </a:prstGeom>
          <a:noFill/>
          <a:ln w="3810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lIns="82124" tIns="41061" rIns="82124" bIns="41061"/>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7684" name="Line 452"/>
          <p:cNvSpPr>
            <a:spLocks noChangeShapeType="1"/>
          </p:cNvSpPr>
          <p:nvPr/>
        </p:nvSpPr>
        <p:spPr bwMode="auto">
          <a:xfrm>
            <a:off x="7392989" y="1828800"/>
            <a:ext cx="1108075" cy="1106488"/>
          </a:xfrm>
          <a:prstGeom prst="line">
            <a:avLst/>
          </a:prstGeom>
          <a:noFill/>
          <a:ln w="381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lIns="82124" tIns="41061" rIns="82124" bIns="41061"/>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7685" name="Line 453"/>
          <p:cNvSpPr>
            <a:spLocks noChangeShapeType="1"/>
          </p:cNvSpPr>
          <p:nvPr/>
        </p:nvSpPr>
        <p:spPr bwMode="auto">
          <a:xfrm>
            <a:off x="9255125" y="1758951"/>
            <a:ext cx="14288" cy="1041400"/>
          </a:xfrm>
          <a:prstGeom prst="line">
            <a:avLst/>
          </a:prstGeom>
          <a:noFill/>
          <a:ln w="381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lIns="82124" tIns="41061" rIns="82124" bIns="41061"/>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7686" name="Line 454"/>
          <p:cNvSpPr>
            <a:spLocks noChangeShapeType="1"/>
          </p:cNvSpPr>
          <p:nvPr/>
        </p:nvSpPr>
        <p:spPr bwMode="auto">
          <a:xfrm flipH="1">
            <a:off x="9631363" y="2573338"/>
            <a:ext cx="317500" cy="347663"/>
          </a:xfrm>
          <a:prstGeom prst="line">
            <a:avLst/>
          </a:prstGeom>
          <a:noFill/>
          <a:ln w="381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lIns="82124" tIns="41061" rIns="82124" bIns="41061"/>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7687" name="Text Box 455"/>
          <p:cNvSpPr txBox="1">
            <a:spLocks noChangeArrowheads="1"/>
          </p:cNvSpPr>
          <p:nvPr/>
        </p:nvSpPr>
        <p:spPr bwMode="auto">
          <a:xfrm>
            <a:off x="9456739" y="2355851"/>
            <a:ext cx="872777" cy="287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type="none" w="sm" len="sm"/>
                <a:tailEnd type="none" w="sm" len="sm"/>
              </a14:hiddenLine>
            </a:ext>
          </a:extLst>
        </p:spPr>
        <p:txBody>
          <a:bodyPr wrap="none" lIns="82124" tIns="41061" rIns="82124" bIns="41061">
            <a:spAutoFit/>
          </a:bodyPr>
          <a:lstStyle>
            <a:lvl1pPr defTabSz="814388">
              <a:defRPr>
                <a:solidFill>
                  <a:schemeClr val="tx1"/>
                </a:solidFill>
                <a:latin typeface="Arial" panose="020B0604020202020204" pitchFamily="34" charset="0"/>
                <a:cs typeface="Arial" panose="020B0604020202020204" pitchFamily="34" charset="0"/>
              </a:defRPr>
            </a:lvl1pPr>
            <a:lvl2pPr marL="742950" indent="-28575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5000"/>
              </a:lnSpc>
              <a:spcBef>
                <a:spcPct val="20000"/>
              </a:spcBef>
              <a:spcAft>
                <a:spcPct val="0"/>
              </a:spcAft>
              <a:buClr>
                <a:srgbClr val="FF9933"/>
              </a:buClr>
              <a:buFont typeface="Wingdings" panose="05000000000000000000" pitchFamily="2" charset="2"/>
              <a:buNone/>
            </a:pPr>
            <a:r>
              <a:rPr lang="en-US" altLang="en-US" sz="1400">
                <a:solidFill>
                  <a:prstClr val="black"/>
                </a:solidFill>
              </a:rPr>
              <a:t>Contexts</a:t>
            </a:r>
          </a:p>
        </p:txBody>
      </p:sp>
      <p:sp>
        <p:nvSpPr>
          <p:cNvPr id="27688" name="Line 457"/>
          <p:cNvSpPr>
            <a:spLocks noChangeShapeType="1"/>
          </p:cNvSpPr>
          <p:nvPr/>
        </p:nvSpPr>
        <p:spPr bwMode="auto">
          <a:xfrm flipH="1">
            <a:off x="8301039" y="3795714"/>
            <a:ext cx="788987" cy="317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pic>
        <p:nvPicPr>
          <p:cNvPr id="27689" name="Picture 458" descr="Route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035926" y="3949701"/>
            <a:ext cx="517525" cy="361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90" name="Line 459"/>
          <p:cNvSpPr>
            <a:spLocks noChangeShapeType="1"/>
          </p:cNvSpPr>
          <p:nvPr/>
        </p:nvSpPr>
        <p:spPr bwMode="auto">
          <a:xfrm>
            <a:off x="9099551" y="3563939"/>
            <a:ext cx="3175" cy="24447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7691" name="Line 460"/>
          <p:cNvSpPr>
            <a:spLocks noChangeShapeType="1"/>
          </p:cNvSpPr>
          <p:nvPr/>
        </p:nvSpPr>
        <p:spPr bwMode="auto">
          <a:xfrm flipH="1">
            <a:off x="8691564" y="2568575"/>
            <a:ext cx="9525" cy="1003300"/>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7692" name="Line 461"/>
          <p:cNvSpPr>
            <a:spLocks noChangeShapeType="1"/>
          </p:cNvSpPr>
          <p:nvPr/>
        </p:nvSpPr>
        <p:spPr bwMode="auto">
          <a:xfrm flipH="1">
            <a:off x="9401176" y="2565401"/>
            <a:ext cx="9525" cy="1001713"/>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7693" name="Line 462"/>
          <p:cNvSpPr>
            <a:spLocks noChangeShapeType="1"/>
          </p:cNvSpPr>
          <p:nvPr/>
        </p:nvSpPr>
        <p:spPr bwMode="auto">
          <a:xfrm>
            <a:off x="8677275" y="2566990"/>
            <a:ext cx="717551" cy="317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7694" name="Line 463"/>
          <p:cNvSpPr>
            <a:spLocks noChangeShapeType="1"/>
          </p:cNvSpPr>
          <p:nvPr/>
        </p:nvSpPr>
        <p:spPr bwMode="auto">
          <a:xfrm>
            <a:off x="9051926" y="2341565"/>
            <a:ext cx="3175" cy="242887"/>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7695" name="Line 464"/>
          <p:cNvSpPr>
            <a:spLocks noChangeShapeType="1"/>
          </p:cNvSpPr>
          <p:nvPr/>
        </p:nvSpPr>
        <p:spPr bwMode="auto">
          <a:xfrm>
            <a:off x="8420102" y="2085977"/>
            <a:ext cx="3175" cy="290513"/>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7696" name="Line 465"/>
          <p:cNvSpPr>
            <a:spLocks noChangeShapeType="1"/>
          </p:cNvSpPr>
          <p:nvPr/>
        </p:nvSpPr>
        <p:spPr bwMode="auto">
          <a:xfrm>
            <a:off x="8326438" y="2357439"/>
            <a:ext cx="728663" cy="317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7697" name="Line 466"/>
          <p:cNvSpPr>
            <a:spLocks noChangeShapeType="1"/>
          </p:cNvSpPr>
          <p:nvPr/>
        </p:nvSpPr>
        <p:spPr bwMode="auto">
          <a:xfrm>
            <a:off x="9367839" y="1717676"/>
            <a:ext cx="1587" cy="36512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7698" name="Line 467"/>
          <p:cNvSpPr>
            <a:spLocks noChangeShapeType="1"/>
          </p:cNvSpPr>
          <p:nvPr/>
        </p:nvSpPr>
        <p:spPr bwMode="auto">
          <a:xfrm>
            <a:off x="8339139" y="2065339"/>
            <a:ext cx="1371600" cy="317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pic>
        <p:nvPicPr>
          <p:cNvPr id="27699" name="Picture 468" descr="P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123364" y="1392239"/>
            <a:ext cx="5492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700" name="Rectangle 469"/>
          <p:cNvSpPr>
            <a:spLocks noChangeAspect="1" noChangeArrowheads="1"/>
          </p:cNvSpPr>
          <p:nvPr/>
        </p:nvSpPr>
        <p:spPr bwMode="auto">
          <a:xfrm>
            <a:off x="9209088" y="2863849"/>
            <a:ext cx="95251" cy="400051"/>
          </a:xfrm>
          <a:prstGeom prst="rect">
            <a:avLst/>
          </a:prstGeom>
          <a:solidFill>
            <a:srgbClr val="FFFFFF">
              <a:alpha val="2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27701" name="Line 476"/>
          <p:cNvSpPr>
            <a:spLocks noChangeShapeType="1"/>
          </p:cNvSpPr>
          <p:nvPr/>
        </p:nvSpPr>
        <p:spPr bwMode="auto">
          <a:xfrm>
            <a:off x="7140576" y="1773239"/>
            <a:ext cx="15875" cy="31432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pic>
        <p:nvPicPr>
          <p:cNvPr id="27702" name="Picture 477" descr="P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32602" y="1393826"/>
            <a:ext cx="550863"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703" name="Line 478"/>
          <p:cNvSpPr>
            <a:spLocks noChangeShapeType="1"/>
          </p:cNvSpPr>
          <p:nvPr/>
        </p:nvSpPr>
        <p:spPr bwMode="auto">
          <a:xfrm>
            <a:off x="6834188" y="2062163"/>
            <a:ext cx="1392237" cy="4763"/>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7704" name="Line 479"/>
          <p:cNvSpPr>
            <a:spLocks noChangeShapeType="1"/>
          </p:cNvSpPr>
          <p:nvPr/>
        </p:nvSpPr>
        <p:spPr bwMode="auto">
          <a:xfrm>
            <a:off x="8134351" y="2068514"/>
            <a:ext cx="1588" cy="292100"/>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7705" name="Line 480"/>
          <p:cNvSpPr>
            <a:spLocks noChangeShapeType="1"/>
          </p:cNvSpPr>
          <p:nvPr/>
        </p:nvSpPr>
        <p:spPr bwMode="auto">
          <a:xfrm>
            <a:off x="7478714" y="2344739"/>
            <a:ext cx="565151" cy="0"/>
          </a:xfrm>
          <a:prstGeom prst="line">
            <a:avLst/>
          </a:prstGeom>
          <a:noFill/>
          <a:ln w="50800">
            <a:solidFill>
              <a:schemeClr val="accent2"/>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7706" name="Line 481"/>
          <p:cNvSpPr>
            <a:spLocks noChangeShapeType="1"/>
          </p:cNvSpPr>
          <p:nvPr/>
        </p:nvSpPr>
        <p:spPr bwMode="auto">
          <a:xfrm flipH="1">
            <a:off x="7496176" y="2413000"/>
            <a:ext cx="9525" cy="177800"/>
          </a:xfrm>
          <a:prstGeom prst="line">
            <a:avLst/>
          </a:prstGeom>
          <a:noFill/>
          <a:ln w="50800">
            <a:solidFill>
              <a:schemeClr val="accent2"/>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pic>
        <p:nvPicPr>
          <p:cNvPr id="27707" name="Picture 482" descr="Route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031163" y="2203451"/>
            <a:ext cx="444500"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708" name="Line 483"/>
          <p:cNvSpPr>
            <a:spLocks noChangeShapeType="1"/>
          </p:cNvSpPr>
          <p:nvPr/>
        </p:nvSpPr>
        <p:spPr bwMode="auto">
          <a:xfrm flipH="1">
            <a:off x="7700963" y="2655888"/>
            <a:ext cx="11112" cy="914400"/>
          </a:xfrm>
          <a:prstGeom prst="line">
            <a:avLst/>
          </a:prstGeom>
          <a:noFill/>
          <a:ln w="50800">
            <a:solidFill>
              <a:schemeClr val="accent2"/>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7709" name="Line 484"/>
          <p:cNvSpPr>
            <a:spLocks noChangeShapeType="1"/>
          </p:cNvSpPr>
          <p:nvPr/>
        </p:nvSpPr>
        <p:spPr bwMode="auto">
          <a:xfrm>
            <a:off x="7092951" y="2613026"/>
            <a:ext cx="15875" cy="946151"/>
          </a:xfrm>
          <a:prstGeom prst="line">
            <a:avLst/>
          </a:prstGeom>
          <a:noFill/>
          <a:ln w="50800">
            <a:solidFill>
              <a:schemeClr val="accent2"/>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7710" name="Line 486"/>
          <p:cNvSpPr>
            <a:spLocks noChangeShapeType="1"/>
          </p:cNvSpPr>
          <p:nvPr/>
        </p:nvSpPr>
        <p:spPr bwMode="auto">
          <a:xfrm flipV="1">
            <a:off x="7448551" y="3790952"/>
            <a:ext cx="760413" cy="11113"/>
          </a:xfrm>
          <a:prstGeom prst="line">
            <a:avLst/>
          </a:prstGeom>
          <a:noFill/>
          <a:ln w="50800">
            <a:solidFill>
              <a:schemeClr val="accent2"/>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7711" name="Line 487"/>
          <p:cNvSpPr>
            <a:spLocks noChangeShapeType="1"/>
          </p:cNvSpPr>
          <p:nvPr/>
        </p:nvSpPr>
        <p:spPr bwMode="auto">
          <a:xfrm>
            <a:off x="7462839" y="3595688"/>
            <a:ext cx="15875" cy="138112"/>
          </a:xfrm>
          <a:prstGeom prst="line">
            <a:avLst/>
          </a:prstGeom>
          <a:noFill/>
          <a:ln w="50800">
            <a:solidFill>
              <a:schemeClr val="accent2"/>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7712" name="Rectangle 506"/>
          <p:cNvSpPr>
            <a:spLocks noChangeArrowheads="1"/>
          </p:cNvSpPr>
          <p:nvPr/>
        </p:nvSpPr>
        <p:spPr bwMode="auto">
          <a:xfrm>
            <a:off x="635129" y="5132392"/>
            <a:ext cx="11096368" cy="1575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82124" tIns="41061" rIns="82124" bIns="41061">
            <a:spAutoFit/>
          </a:bodyPr>
          <a:lstStyle>
            <a:lvl1pPr defTabSz="814388">
              <a:defRPr>
                <a:solidFill>
                  <a:schemeClr val="tx1"/>
                </a:solidFill>
                <a:latin typeface="Arial" panose="020B0604020202020204" pitchFamily="34" charset="0"/>
                <a:cs typeface="Arial" panose="020B0604020202020204" pitchFamily="34" charset="0"/>
              </a:defRPr>
            </a:lvl1pPr>
            <a:lvl2pPr marL="742950" indent="-285750" defTabSz="814388">
              <a:defRPr>
                <a:solidFill>
                  <a:schemeClr val="tx1"/>
                </a:solidFill>
                <a:latin typeface="Arial" panose="020B0604020202020204" pitchFamily="34" charset="0"/>
                <a:cs typeface="Arial" panose="020B0604020202020204" pitchFamily="34" charset="0"/>
              </a:defRPr>
            </a:lvl2pPr>
            <a:lvl3pPr marL="6858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5000"/>
              </a:lnSpc>
              <a:spcBef>
                <a:spcPct val="35000"/>
              </a:spcBef>
              <a:spcAft>
                <a:spcPct val="0"/>
              </a:spcAft>
              <a:buClr>
                <a:srgbClr val="5B9BD5"/>
              </a:buClr>
              <a:buFont typeface="Wingdings" panose="05000000000000000000" pitchFamily="2" charset="2"/>
              <a:buChar char="§"/>
            </a:pPr>
            <a:r>
              <a:rPr lang="en-US" altLang="en-US" sz="2000" dirty="0">
                <a:solidFill>
                  <a:srgbClr val="000000"/>
                </a:solidFill>
              </a:rPr>
              <a:t> Failover protects the network if the primary security appliance goes offline..</a:t>
            </a:r>
          </a:p>
          <a:p>
            <a:pPr lvl="2" fontAlgn="base">
              <a:lnSpc>
                <a:spcPct val="95000"/>
              </a:lnSpc>
              <a:spcBef>
                <a:spcPct val="35000"/>
              </a:spcBef>
              <a:spcAft>
                <a:spcPct val="0"/>
              </a:spcAft>
              <a:buClr>
                <a:srgbClr val="0183B7"/>
              </a:buClr>
              <a:buFont typeface="Arial" panose="020B0604020202020204" pitchFamily="34" charset="0"/>
              <a:buChar char="–"/>
            </a:pPr>
            <a:r>
              <a:rPr lang="en-US" altLang="en-US" sz="2000" dirty="0">
                <a:solidFill>
                  <a:srgbClr val="000000"/>
                </a:solidFill>
              </a:rPr>
              <a:t>Active/standby: Only one unit can be actively processing traffic; the other is hot standby.</a:t>
            </a:r>
          </a:p>
          <a:p>
            <a:pPr lvl="2" fontAlgn="base">
              <a:lnSpc>
                <a:spcPct val="95000"/>
              </a:lnSpc>
              <a:spcBef>
                <a:spcPct val="35000"/>
              </a:spcBef>
              <a:spcAft>
                <a:spcPct val="0"/>
              </a:spcAft>
              <a:buClr>
                <a:srgbClr val="0183B7"/>
              </a:buClr>
              <a:buFont typeface="Arial" panose="020B0604020202020204" pitchFamily="34" charset="0"/>
              <a:buChar char="–"/>
            </a:pPr>
            <a:r>
              <a:rPr lang="en-US" altLang="en-US" sz="2000" dirty="0">
                <a:solidFill>
                  <a:srgbClr val="000000"/>
                </a:solidFill>
              </a:rPr>
              <a:t>Active/Active: Both units can process traffic and serve as backup units.</a:t>
            </a:r>
          </a:p>
          <a:p>
            <a:pPr fontAlgn="base">
              <a:lnSpc>
                <a:spcPct val="95000"/>
              </a:lnSpc>
              <a:spcBef>
                <a:spcPct val="35000"/>
              </a:spcBef>
              <a:spcAft>
                <a:spcPct val="0"/>
              </a:spcAft>
              <a:buClr>
                <a:srgbClr val="5B9BD5"/>
              </a:buClr>
              <a:buFont typeface="Wingdings" panose="05000000000000000000" pitchFamily="2" charset="2"/>
              <a:buChar char="§"/>
            </a:pPr>
            <a:r>
              <a:rPr lang="en-US" altLang="en-US" sz="2000" dirty="0">
                <a:solidFill>
                  <a:srgbClr val="000000"/>
                </a:solidFill>
              </a:rPr>
              <a:t> </a:t>
            </a:r>
            <a:r>
              <a:rPr lang="en-US" altLang="en-US" sz="2000" dirty="0" err="1">
                <a:solidFill>
                  <a:srgbClr val="000000"/>
                </a:solidFill>
              </a:rPr>
              <a:t>Stateful</a:t>
            </a:r>
            <a:r>
              <a:rPr lang="en-US" altLang="en-US" sz="2000" dirty="0">
                <a:solidFill>
                  <a:srgbClr val="000000"/>
                </a:solidFill>
              </a:rPr>
              <a:t> failover maintains the operating state during failover.</a:t>
            </a:r>
          </a:p>
        </p:txBody>
      </p:sp>
      <p:pic>
        <p:nvPicPr>
          <p:cNvPr id="27713" name="Picture 507" descr="Route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363914" y="3984626"/>
            <a:ext cx="438151"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14" name="Picture 508" descr="Route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035926" y="3949701"/>
            <a:ext cx="5207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15" name="Picture 509" descr="Route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037514" y="2203451"/>
            <a:ext cx="438151"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16" name="Picture 510" descr="Cisco_ASA5500"/>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211639" y="2941637"/>
            <a:ext cx="365125" cy="476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17" name="Picture 511" descr="Cisco_ASA5500"/>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436939" y="2941637"/>
            <a:ext cx="365125" cy="476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18" name="Picture 512" descr="Cisco_ASA5500"/>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7589839" y="2860675"/>
            <a:ext cx="365125" cy="476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19" name="Picture 514" descr="Cisco_ASA5500"/>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9229726" y="2860675"/>
            <a:ext cx="365125" cy="476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720" name="Picture 513" descr="Cisco_ASA5500"/>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8599488" y="2860675"/>
            <a:ext cx="365125" cy="476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721" name="Text Box 472"/>
          <p:cNvSpPr txBox="1">
            <a:spLocks noChangeArrowheads="1"/>
          </p:cNvSpPr>
          <p:nvPr/>
        </p:nvSpPr>
        <p:spPr bwMode="auto">
          <a:xfrm>
            <a:off x="9234489" y="3070226"/>
            <a:ext cx="311151" cy="276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type="none" w="sm" len="sm"/>
                <a:tailEnd type="none" w="sm" len="sm"/>
              </a14:hiddenLine>
            </a:ext>
          </a:extLst>
        </p:spPr>
        <p:txBody>
          <a:bodyPr lIns="82124" tIns="41061" rIns="82124" bIns="41061">
            <a:spAutoFit/>
          </a:bodyPr>
          <a:lstStyle>
            <a:lvl1pPr defTabSz="814388">
              <a:defRPr>
                <a:solidFill>
                  <a:schemeClr val="tx1"/>
                </a:solidFill>
                <a:latin typeface="Arial" panose="020B0604020202020204" pitchFamily="34" charset="0"/>
                <a:cs typeface="Arial" panose="020B0604020202020204" pitchFamily="34" charset="0"/>
              </a:defRPr>
            </a:lvl1pPr>
            <a:lvl2pPr marL="742950" indent="-28575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r>
              <a:rPr lang="en-US" altLang="en-US" sz="1400">
                <a:solidFill>
                  <a:prstClr val="white"/>
                </a:solidFill>
              </a:rPr>
              <a:t>2</a:t>
            </a:r>
          </a:p>
        </p:txBody>
      </p:sp>
      <p:sp>
        <p:nvSpPr>
          <p:cNvPr id="27722" name="Text Box 475"/>
          <p:cNvSpPr txBox="1">
            <a:spLocks noChangeArrowheads="1"/>
          </p:cNvSpPr>
          <p:nvPr/>
        </p:nvSpPr>
        <p:spPr bwMode="auto">
          <a:xfrm>
            <a:off x="8591550" y="3071814"/>
            <a:ext cx="265238" cy="276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type="none" w="sm" len="sm"/>
                <a:tailEnd type="none" w="sm" len="sm"/>
              </a14:hiddenLine>
            </a:ext>
          </a:extLst>
        </p:spPr>
        <p:txBody>
          <a:bodyPr wrap="none" lIns="82124" tIns="41061" rIns="82124" bIns="41061">
            <a:spAutoFit/>
          </a:bodyPr>
          <a:lstStyle>
            <a:lvl1pPr defTabSz="814388">
              <a:defRPr>
                <a:solidFill>
                  <a:schemeClr val="tx1"/>
                </a:solidFill>
                <a:latin typeface="Arial" panose="020B0604020202020204" pitchFamily="34" charset="0"/>
                <a:cs typeface="Arial" panose="020B0604020202020204" pitchFamily="34" charset="0"/>
              </a:defRPr>
            </a:lvl1pPr>
            <a:lvl2pPr marL="742950" indent="-28575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r>
              <a:rPr lang="en-US" altLang="en-US" sz="1400">
                <a:solidFill>
                  <a:prstClr val="white"/>
                </a:solidFill>
              </a:rPr>
              <a:t>1</a:t>
            </a:r>
          </a:p>
        </p:txBody>
      </p:sp>
      <p:sp>
        <p:nvSpPr>
          <p:cNvPr id="27723" name="Line 485"/>
          <p:cNvSpPr>
            <a:spLocks noChangeShapeType="1"/>
          </p:cNvSpPr>
          <p:nvPr/>
        </p:nvSpPr>
        <p:spPr bwMode="auto">
          <a:xfrm flipV="1">
            <a:off x="7196140" y="3492500"/>
            <a:ext cx="490537" cy="9525"/>
          </a:xfrm>
          <a:prstGeom prst="line">
            <a:avLst/>
          </a:prstGeom>
          <a:noFill/>
          <a:ln w="50800">
            <a:solidFill>
              <a:schemeClr val="accent2"/>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7724" name="Text Box 493"/>
          <p:cNvSpPr txBox="1">
            <a:spLocks noChangeArrowheads="1"/>
          </p:cNvSpPr>
          <p:nvPr/>
        </p:nvSpPr>
        <p:spPr bwMode="auto">
          <a:xfrm>
            <a:off x="7600950" y="3060701"/>
            <a:ext cx="265238" cy="276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type="none" w="sm" len="sm"/>
                <a:tailEnd type="none" w="sm" len="sm"/>
              </a14:hiddenLine>
            </a:ext>
          </a:extLst>
        </p:spPr>
        <p:txBody>
          <a:bodyPr wrap="none" lIns="82124" tIns="41061" rIns="82124" bIns="41061">
            <a:spAutoFit/>
          </a:bodyPr>
          <a:lstStyle>
            <a:lvl1pPr defTabSz="814388">
              <a:defRPr>
                <a:solidFill>
                  <a:schemeClr val="tx1"/>
                </a:solidFill>
                <a:latin typeface="Arial" panose="020B0604020202020204" pitchFamily="34" charset="0"/>
                <a:cs typeface="Arial" panose="020B0604020202020204" pitchFamily="34" charset="0"/>
              </a:defRPr>
            </a:lvl1pPr>
            <a:lvl2pPr marL="742950" indent="-28575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r>
              <a:rPr lang="en-US" altLang="en-US" sz="1400">
                <a:solidFill>
                  <a:prstClr val="white"/>
                </a:solidFill>
              </a:rPr>
              <a:t>2</a:t>
            </a:r>
          </a:p>
        </p:txBody>
      </p:sp>
      <p:sp>
        <p:nvSpPr>
          <p:cNvPr id="27725" name="Line 497"/>
          <p:cNvSpPr>
            <a:spLocks noChangeShapeType="1"/>
          </p:cNvSpPr>
          <p:nvPr/>
        </p:nvSpPr>
        <p:spPr bwMode="auto">
          <a:xfrm>
            <a:off x="8685214" y="3419477"/>
            <a:ext cx="731837" cy="317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pic>
        <p:nvPicPr>
          <p:cNvPr id="27726" name="Picture 515" descr="Cisco_ASA5500"/>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6891339" y="2860675"/>
            <a:ext cx="365125" cy="476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727" name="Text Box 490"/>
          <p:cNvSpPr txBox="1">
            <a:spLocks noChangeArrowheads="1"/>
          </p:cNvSpPr>
          <p:nvPr/>
        </p:nvSpPr>
        <p:spPr bwMode="auto">
          <a:xfrm>
            <a:off x="6861175" y="3084514"/>
            <a:ext cx="265238" cy="276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type="none" w="sm" len="sm"/>
                <a:tailEnd type="none" w="sm" len="sm"/>
              </a14:hiddenLine>
            </a:ext>
          </a:extLst>
        </p:spPr>
        <p:txBody>
          <a:bodyPr wrap="none" lIns="82124" tIns="41061" rIns="82124" bIns="41061">
            <a:spAutoFit/>
          </a:bodyPr>
          <a:lstStyle>
            <a:lvl1pPr defTabSz="814388">
              <a:defRPr>
                <a:solidFill>
                  <a:schemeClr val="tx1"/>
                </a:solidFill>
                <a:latin typeface="Arial" panose="020B0604020202020204" pitchFamily="34" charset="0"/>
                <a:cs typeface="Arial" panose="020B0604020202020204" pitchFamily="34" charset="0"/>
              </a:defRPr>
            </a:lvl1pPr>
            <a:lvl2pPr marL="742950" indent="-28575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r>
              <a:rPr lang="en-US" altLang="en-US" sz="1400">
                <a:solidFill>
                  <a:prstClr val="white"/>
                </a:solidFill>
              </a:rPr>
              <a:t>1</a:t>
            </a:r>
          </a:p>
        </p:txBody>
      </p:sp>
    </p:spTree>
    <p:extLst>
      <p:ext uri="{BB962C8B-B14F-4D97-AF65-F5344CB8AC3E}">
        <p14:creationId xmlns:p14="http://schemas.microsoft.com/office/powerpoint/2010/main" val="2253581587"/>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320" descr="Cisco_ASA550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97389" y="2627314"/>
            <a:ext cx="484187"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699" name="Rectangle 270"/>
          <p:cNvSpPr>
            <a:spLocks noGrp="1" noChangeArrowheads="1"/>
          </p:cNvSpPr>
          <p:nvPr>
            <p:ph type="title"/>
          </p:nvPr>
        </p:nvSpPr>
        <p:spPr>
          <a:xfrm>
            <a:off x="11113" y="16659"/>
            <a:ext cx="10515600" cy="494776"/>
          </a:xfrm>
        </p:spPr>
        <p:txBody>
          <a:bodyPr/>
          <a:lstStyle/>
          <a:p>
            <a:pPr eaLnBrk="1" hangingPunct="1"/>
            <a:r>
              <a:rPr lang="en-US" altLang="en-US" sz="3733" dirty="0">
                <a:latin typeface="Arial" panose="020B0604020202020204" pitchFamily="34" charset="0"/>
                <a:cs typeface="Arial" panose="020B0604020202020204" pitchFamily="34" charset="0"/>
              </a:rPr>
              <a:t>Transparent Firewall</a:t>
            </a:r>
          </a:p>
        </p:txBody>
      </p:sp>
      <p:sp>
        <p:nvSpPr>
          <p:cNvPr id="29700" name="Line 220"/>
          <p:cNvSpPr>
            <a:spLocks noChangeShapeType="1"/>
          </p:cNvSpPr>
          <p:nvPr/>
        </p:nvSpPr>
        <p:spPr bwMode="auto">
          <a:xfrm>
            <a:off x="4999039" y="2914651"/>
            <a:ext cx="863600" cy="0"/>
          </a:xfrm>
          <a:prstGeom prst="line">
            <a:avLst/>
          </a:prstGeom>
          <a:noFill/>
          <a:ln w="38100">
            <a:solidFill>
              <a:schemeClr val="tx1"/>
            </a:solidFill>
            <a:round/>
            <a:headEnd type="none" w="sm" len="sm"/>
            <a:tailEnd type="triangle" w="sm" len="sm"/>
          </a:ln>
          <a:extLst>
            <a:ext uri="{909E8E84-426E-40DD-AFC4-6F175D3DCCD1}">
              <a14:hiddenFill xmlns:a14="http://schemas.microsoft.com/office/drawing/2010/main">
                <a:noFill/>
              </a14:hiddenFill>
            </a:ext>
          </a:extLst>
        </p:spPr>
        <p:txBody>
          <a:bodyPr lIns="82124" tIns="41061" rIns="82124" bIns="41061"/>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29701" name="Text Box 268"/>
          <p:cNvSpPr txBox="1">
            <a:spLocks noChangeArrowheads="1"/>
          </p:cNvSpPr>
          <p:nvPr/>
        </p:nvSpPr>
        <p:spPr bwMode="auto">
          <a:xfrm>
            <a:off x="6096000" y="3378201"/>
            <a:ext cx="1110021" cy="287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type="none" w="sm" len="sm"/>
                <a:tailEnd type="none" w="sm" len="sm"/>
              </a14:hiddenLine>
            </a:ext>
          </a:extLst>
        </p:spPr>
        <p:txBody>
          <a:bodyPr wrap="none" lIns="82124" tIns="41061" rIns="82124" bIns="41061">
            <a:spAutoFit/>
          </a:bodyPr>
          <a:lstStyle>
            <a:lvl1pPr defTabSz="814388">
              <a:defRPr>
                <a:solidFill>
                  <a:schemeClr val="tx1"/>
                </a:solidFill>
                <a:latin typeface="Arial" panose="020B0604020202020204" pitchFamily="34" charset="0"/>
                <a:cs typeface="Arial" panose="020B0604020202020204" pitchFamily="34" charset="0"/>
              </a:defRPr>
            </a:lvl1pPr>
            <a:lvl2pPr marL="742950" indent="-28575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5000"/>
              </a:lnSpc>
              <a:spcBef>
                <a:spcPct val="20000"/>
              </a:spcBef>
              <a:spcAft>
                <a:spcPct val="0"/>
              </a:spcAft>
              <a:buClr>
                <a:srgbClr val="FF9933"/>
              </a:buClr>
              <a:buFont typeface="Wingdings" panose="05000000000000000000" pitchFamily="2" charset="2"/>
              <a:buNone/>
            </a:pPr>
            <a:r>
              <a:rPr lang="en-US" altLang="en-US" sz="1400">
                <a:solidFill>
                  <a:prstClr val="black"/>
                </a:solidFill>
              </a:rPr>
              <a:t>192.168.1.2</a:t>
            </a:r>
          </a:p>
        </p:txBody>
      </p:sp>
      <p:sp>
        <p:nvSpPr>
          <p:cNvPr id="29702" name="Text Box 269"/>
          <p:cNvSpPr txBox="1">
            <a:spLocks noChangeArrowheads="1"/>
          </p:cNvSpPr>
          <p:nvPr/>
        </p:nvSpPr>
        <p:spPr bwMode="auto">
          <a:xfrm>
            <a:off x="6096000" y="2368551"/>
            <a:ext cx="1110021" cy="287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type="none" w="sm" len="sm"/>
                <a:tailEnd type="none" w="sm" len="sm"/>
              </a14:hiddenLine>
            </a:ext>
          </a:extLst>
        </p:spPr>
        <p:txBody>
          <a:bodyPr wrap="none" lIns="82124" tIns="41061" rIns="82124" bIns="41061">
            <a:spAutoFit/>
          </a:bodyPr>
          <a:lstStyle>
            <a:lvl1pPr defTabSz="814388">
              <a:defRPr>
                <a:solidFill>
                  <a:schemeClr val="tx1"/>
                </a:solidFill>
                <a:latin typeface="Arial" panose="020B0604020202020204" pitchFamily="34" charset="0"/>
                <a:cs typeface="Arial" panose="020B0604020202020204" pitchFamily="34" charset="0"/>
              </a:defRPr>
            </a:lvl1pPr>
            <a:lvl2pPr marL="742950" indent="-28575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5000"/>
              </a:lnSpc>
              <a:spcBef>
                <a:spcPct val="20000"/>
              </a:spcBef>
              <a:spcAft>
                <a:spcPct val="0"/>
              </a:spcAft>
              <a:buClr>
                <a:srgbClr val="FF9933"/>
              </a:buClr>
              <a:buFont typeface="Wingdings" panose="05000000000000000000" pitchFamily="2" charset="2"/>
              <a:buNone/>
            </a:pPr>
            <a:r>
              <a:rPr lang="en-US" altLang="en-US" sz="1400">
                <a:solidFill>
                  <a:prstClr val="black"/>
                </a:solidFill>
              </a:rPr>
              <a:t>192.168.1.5</a:t>
            </a:r>
          </a:p>
        </p:txBody>
      </p:sp>
      <p:sp>
        <p:nvSpPr>
          <p:cNvPr id="29703" name="Line 273"/>
          <p:cNvSpPr>
            <a:spLocks noChangeShapeType="1"/>
          </p:cNvSpPr>
          <p:nvPr/>
        </p:nvSpPr>
        <p:spPr bwMode="auto">
          <a:xfrm flipV="1">
            <a:off x="4595814" y="2214564"/>
            <a:ext cx="3144837" cy="952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grpSp>
        <p:nvGrpSpPr>
          <p:cNvPr id="29704" name="Group 287"/>
          <p:cNvGrpSpPr>
            <a:grpSpLocks/>
          </p:cNvGrpSpPr>
          <p:nvPr/>
        </p:nvGrpSpPr>
        <p:grpSpPr bwMode="auto">
          <a:xfrm>
            <a:off x="4629151" y="1254125"/>
            <a:ext cx="639763" cy="939800"/>
            <a:chOff x="103" y="2433"/>
            <a:chExt cx="403" cy="592"/>
          </a:xfrm>
        </p:grpSpPr>
        <p:sp>
          <p:nvSpPr>
            <p:cNvPr id="29720" name="Line 278"/>
            <p:cNvSpPr>
              <a:spLocks noChangeShapeType="1"/>
            </p:cNvSpPr>
            <p:nvPr/>
          </p:nvSpPr>
          <p:spPr bwMode="auto">
            <a:xfrm flipH="1">
              <a:off x="293" y="2729"/>
              <a:ext cx="3" cy="296"/>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pic>
          <p:nvPicPr>
            <p:cNvPr id="29721" name="Picture 275" descr="P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3" y="2433"/>
              <a:ext cx="403"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9705" name="Group 294"/>
          <p:cNvGrpSpPr>
            <a:grpSpLocks/>
          </p:cNvGrpSpPr>
          <p:nvPr/>
        </p:nvGrpSpPr>
        <p:grpSpPr bwMode="auto">
          <a:xfrm>
            <a:off x="6973888" y="1274763"/>
            <a:ext cx="639763" cy="939800"/>
            <a:chOff x="3417" y="920"/>
            <a:chExt cx="403" cy="592"/>
          </a:xfrm>
        </p:grpSpPr>
        <p:sp>
          <p:nvSpPr>
            <p:cNvPr id="29718" name="Line 283"/>
            <p:cNvSpPr>
              <a:spLocks noChangeShapeType="1"/>
            </p:cNvSpPr>
            <p:nvPr/>
          </p:nvSpPr>
          <p:spPr bwMode="auto">
            <a:xfrm flipH="1">
              <a:off x="3607" y="1216"/>
              <a:ext cx="3" cy="296"/>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pic>
          <p:nvPicPr>
            <p:cNvPr id="29719" name="Picture 284" descr="P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417" y="920"/>
              <a:ext cx="403"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9706" name="Group 288"/>
          <p:cNvGrpSpPr>
            <a:grpSpLocks/>
          </p:cNvGrpSpPr>
          <p:nvPr/>
        </p:nvGrpSpPr>
        <p:grpSpPr bwMode="auto">
          <a:xfrm>
            <a:off x="5376863" y="1233488"/>
            <a:ext cx="639763" cy="939800"/>
            <a:chOff x="103" y="2433"/>
            <a:chExt cx="403" cy="592"/>
          </a:xfrm>
        </p:grpSpPr>
        <p:sp>
          <p:nvSpPr>
            <p:cNvPr id="29716" name="Line 289"/>
            <p:cNvSpPr>
              <a:spLocks noChangeShapeType="1"/>
            </p:cNvSpPr>
            <p:nvPr/>
          </p:nvSpPr>
          <p:spPr bwMode="auto">
            <a:xfrm flipH="1">
              <a:off x="293" y="2729"/>
              <a:ext cx="3" cy="296"/>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pic>
          <p:nvPicPr>
            <p:cNvPr id="29717" name="Picture 290" descr="P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3" y="2433"/>
              <a:ext cx="403"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9707" name="Group 291"/>
          <p:cNvGrpSpPr>
            <a:grpSpLocks/>
          </p:cNvGrpSpPr>
          <p:nvPr/>
        </p:nvGrpSpPr>
        <p:grpSpPr bwMode="auto">
          <a:xfrm>
            <a:off x="6194425" y="1254125"/>
            <a:ext cx="639763" cy="939800"/>
            <a:chOff x="103" y="2433"/>
            <a:chExt cx="403" cy="592"/>
          </a:xfrm>
        </p:grpSpPr>
        <p:sp>
          <p:nvSpPr>
            <p:cNvPr id="29714" name="Line 292"/>
            <p:cNvSpPr>
              <a:spLocks noChangeShapeType="1"/>
            </p:cNvSpPr>
            <p:nvPr/>
          </p:nvSpPr>
          <p:spPr bwMode="auto">
            <a:xfrm flipH="1">
              <a:off x="293" y="2729"/>
              <a:ext cx="3" cy="296"/>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pic>
          <p:nvPicPr>
            <p:cNvPr id="29715" name="Picture 293" descr="P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3" y="2433"/>
              <a:ext cx="403" cy="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9708" name="Line 315"/>
          <p:cNvSpPr>
            <a:spLocks noChangeShapeType="1"/>
          </p:cNvSpPr>
          <p:nvPr/>
        </p:nvSpPr>
        <p:spPr bwMode="auto">
          <a:xfrm>
            <a:off x="6111876" y="2201864"/>
            <a:ext cx="23813" cy="2516187"/>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pic>
        <p:nvPicPr>
          <p:cNvPr id="29709" name="Picture 276" descr="Network_Cloud_Standard"/>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448300" y="4318001"/>
            <a:ext cx="1471613" cy="74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10" name="Text Box 295"/>
          <p:cNvSpPr txBox="1">
            <a:spLocks noChangeArrowheads="1"/>
          </p:cNvSpPr>
          <p:nvPr/>
        </p:nvSpPr>
        <p:spPr bwMode="auto">
          <a:xfrm>
            <a:off x="5706491" y="4535488"/>
            <a:ext cx="863158" cy="316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type="none" w="sm" len="sm"/>
                <a:tailEnd type="none" w="sm" len="sm"/>
              </a14:hiddenLine>
            </a:ext>
          </a:extLst>
        </p:spPr>
        <p:txBody>
          <a:bodyPr wrap="none" lIns="82124" tIns="41061" rIns="82124" bIns="41061">
            <a:spAutoFit/>
          </a:bodyPr>
          <a:lstStyle>
            <a:lvl1pPr defTabSz="814388">
              <a:defRPr>
                <a:solidFill>
                  <a:schemeClr val="tx1"/>
                </a:solidFill>
                <a:latin typeface="Arial" panose="020B0604020202020204" pitchFamily="34" charset="0"/>
                <a:cs typeface="Arial" panose="020B0604020202020204" pitchFamily="34" charset="0"/>
              </a:defRPr>
            </a:lvl1pPr>
            <a:lvl2pPr marL="742950" indent="-28575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lnSpc>
                <a:spcPct val="95000"/>
              </a:lnSpc>
              <a:spcBef>
                <a:spcPct val="20000"/>
              </a:spcBef>
              <a:spcAft>
                <a:spcPct val="0"/>
              </a:spcAft>
              <a:buClr>
                <a:srgbClr val="FF9933"/>
              </a:buClr>
              <a:buFont typeface="Wingdings" panose="05000000000000000000" pitchFamily="2" charset="2"/>
              <a:buNone/>
            </a:pPr>
            <a:r>
              <a:rPr lang="en-US" altLang="en-US" sz="1600">
                <a:solidFill>
                  <a:prstClr val="black"/>
                </a:solidFill>
              </a:rPr>
              <a:t>Internet</a:t>
            </a:r>
          </a:p>
        </p:txBody>
      </p:sp>
      <p:sp>
        <p:nvSpPr>
          <p:cNvPr id="29711" name="Rectangle 319"/>
          <p:cNvSpPr>
            <a:spLocks noChangeArrowheads="1"/>
          </p:cNvSpPr>
          <p:nvPr/>
        </p:nvSpPr>
        <p:spPr bwMode="auto">
          <a:xfrm>
            <a:off x="510746" y="5619990"/>
            <a:ext cx="11096049" cy="9139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square" lIns="82124" tIns="41061" rIns="82124" bIns="41061">
            <a:spAutoFit/>
          </a:bodyPr>
          <a:lstStyle>
            <a:lvl1pPr marL="342900" indent="-342900" defTabSz="814388">
              <a:defRPr>
                <a:solidFill>
                  <a:schemeClr val="tx1"/>
                </a:solidFill>
                <a:latin typeface="Arial" panose="020B0604020202020204" pitchFamily="34" charset="0"/>
                <a:cs typeface="Arial" panose="020B0604020202020204" pitchFamily="34" charset="0"/>
              </a:defRPr>
            </a:lvl1pPr>
            <a:lvl2pPr marL="342900" indent="-22860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fontAlgn="base">
              <a:lnSpc>
                <a:spcPct val="95000"/>
              </a:lnSpc>
              <a:spcBef>
                <a:spcPct val="35000"/>
              </a:spcBef>
              <a:spcAft>
                <a:spcPct val="0"/>
              </a:spcAft>
              <a:buClr>
                <a:srgbClr val="0183B7"/>
              </a:buClr>
              <a:buFont typeface="Wingdings" panose="05000000000000000000" pitchFamily="2" charset="2"/>
              <a:buChar char="§"/>
            </a:pPr>
            <a:r>
              <a:rPr lang="en-US" altLang="en-US" sz="2400" dirty="0">
                <a:solidFill>
                  <a:srgbClr val="000000"/>
                </a:solidFill>
              </a:rPr>
              <a:t>Has the ability to deploy a security appliance in a secure bridging mode</a:t>
            </a:r>
          </a:p>
          <a:p>
            <a:pPr lvl="1" fontAlgn="base">
              <a:lnSpc>
                <a:spcPct val="95000"/>
              </a:lnSpc>
              <a:spcBef>
                <a:spcPct val="35000"/>
              </a:spcBef>
              <a:spcAft>
                <a:spcPct val="0"/>
              </a:spcAft>
              <a:buClr>
                <a:srgbClr val="0183B7"/>
              </a:buClr>
              <a:buFont typeface="Wingdings" panose="05000000000000000000" pitchFamily="2" charset="2"/>
              <a:buChar char="§"/>
            </a:pPr>
            <a:r>
              <a:rPr lang="en-US" altLang="en-US" sz="2400" dirty="0">
                <a:solidFill>
                  <a:srgbClr val="000000"/>
                </a:solidFill>
              </a:rPr>
              <a:t>Provides rich L2 through 7 security services as a L2 device</a:t>
            </a:r>
          </a:p>
        </p:txBody>
      </p:sp>
      <p:pic>
        <p:nvPicPr>
          <p:cNvPr id="29712" name="Picture 321" descr="Cisco_ASA5500"/>
          <p:cNvPicPr>
            <a:picLocks noChangeAspect="1" noChangeArrowheads="1"/>
          </p:cNvPicPr>
          <p:nvPr/>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5872164" y="2676526"/>
            <a:ext cx="484187"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13" name="Picture 322" descr="Route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897563" y="3775077"/>
            <a:ext cx="457200"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514318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1" y="0"/>
            <a:ext cx="7886700" cy="584200"/>
          </a:xfrm>
        </p:spPr>
        <p:txBody>
          <a:bodyPr/>
          <a:lstStyle/>
          <a:p>
            <a:pPr eaLnBrk="1" hangingPunct="1"/>
            <a:r>
              <a:rPr lang="en-US" altLang="en-US" sz="3733" dirty="0">
                <a:latin typeface="Arial" panose="020B0604020202020204" pitchFamily="34" charset="0"/>
                <a:cs typeface="Arial" panose="020B0604020202020204" pitchFamily="34" charset="0"/>
              </a:rPr>
              <a:t>Web-Based Management Solutions</a:t>
            </a:r>
          </a:p>
        </p:txBody>
      </p:sp>
      <p:sp>
        <p:nvSpPr>
          <p:cNvPr id="30723" name="Text Box 9"/>
          <p:cNvSpPr txBox="1">
            <a:spLocks noChangeArrowheads="1"/>
          </p:cNvSpPr>
          <p:nvPr/>
        </p:nvSpPr>
        <p:spPr bwMode="auto">
          <a:xfrm>
            <a:off x="8930015" y="2970214"/>
            <a:ext cx="1082027" cy="1354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lnSpc>
                <a:spcPct val="95000"/>
              </a:lnSpc>
              <a:spcBef>
                <a:spcPct val="20000"/>
              </a:spcBef>
              <a:spcAft>
                <a:spcPct val="0"/>
              </a:spcAft>
              <a:buClr>
                <a:srgbClr val="FF9933"/>
              </a:buClr>
              <a:buFont typeface="Wingdings" panose="05000000000000000000" pitchFamily="2" charset="2"/>
              <a:buNone/>
            </a:pPr>
            <a:r>
              <a:rPr lang="en-US" altLang="en-US" sz="2000">
                <a:solidFill>
                  <a:prstClr val="black"/>
                </a:solidFill>
              </a:rPr>
              <a:t>Adaptive</a:t>
            </a:r>
          </a:p>
          <a:p>
            <a:pPr algn="ctr" fontAlgn="base">
              <a:lnSpc>
                <a:spcPct val="95000"/>
              </a:lnSpc>
              <a:spcBef>
                <a:spcPct val="20000"/>
              </a:spcBef>
              <a:spcAft>
                <a:spcPct val="0"/>
              </a:spcAft>
              <a:buClr>
                <a:srgbClr val="FF9933"/>
              </a:buClr>
              <a:buFont typeface="Wingdings" panose="05000000000000000000" pitchFamily="2" charset="2"/>
              <a:buNone/>
            </a:pPr>
            <a:r>
              <a:rPr lang="en-US" altLang="en-US" sz="2000">
                <a:solidFill>
                  <a:prstClr val="black"/>
                </a:solidFill>
              </a:rPr>
              <a:t> Security</a:t>
            </a:r>
          </a:p>
          <a:p>
            <a:pPr algn="ctr" fontAlgn="base">
              <a:lnSpc>
                <a:spcPct val="95000"/>
              </a:lnSpc>
              <a:spcBef>
                <a:spcPct val="20000"/>
              </a:spcBef>
              <a:spcAft>
                <a:spcPct val="0"/>
              </a:spcAft>
              <a:buClr>
                <a:srgbClr val="FF9933"/>
              </a:buClr>
              <a:buFont typeface="Wingdings" panose="05000000000000000000" pitchFamily="2" charset="2"/>
              <a:buNone/>
            </a:pPr>
            <a:r>
              <a:rPr lang="en-US" altLang="en-US" sz="2000">
                <a:solidFill>
                  <a:prstClr val="black"/>
                </a:solidFill>
              </a:rPr>
              <a:t> Device</a:t>
            </a:r>
          </a:p>
          <a:p>
            <a:pPr algn="ctr" fontAlgn="base">
              <a:lnSpc>
                <a:spcPct val="95000"/>
              </a:lnSpc>
              <a:spcBef>
                <a:spcPct val="20000"/>
              </a:spcBef>
              <a:spcAft>
                <a:spcPct val="0"/>
              </a:spcAft>
              <a:buClr>
                <a:srgbClr val="FF9933"/>
              </a:buClr>
              <a:buFont typeface="Wingdings" panose="05000000000000000000" pitchFamily="2" charset="2"/>
              <a:buNone/>
            </a:pPr>
            <a:r>
              <a:rPr lang="en-US" altLang="en-US" sz="2000">
                <a:solidFill>
                  <a:prstClr val="black"/>
                </a:solidFill>
              </a:rPr>
              <a:t> Manager</a:t>
            </a:r>
          </a:p>
        </p:txBody>
      </p:sp>
      <p:pic>
        <p:nvPicPr>
          <p:cNvPr id="30724" name="Picture 22" descr="ForLesson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8377" y="1143001"/>
            <a:ext cx="6545263" cy="4857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912258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030"/>
          <p:cNvSpPr>
            <a:spLocks noGrp="1" noChangeArrowheads="1"/>
          </p:cNvSpPr>
          <p:nvPr>
            <p:ph type="title"/>
          </p:nvPr>
        </p:nvSpPr>
        <p:spPr>
          <a:xfrm>
            <a:off x="22659" y="0"/>
            <a:ext cx="10515600" cy="1325563"/>
          </a:xfrm>
        </p:spPr>
        <p:txBody>
          <a:bodyPr/>
          <a:lstStyle/>
          <a:p>
            <a:pPr eaLnBrk="1" hangingPunct="1"/>
            <a:r>
              <a:rPr lang="en-US" altLang="en-US" sz="3733" dirty="0">
                <a:latin typeface="Arial" panose="020B0604020202020204" pitchFamily="34" charset="0"/>
                <a:cs typeface="Arial" panose="020B0604020202020204" pitchFamily="34" charset="0"/>
              </a:rPr>
              <a:t>Summary</a:t>
            </a:r>
          </a:p>
        </p:txBody>
      </p:sp>
      <p:sp>
        <p:nvSpPr>
          <p:cNvPr id="47107" name="Rectangle 1031"/>
          <p:cNvSpPr>
            <a:spLocks noGrp="1" noChangeArrowheads="1"/>
          </p:cNvSpPr>
          <p:nvPr>
            <p:ph idx="1"/>
          </p:nvPr>
        </p:nvSpPr>
        <p:spPr>
          <a:xfrm>
            <a:off x="406400" y="1193800"/>
            <a:ext cx="11480800" cy="2336800"/>
          </a:xfrm>
        </p:spPr>
        <p:txBody>
          <a:bodyPr/>
          <a:lstStyle/>
          <a:p>
            <a:pPr lvl="1" eaLnBrk="1" hangingPunct="1"/>
            <a:r>
              <a:rPr lang="en-US" altLang="en-US" sz="2400" dirty="0">
                <a:latin typeface="Arial" panose="020B0604020202020204" pitchFamily="34" charset="0"/>
                <a:cs typeface="Arial" panose="020B0604020202020204" pitchFamily="34" charset="0"/>
              </a:rPr>
              <a:t>A firewall is a system or group of systems that </a:t>
            </a:r>
            <a:br>
              <a:rPr lang="en-US" altLang="en-US" sz="2400" dirty="0">
                <a:latin typeface="Arial" panose="020B0604020202020204" pitchFamily="34" charset="0"/>
                <a:cs typeface="Arial" panose="020B0604020202020204" pitchFamily="34" charset="0"/>
              </a:rPr>
            </a:br>
            <a:r>
              <a:rPr lang="en-US" altLang="en-US" sz="2400" dirty="0">
                <a:latin typeface="Arial" panose="020B0604020202020204" pitchFamily="34" charset="0"/>
                <a:cs typeface="Arial" panose="020B0604020202020204" pitchFamily="34" charset="0"/>
              </a:rPr>
              <a:t>manages access between two or more networks.</a:t>
            </a:r>
          </a:p>
          <a:p>
            <a:pPr lvl="1" eaLnBrk="1" hangingPunct="1"/>
            <a:r>
              <a:rPr lang="en-US" altLang="en-US" sz="2400" dirty="0" err="1">
                <a:latin typeface="Arial" panose="020B0604020202020204" pitchFamily="34" charset="0"/>
                <a:cs typeface="Arial" panose="020B0604020202020204" pitchFamily="34" charset="0"/>
              </a:rPr>
              <a:t>Statefull</a:t>
            </a:r>
            <a:r>
              <a:rPr lang="en-US" altLang="en-US" sz="2400" dirty="0">
                <a:latin typeface="Arial" panose="020B0604020202020204" pitchFamily="34" charset="0"/>
                <a:cs typeface="Arial" panose="020B0604020202020204" pitchFamily="34" charset="0"/>
              </a:rPr>
              <a:t> firewall is a device works most effectively</a:t>
            </a:r>
          </a:p>
          <a:p>
            <a:pPr lvl="1" eaLnBrk="1" hangingPunct="1"/>
            <a:r>
              <a:rPr lang="en-US" altLang="en-US" sz="2400" dirty="0">
                <a:latin typeface="Arial" panose="020B0604020202020204" pitchFamily="34" charset="0"/>
                <a:cs typeface="Arial" panose="020B0604020202020204" pitchFamily="34" charset="0"/>
              </a:rPr>
              <a:t>Security devices ASA 5510, 5520 targeting the small and medium enterprises.</a:t>
            </a:r>
          </a:p>
          <a:p>
            <a:pPr lvl="1" eaLnBrk="1" hangingPunct="1"/>
            <a:r>
              <a:rPr lang="en-US" altLang="en-US" sz="2400" dirty="0">
                <a:latin typeface="Arial" panose="020B0604020202020204" pitchFamily="34" charset="0"/>
                <a:cs typeface="Arial" panose="020B0604020202020204" pitchFamily="34" charset="0"/>
              </a:rPr>
              <a:t>The function of security devices can be expanded by the SSMs</a:t>
            </a:r>
          </a:p>
        </p:txBody>
      </p:sp>
    </p:spTree>
    <p:extLst>
      <p:ext uri="{BB962C8B-B14F-4D97-AF65-F5344CB8AC3E}">
        <p14:creationId xmlns:p14="http://schemas.microsoft.com/office/powerpoint/2010/main" val="2596786269"/>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9144000" h="5143500">
                <a:moveTo>
                  <a:pt x="9144000" y="0"/>
                </a:moveTo>
                <a:lnTo>
                  <a:pt x="0" y="0"/>
                </a:lnTo>
                <a:lnTo>
                  <a:pt x="0" y="5143500"/>
                </a:lnTo>
                <a:lnTo>
                  <a:pt x="9144000" y="5143500"/>
                </a:lnTo>
                <a:lnTo>
                  <a:pt x="9144000" y="0"/>
                </a:lnTo>
                <a:close/>
              </a:path>
            </a:pathLst>
          </a:custGeom>
          <a:solidFill>
            <a:srgbClr val="005073"/>
          </a:solidFill>
        </p:spPr>
        <p:txBody>
          <a:bodyPr wrap="square" lIns="0" tIns="0" rIns="0" bIns="0" rtlCol="0"/>
          <a:lstStyle/>
          <a:p>
            <a:endParaRPr sz="2400">
              <a:solidFill>
                <a:prstClr val="black"/>
              </a:solidFill>
            </a:endParaRPr>
          </a:p>
        </p:txBody>
      </p:sp>
      <p:grpSp>
        <p:nvGrpSpPr>
          <p:cNvPr id="3" name="object 3"/>
          <p:cNvGrpSpPr/>
          <p:nvPr/>
        </p:nvGrpSpPr>
        <p:grpSpPr>
          <a:xfrm>
            <a:off x="1" y="3421270"/>
            <a:ext cx="12191996" cy="4120303"/>
            <a:chOff x="-76200" y="1962150"/>
            <a:chExt cx="9143997" cy="3090227"/>
          </a:xfrm>
        </p:grpSpPr>
        <p:pic>
          <p:nvPicPr>
            <p:cNvPr id="4" name="object 4"/>
            <p:cNvPicPr/>
            <p:nvPr/>
          </p:nvPicPr>
          <p:blipFill>
            <a:blip r:embed="rId2" cstate="print"/>
            <a:stretch>
              <a:fillRect/>
            </a:stretch>
          </p:blipFill>
          <p:spPr>
            <a:xfrm>
              <a:off x="-76200" y="1962150"/>
              <a:ext cx="9143997" cy="2595371"/>
            </a:xfrm>
            <a:prstGeom prst="rect">
              <a:avLst/>
            </a:prstGeom>
          </p:spPr>
        </p:pic>
        <p:sp>
          <p:nvSpPr>
            <p:cNvPr id="8" name="object 8"/>
            <p:cNvSpPr/>
            <p:nvPr/>
          </p:nvSpPr>
          <p:spPr>
            <a:xfrm>
              <a:off x="8600947" y="4996497"/>
              <a:ext cx="73660" cy="55880"/>
            </a:xfrm>
            <a:custGeom>
              <a:avLst/>
              <a:gdLst/>
              <a:ahLst/>
              <a:cxnLst/>
              <a:rect l="l" t="t" r="r" b="b"/>
              <a:pathLst>
                <a:path w="73659" h="55879">
                  <a:moveTo>
                    <a:pt x="20066" y="12090"/>
                  </a:moveTo>
                  <a:lnTo>
                    <a:pt x="13334" y="12090"/>
                  </a:lnTo>
                  <a:lnTo>
                    <a:pt x="13334" y="54764"/>
                  </a:lnTo>
                  <a:lnTo>
                    <a:pt x="20066" y="54764"/>
                  </a:lnTo>
                  <a:lnTo>
                    <a:pt x="20066" y="12090"/>
                  </a:lnTo>
                  <a:close/>
                </a:path>
                <a:path w="73659" h="55879">
                  <a:moveTo>
                    <a:pt x="20066" y="0"/>
                  </a:moveTo>
                  <a:lnTo>
                    <a:pt x="15748" y="0"/>
                  </a:lnTo>
                  <a:lnTo>
                    <a:pt x="14604" y="2349"/>
                  </a:lnTo>
                  <a:lnTo>
                    <a:pt x="12573" y="4787"/>
                  </a:lnTo>
                  <a:lnTo>
                    <a:pt x="6984" y="9791"/>
                  </a:lnTo>
                  <a:lnTo>
                    <a:pt x="3682" y="11925"/>
                  </a:lnTo>
                  <a:lnTo>
                    <a:pt x="0" y="13690"/>
                  </a:lnTo>
                  <a:lnTo>
                    <a:pt x="0" y="20162"/>
                  </a:lnTo>
                  <a:lnTo>
                    <a:pt x="13334" y="12090"/>
                  </a:lnTo>
                  <a:lnTo>
                    <a:pt x="20066" y="12090"/>
                  </a:lnTo>
                  <a:lnTo>
                    <a:pt x="20066" y="0"/>
                  </a:lnTo>
                  <a:close/>
                </a:path>
                <a:path w="73659" h="55879">
                  <a:moveTo>
                    <a:pt x="44450" y="39883"/>
                  </a:moveTo>
                  <a:lnTo>
                    <a:pt x="37465" y="40477"/>
                  </a:lnTo>
                  <a:lnTo>
                    <a:pt x="37973" y="45067"/>
                  </a:lnTo>
                  <a:lnTo>
                    <a:pt x="39750" y="48750"/>
                  </a:lnTo>
                  <a:lnTo>
                    <a:pt x="42799" y="51528"/>
                  </a:lnTo>
                  <a:lnTo>
                    <a:pt x="45974" y="54306"/>
                  </a:lnTo>
                  <a:lnTo>
                    <a:pt x="50037" y="55695"/>
                  </a:lnTo>
                  <a:lnTo>
                    <a:pt x="61086" y="55695"/>
                  </a:lnTo>
                  <a:lnTo>
                    <a:pt x="65785" y="53488"/>
                  </a:lnTo>
                  <a:lnTo>
                    <a:pt x="68453" y="50189"/>
                  </a:lnTo>
                  <a:lnTo>
                    <a:pt x="52324" y="50189"/>
                  </a:lnTo>
                  <a:lnTo>
                    <a:pt x="50037" y="49326"/>
                  </a:lnTo>
                  <a:lnTo>
                    <a:pt x="46227" y="45878"/>
                  </a:lnTo>
                  <a:lnTo>
                    <a:pt x="45084" y="43305"/>
                  </a:lnTo>
                  <a:lnTo>
                    <a:pt x="44450" y="39883"/>
                  </a:lnTo>
                  <a:close/>
                </a:path>
                <a:path w="73659" h="55879">
                  <a:moveTo>
                    <a:pt x="69675" y="24516"/>
                  </a:moveTo>
                  <a:lnTo>
                    <a:pt x="58420" y="24516"/>
                  </a:lnTo>
                  <a:lnTo>
                    <a:pt x="61213" y="25619"/>
                  </a:lnTo>
                  <a:lnTo>
                    <a:pt x="63373" y="27828"/>
                  </a:lnTo>
                  <a:lnTo>
                    <a:pt x="65404" y="30035"/>
                  </a:lnTo>
                  <a:lnTo>
                    <a:pt x="66548" y="33049"/>
                  </a:lnTo>
                  <a:lnTo>
                    <a:pt x="66433" y="41210"/>
                  </a:lnTo>
                  <a:lnTo>
                    <a:pt x="65404" y="44112"/>
                  </a:lnTo>
                  <a:lnTo>
                    <a:pt x="63246" y="46542"/>
                  </a:lnTo>
                  <a:lnTo>
                    <a:pt x="60959" y="48973"/>
                  </a:lnTo>
                  <a:lnTo>
                    <a:pt x="58166" y="50189"/>
                  </a:lnTo>
                  <a:lnTo>
                    <a:pt x="68453" y="50189"/>
                  </a:lnTo>
                  <a:lnTo>
                    <a:pt x="72262" y="45476"/>
                  </a:lnTo>
                  <a:lnTo>
                    <a:pt x="73659" y="41210"/>
                  </a:lnTo>
                  <a:lnTo>
                    <a:pt x="73659" y="31089"/>
                  </a:lnTo>
                  <a:lnTo>
                    <a:pt x="72008" y="26847"/>
                  </a:lnTo>
                  <a:lnTo>
                    <a:pt x="69675" y="24516"/>
                  </a:lnTo>
                  <a:close/>
                </a:path>
                <a:path w="73659" h="55879">
                  <a:moveTo>
                    <a:pt x="71120" y="965"/>
                  </a:moveTo>
                  <a:lnTo>
                    <a:pt x="43942" y="965"/>
                  </a:lnTo>
                  <a:lnTo>
                    <a:pt x="38607" y="28981"/>
                  </a:lnTo>
                  <a:lnTo>
                    <a:pt x="44957" y="29799"/>
                  </a:lnTo>
                  <a:lnTo>
                    <a:pt x="45974" y="28237"/>
                  </a:lnTo>
                  <a:lnTo>
                    <a:pt x="47371" y="26965"/>
                  </a:lnTo>
                  <a:lnTo>
                    <a:pt x="49022" y="25985"/>
                  </a:lnTo>
                  <a:lnTo>
                    <a:pt x="50800" y="25006"/>
                  </a:lnTo>
                  <a:lnTo>
                    <a:pt x="52704" y="24516"/>
                  </a:lnTo>
                  <a:lnTo>
                    <a:pt x="69675" y="24516"/>
                  </a:lnTo>
                  <a:lnTo>
                    <a:pt x="67179" y="22023"/>
                  </a:lnTo>
                  <a:lnTo>
                    <a:pt x="46354" y="22023"/>
                  </a:lnTo>
                  <a:lnTo>
                    <a:pt x="49275" y="7365"/>
                  </a:lnTo>
                  <a:lnTo>
                    <a:pt x="71120" y="7365"/>
                  </a:lnTo>
                  <a:lnTo>
                    <a:pt x="71120" y="965"/>
                  </a:lnTo>
                  <a:close/>
                </a:path>
                <a:path w="73659" h="55879">
                  <a:moveTo>
                    <a:pt x="61468" y="18605"/>
                  </a:moveTo>
                  <a:lnTo>
                    <a:pt x="53085" y="18605"/>
                  </a:lnTo>
                  <a:lnTo>
                    <a:pt x="49656" y="19735"/>
                  </a:lnTo>
                  <a:lnTo>
                    <a:pt x="46354" y="22023"/>
                  </a:lnTo>
                  <a:lnTo>
                    <a:pt x="67179" y="22023"/>
                  </a:lnTo>
                  <a:lnTo>
                    <a:pt x="65404" y="20250"/>
                  </a:lnTo>
                  <a:lnTo>
                    <a:pt x="61468" y="18605"/>
                  </a:lnTo>
                  <a:close/>
                </a:path>
              </a:pathLst>
            </a:custGeom>
            <a:solidFill>
              <a:srgbClr val="FFFFFF">
                <a:alpha val="59999"/>
              </a:srgbClr>
            </a:solidFill>
          </p:spPr>
          <p:txBody>
            <a:bodyPr wrap="square" lIns="0" tIns="0" rIns="0" bIns="0" rtlCol="0"/>
            <a:lstStyle/>
            <a:p>
              <a:endParaRPr sz="2400">
                <a:solidFill>
                  <a:prstClr val="black"/>
                </a:solidFill>
              </a:endParaRPr>
            </a:p>
          </p:txBody>
        </p:sp>
      </p:grpSp>
      <p:sp>
        <p:nvSpPr>
          <p:cNvPr id="9" name="object 9"/>
          <p:cNvSpPr txBox="1">
            <a:spLocks noGrp="1"/>
          </p:cNvSpPr>
          <p:nvPr>
            <p:ph type="title"/>
          </p:nvPr>
        </p:nvSpPr>
        <p:spPr>
          <a:xfrm>
            <a:off x="583726" y="587756"/>
            <a:ext cx="10436860" cy="2233090"/>
          </a:xfrm>
          <a:prstGeom prst="rect">
            <a:avLst/>
          </a:prstGeom>
        </p:spPr>
        <p:txBody>
          <a:bodyPr vert="horz" wrap="square" lIns="0" tIns="16933" rIns="0" bIns="0" rtlCol="0">
            <a:spAutoFit/>
          </a:bodyPr>
          <a:lstStyle/>
          <a:p>
            <a:pPr marL="16933" algn="ctr">
              <a:spcBef>
                <a:spcPts val="133"/>
              </a:spcBef>
            </a:pPr>
            <a:r>
              <a:rPr lang="en-US" sz="4800" dirty="0">
                <a:solidFill>
                  <a:srgbClr val="FFFFFF"/>
                </a:solidFill>
              </a:rPr>
              <a:t>Lesson 2</a:t>
            </a:r>
            <a:br>
              <a:rPr lang="en-US" sz="4800" dirty="0">
                <a:solidFill>
                  <a:srgbClr val="FFFFFF"/>
                </a:solidFill>
              </a:rPr>
            </a:br>
            <a:r>
              <a:rPr lang="en-US" sz="4800" dirty="0">
                <a:solidFill>
                  <a:srgbClr val="FFFFFF"/>
                </a:solidFill>
              </a:rPr>
              <a:t>Getting Started with Security </a:t>
            </a:r>
            <a:r>
              <a:rPr lang="en-US" sz="4800" dirty="0" err="1">
                <a:solidFill>
                  <a:srgbClr val="FFFFFF"/>
                </a:solidFill>
              </a:rPr>
              <a:t>Applicances</a:t>
            </a:r>
            <a:endParaRPr sz="4800" dirty="0"/>
          </a:p>
        </p:txBody>
      </p:sp>
    </p:spTree>
    <p:extLst>
      <p:ext uri="{BB962C8B-B14F-4D97-AF65-F5344CB8AC3E}">
        <p14:creationId xmlns:p14="http://schemas.microsoft.com/office/powerpoint/2010/main" val="34756726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ChangeArrowheads="1"/>
          </p:cNvSpPr>
          <p:nvPr/>
        </p:nvSpPr>
        <p:spPr bwMode="auto">
          <a:xfrm>
            <a:off x="0" y="0"/>
            <a:ext cx="12192000" cy="6858000"/>
          </a:xfrm>
          <a:prstGeom prst="rect">
            <a:avLst/>
          </a:prstGeom>
          <a:solidFill>
            <a:srgbClr val="015F85"/>
          </a:solidFill>
          <a:ln>
            <a:noFill/>
          </a:ln>
          <a:extLst>
            <a:ext uri="{91240B29-F687-4F45-9708-019B960494DF}">
              <a14:hiddenLine xmlns:a14="http://schemas.microsoft.com/office/drawing/2010/main" w="25400"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Char char="v"/>
            </a:pPr>
            <a:endParaRPr lang="en-US" altLang="en-US">
              <a:solidFill>
                <a:prstClr val="black"/>
              </a:solidFill>
            </a:endParaRPr>
          </a:p>
        </p:txBody>
      </p:sp>
      <p:sp>
        <p:nvSpPr>
          <p:cNvPr id="51203" name="Text Box 3"/>
          <p:cNvSpPr txBox="1">
            <a:spLocks noChangeArrowheads="1"/>
          </p:cNvSpPr>
          <p:nvPr/>
        </p:nvSpPr>
        <p:spPr bwMode="auto">
          <a:xfrm>
            <a:off x="3454400" y="2717801"/>
            <a:ext cx="3546475" cy="84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lIns="82124" tIns="41061" rIns="82124" bIns="41061" anchor="ctr"/>
          <a:lstStyle>
            <a:lvl1pPr defTabSz="814388">
              <a:defRPr>
                <a:solidFill>
                  <a:schemeClr val="tx1"/>
                </a:solidFill>
                <a:latin typeface="Arial" panose="020B0604020202020204" pitchFamily="34" charset="0"/>
                <a:cs typeface="Arial" panose="020B0604020202020204" pitchFamily="34" charset="0"/>
              </a:defRPr>
            </a:lvl1pPr>
            <a:lvl2pPr marL="742950" indent="-28575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r>
              <a:rPr lang="en-US" altLang="en-US" sz="6400" dirty="0">
                <a:solidFill>
                  <a:prstClr val="white"/>
                </a:solidFill>
              </a:rPr>
              <a:t>User Interface</a:t>
            </a:r>
          </a:p>
        </p:txBody>
      </p:sp>
    </p:spTree>
    <p:extLst>
      <p:ext uri="{BB962C8B-B14F-4D97-AF65-F5344CB8AC3E}">
        <p14:creationId xmlns:p14="http://schemas.microsoft.com/office/powerpoint/2010/main" val="28964782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250" name="Picture 217" descr="Lapto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1564" y="1643063"/>
            <a:ext cx="4872037" cy="458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3251" name="Group 215"/>
          <p:cNvGrpSpPr>
            <a:grpSpLocks/>
          </p:cNvGrpSpPr>
          <p:nvPr/>
        </p:nvGrpSpPr>
        <p:grpSpPr bwMode="auto">
          <a:xfrm rot="-193560">
            <a:off x="7081749" y="1925642"/>
            <a:ext cx="2701925" cy="2387600"/>
            <a:chOff x="3509" y="1073"/>
            <a:chExt cx="1702" cy="1504"/>
          </a:xfrm>
        </p:grpSpPr>
        <p:sp>
          <p:nvSpPr>
            <p:cNvPr id="53258" name="Rectangle 117"/>
            <p:cNvSpPr>
              <a:spLocks noChangeArrowheads="1"/>
            </p:cNvSpPr>
            <p:nvPr/>
          </p:nvSpPr>
          <p:spPr bwMode="auto">
            <a:xfrm rot="193862">
              <a:off x="3509" y="1262"/>
              <a:ext cx="1702" cy="1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type="none" w="sm" len="sm"/>
                  <a:tailEnd type="none" w="sm" len="sm"/>
                </a14:hiddenLine>
              </a:ext>
            </a:extLst>
          </p:spPr>
          <p:txBody>
            <a:bodyPr wrap="none" lIns="73025" tIns="36512" rIns="73025" bIns="36512"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53259" name="Text Box 118"/>
            <p:cNvSpPr txBox="1">
              <a:spLocks noChangeArrowheads="1"/>
            </p:cNvSpPr>
            <p:nvPr/>
          </p:nvSpPr>
          <p:spPr bwMode="auto">
            <a:xfrm rot="193862">
              <a:off x="3614" y="1073"/>
              <a:ext cx="1510" cy="15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endParaRPr lang="en-US" altLang="en-US" sz="1600">
                <a:solidFill>
                  <a:prstClr val="black"/>
                </a:solidFill>
                <a:latin typeface="Courier New" panose="02070309020205020404" pitchFamily="49" charset="0"/>
              </a:endParaRPr>
            </a:p>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latin typeface="Courier New" panose="02070309020205020404" pitchFamily="49" charset="0"/>
                </a:rPr>
                <a:t>ciscoasa&gt;</a:t>
              </a:r>
            </a:p>
            <a:p>
              <a:pPr fontAlgn="base">
                <a:spcBef>
                  <a:spcPct val="20000"/>
                </a:spcBef>
                <a:spcAft>
                  <a:spcPct val="0"/>
                </a:spcAft>
                <a:buClr>
                  <a:srgbClr val="FF9933"/>
                </a:buClr>
                <a:buFont typeface="Wingdings" panose="05000000000000000000" pitchFamily="2" charset="2"/>
                <a:buNone/>
              </a:pPr>
              <a:endParaRPr lang="en-US" altLang="en-US" sz="1600">
                <a:solidFill>
                  <a:prstClr val="black"/>
                </a:solidFill>
                <a:latin typeface="Courier New" panose="02070309020205020404" pitchFamily="49" charset="0"/>
              </a:endParaRPr>
            </a:p>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latin typeface="Courier New" panose="02070309020205020404" pitchFamily="49" charset="0"/>
                </a:rPr>
                <a:t>ciscoasa#</a:t>
              </a:r>
            </a:p>
            <a:p>
              <a:pPr fontAlgn="base">
                <a:spcBef>
                  <a:spcPct val="20000"/>
                </a:spcBef>
                <a:spcAft>
                  <a:spcPct val="0"/>
                </a:spcAft>
                <a:buClr>
                  <a:srgbClr val="FF9933"/>
                </a:buClr>
                <a:buFont typeface="Wingdings" panose="05000000000000000000" pitchFamily="2" charset="2"/>
                <a:buNone/>
              </a:pPr>
              <a:endParaRPr lang="en-US" altLang="en-US" sz="1600">
                <a:solidFill>
                  <a:prstClr val="black"/>
                </a:solidFill>
                <a:latin typeface="Courier New" panose="02070309020205020404" pitchFamily="49" charset="0"/>
              </a:endParaRPr>
            </a:p>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latin typeface="Courier New" panose="02070309020205020404" pitchFamily="49" charset="0"/>
                </a:rPr>
                <a:t>ciscoasa(config)#</a:t>
              </a:r>
            </a:p>
            <a:p>
              <a:pPr fontAlgn="base">
                <a:spcBef>
                  <a:spcPct val="20000"/>
                </a:spcBef>
                <a:spcAft>
                  <a:spcPct val="0"/>
                </a:spcAft>
                <a:buClr>
                  <a:srgbClr val="FF9933"/>
                </a:buClr>
                <a:buFont typeface="Wingdings" panose="05000000000000000000" pitchFamily="2" charset="2"/>
                <a:buNone/>
              </a:pPr>
              <a:endParaRPr lang="en-US" altLang="en-US" sz="1600">
                <a:solidFill>
                  <a:prstClr val="black"/>
                </a:solidFill>
                <a:latin typeface="Courier New" panose="02070309020205020404" pitchFamily="49" charset="0"/>
              </a:endParaRPr>
            </a:p>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latin typeface="Courier New" panose="02070309020205020404" pitchFamily="49" charset="0"/>
                </a:rPr>
                <a:t>monitor&gt;</a:t>
              </a:r>
            </a:p>
          </p:txBody>
        </p:sp>
      </p:grpSp>
      <p:sp>
        <p:nvSpPr>
          <p:cNvPr id="53252" name="Rectangle 219"/>
          <p:cNvSpPr>
            <a:spLocks noGrp="1" noChangeArrowheads="1"/>
          </p:cNvSpPr>
          <p:nvPr>
            <p:ph type="title"/>
          </p:nvPr>
        </p:nvSpPr>
        <p:spPr>
          <a:xfrm>
            <a:off x="1" y="5347"/>
            <a:ext cx="8145463" cy="838200"/>
          </a:xfrm>
        </p:spPr>
        <p:txBody>
          <a:bodyPr/>
          <a:lstStyle/>
          <a:p>
            <a:pPr eaLnBrk="1" hangingPunct="1"/>
            <a:r>
              <a:rPr lang="en-US" altLang="en-US" sz="3733" dirty="0">
                <a:latin typeface="Arial" panose="020B0604020202020204" pitchFamily="34" charset="0"/>
                <a:cs typeface="Arial" panose="020B0604020202020204" pitchFamily="34" charset="0"/>
              </a:rPr>
              <a:t>Security Appliance Access Modes</a:t>
            </a:r>
          </a:p>
        </p:txBody>
      </p:sp>
      <p:sp>
        <p:nvSpPr>
          <p:cNvPr id="54276" name="Rectangle 114"/>
          <p:cNvSpPr>
            <a:spLocks noGrp="1" noChangeArrowheads="1"/>
          </p:cNvSpPr>
          <p:nvPr>
            <p:ph type="body" sz="half" idx="1"/>
          </p:nvPr>
        </p:nvSpPr>
        <p:spPr>
          <a:xfrm>
            <a:off x="1727201" y="1712913"/>
            <a:ext cx="4965700" cy="2159000"/>
          </a:xfrm>
        </p:spPr>
        <p:txBody>
          <a:bodyPr rtlCol="0">
            <a:normAutofit lnSpcReduction="10000"/>
          </a:bodyPr>
          <a:lstStyle/>
          <a:p>
            <a:pPr marL="0" indent="0" eaLnBrk="1" fontAlgn="auto" hangingPunct="1">
              <a:lnSpc>
                <a:spcPct val="85000"/>
              </a:lnSpc>
              <a:spcAft>
                <a:spcPts val="0"/>
              </a:spcAft>
              <a:buNone/>
              <a:defRPr/>
            </a:pPr>
            <a:r>
              <a:rPr lang="en-US" sz="2000" dirty="0">
                <a:latin typeface="Arial" panose="020B0604020202020204" pitchFamily="34" charset="0"/>
                <a:cs typeface="Arial" panose="020B0604020202020204" pitchFamily="34" charset="0"/>
              </a:rPr>
              <a:t>A Cisco security appliance has four main administrative access modes:</a:t>
            </a:r>
          </a:p>
          <a:p>
            <a:pPr lvl="1" eaLnBrk="1" fontAlgn="auto" hangingPunct="1">
              <a:lnSpc>
                <a:spcPct val="85000"/>
              </a:lnSpc>
              <a:spcAft>
                <a:spcPts val="0"/>
              </a:spcAft>
              <a:buNone/>
              <a:defRPr/>
            </a:pPr>
            <a:r>
              <a:rPr lang="en-US" dirty="0">
                <a:latin typeface="Arial" panose="020B0604020202020204" pitchFamily="34" charset="0"/>
                <a:cs typeface="Arial" panose="020B0604020202020204" pitchFamily="34" charset="0"/>
              </a:rPr>
              <a:t>Unprivileged</a:t>
            </a:r>
          </a:p>
          <a:p>
            <a:pPr lvl="1" eaLnBrk="1" fontAlgn="auto" hangingPunct="1">
              <a:lnSpc>
                <a:spcPct val="85000"/>
              </a:lnSpc>
              <a:spcAft>
                <a:spcPts val="0"/>
              </a:spcAft>
              <a:buNone/>
              <a:defRPr/>
            </a:pPr>
            <a:r>
              <a:rPr lang="en-US" dirty="0">
                <a:latin typeface="Arial" panose="020B0604020202020204" pitchFamily="34" charset="0"/>
                <a:cs typeface="Arial" panose="020B0604020202020204" pitchFamily="34" charset="0"/>
              </a:rPr>
              <a:t>Privileged</a:t>
            </a:r>
          </a:p>
          <a:p>
            <a:pPr lvl="1" eaLnBrk="1" fontAlgn="auto" hangingPunct="1">
              <a:lnSpc>
                <a:spcPct val="85000"/>
              </a:lnSpc>
              <a:spcAft>
                <a:spcPts val="0"/>
              </a:spcAft>
              <a:buNone/>
              <a:defRPr/>
            </a:pPr>
            <a:r>
              <a:rPr lang="en-US" dirty="0">
                <a:latin typeface="Arial" panose="020B0604020202020204" pitchFamily="34" charset="0"/>
                <a:cs typeface="Arial" panose="020B0604020202020204" pitchFamily="34" charset="0"/>
              </a:rPr>
              <a:t>Configuration</a:t>
            </a:r>
          </a:p>
          <a:p>
            <a:pPr lvl="1" eaLnBrk="1" fontAlgn="auto" hangingPunct="1">
              <a:lnSpc>
                <a:spcPct val="85000"/>
              </a:lnSpc>
              <a:spcAft>
                <a:spcPts val="0"/>
              </a:spcAft>
              <a:buNone/>
              <a:defRPr/>
            </a:pPr>
            <a:endParaRPr lang="en-US" dirty="0">
              <a:latin typeface="Arial" panose="020B0604020202020204" pitchFamily="34" charset="0"/>
              <a:cs typeface="Arial" panose="020B0604020202020204" pitchFamily="34" charset="0"/>
            </a:endParaRPr>
          </a:p>
          <a:p>
            <a:pPr lvl="1" eaLnBrk="1" fontAlgn="auto" hangingPunct="1">
              <a:lnSpc>
                <a:spcPct val="85000"/>
              </a:lnSpc>
              <a:spcAft>
                <a:spcPts val="0"/>
              </a:spcAft>
              <a:buNone/>
              <a:defRPr/>
            </a:pPr>
            <a:r>
              <a:rPr lang="en-US" dirty="0">
                <a:latin typeface="Arial" panose="020B0604020202020204" pitchFamily="34" charset="0"/>
                <a:cs typeface="Arial" panose="020B0604020202020204" pitchFamily="34" charset="0"/>
              </a:rPr>
              <a:t>Monitor </a:t>
            </a:r>
            <a:br>
              <a:rPr lang="en-US" dirty="0">
                <a:latin typeface="Arial" panose="020B0604020202020204" pitchFamily="34" charset="0"/>
                <a:cs typeface="Arial" panose="020B0604020202020204" pitchFamily="34" charset="0"/>
              </a:rPr>
            </a:br>
            <a:endParaRPr lang="en-US" dirty="0">
              <a:latin typeface="Arial" panose="020B0604020202020204" pitchFamily="34" charset="0"/>
              <a:cs typeface="Arial" panose="020B0604020202020204" pitchFamily="34" charset="0"/>
            </a:endParaRPr>
          </a:p>
          <a:p>
            <a:pPr lvl="1" eaLnBrk="1" fontAlgn="auto" hangingPunct="1">
              <a:lnSpc>
                <a:spcPct val="85000"/>
              </a:lnSpc>
              <a:spcAft>
                <a:spcPts val="0"/>
              </a:spcAft>
              <a:buNone/>
              <a:defRPr/>
            </a:pPr>
            <a:endParaRPr lang="en-US" dirty="0">
              <a:latin typeface="Arial" panose="020B0604020202020204" pitchFamily="34" charset="0"/>
              <a:cs typeface="Arial" panose="020B0604020202020204" pitchFamily="34" charset="0"/>
            </a:endParaRPr>
          </a:p>
        </p:txBody>
      </p:sp>
      <p:sp>
        <p:nvSpPr>
          <p:cNvPr id="53254" name="Freeform 209"/>
          <p:cNvSpPr>
            <a:spLocks/>
          </p:cNvSpPr>
          <p:nvPr/>
        </p:nvSpPr>
        <p:spPr bwMode="auto">
          <a:xfrm>
            <a:off x="3381375" y="3700740"/>
            <a:ext cx="3879851" cy="369332"/>
          </a:xfrm>
          <a:custGeom>
            <a:avLst/>
            <a:gdLst>
              <a:gd name="T0" fmla="*/ 0 w 2444"/>
              <a:gd name="T1" fmla="*/ 0 h 304"/>
              <a:gd name="T2" fmla="*/ 2147483646 w 2444"/>
              <a:gd name="T3" fmla="*/ 0 h 304"/>
              <a:gd name="T4" fmla="*/ 2147483646 w 2444"/>
              <a:gd name="T5" fmla="*/ 2147483646 h 304"/>
              <a:gd name="T6" fmla="*/ 2147483646 w 2444"/>
              <a:gd name="T7" fmla="*/ 2147483646 h 304"/>
              <a:gd name="T8" fmla="*/ 0 60000 65536"/>
              <a:gd name="T9" fmla="*/ 0 60000 65536"/>
              <a:gd name="T10" fmla="*/ 0 60000 65536"/>
              <a:gd name="T11" fmla="*/ 0 60000 65536"/>
              <a:gd name="T12" fmla="*/ 0 w 2444"/>
              <a:gd name="T13" fmla="*/ 0 h 304"/>
              <a:gd name="T14" fmla="*/ 2444 w 2444"/>
              <a:gd name="T15" fmla="*/ 304 h 304"/>
            </a:gdLst>
            <a:ahLst/>
            <a:cxnLst>
              <a:cxn ang="T8">
                <a:pos x="T0" y="T1"/>
              </a:cxn>
              <a:cxn ang="T9">
                <a:pos x="T2" y="T3"/>
              </a:cxn>
              <a:cxn ang="T10">
                <a:pos x="T4" y="T5"/>
              </a:cxn>
              <a:cxn ang="T11">
                <a:pos x="T6" y="T7"/>
              </a:cxn>
            </a:cxnLst>
            <a:rect l="T12" t="T13" r="T14" b="T15"/>
            <a:pathLst>
              <a:path w="2444" h="304">
                <a:moveTo>
                  <a:pt x="0" y="0"/>
                </a:moveTo>
                <a:lnTo>
                  <a:pt x="400" y="0"/>
                </a:lnTo>
                <a:lnTo>
                  <a:pt x="400" y="304"/>
                </a:lnTo>
                <a:lnTo>
                  <a:pt x="2444" y="303"/>
                </a:ln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nchor="ctr">
            <a:spAutoFit/>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53255" name="Freeform 210"/>
          <p:cNvSpPr>
            <a:spLocks/>
          </p:cNvSpPr>
          <p:nvPr/>
        </p:nvSpPr>
        <p:spPr bwMode="auto">
          <a:xfrm>
            <a:off x="3881438" y="2486303"/>
            <a:ext cx="3435351" cy="369332"/>
          </a:xfrm>
          <a:custGeom>
            <a:avLst/>
            <a:gdLst>
              <a:gd name="T0" fmla="*/ 0 w 2164"/>
              <a:gd name="T1" fmla="*/ 0 h 1"/>
              <a:gd name="T2" fmla="*/ 2147483646 w 2164"/>
              <a:gd name="T3" fmla="*/ 0 h 1"/>
              <a:gd name="T4" fmla="*/ 0 60000 65536"/>
              <a:gd name="T5" fmla="*/ 0 60000 65536"/>
              <a:gd name="T6" fmla="*/ 0 w 2164"/>
              <a:gd name="T7" fmla="*/ 0 h 1"/>
              <a:gd name="T8" fmla="*/ 2164 w 2164"/>
              <a:gd name="T9" fmla="*/ 1 h 1"/>
            </a:gdLst>
            <a:ahLst/>
            <a:cxnLst>
              <a:cxn ang="T4">
                <a:pos x="T0" y="T1"/>
              </a:cxn>
              <a:cxn ang="T5">
                <a:pos x="T2" y="T3"/>
              </a:cxn>
            </a:cxnLst>
            <a:rect l="T6" t="T7" r="T8" b="T9"/>
            <a:pathLst>
              <a:path w="2164" h="1">
                <a:moveTo>
                  <a:pt x="0" y="0"/>
                </a:moveTo>
                <a:lnTo>
                  <a:pt x="2164" y="0"/>
                </a:ln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nchor="ctr">
            <a:spAutoFit/>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53256" name="Freeform 211"/>
          <p:cNvSpPr>
            <a:spLocks/>
          </p:cNvSpPr>
          <p:nvPr/>
        </p:nvSpPr>
        <p:spPr bwMode="auto">
          <a:xfrm>
            <a:off x="3595689" y="2700615"/>
            <a:ext cx="3670300" cy="369332"/>
          </a:xfrm>
          <a:custGeom>
            <a:avLst/>
            <a:gdLst>
              <a:gd name="T0" fmla="*/ 0 w 2312"/>
              <a:gd name="T1" fmla="*/ 0 h 88"/>
              <a:gd name="T2" fmla="*/ 2147483646 w 2312"/>
              <a:gd name="T3" fmla="*/ 0 h 88"/>
              <a:gd name="T4" fmla="*/ 2147483646 w 2312"/>
              <a:gd name="T5" fmla="*/ 2147483646 h 88"/>
              <a:gd name="T6" fmla="*/ 2147483646 w 2312"/>
              <a:gd name="T7" fmla="*/ 2147483646 h 88"/>
              <a:gd name="T8" fmla="*/ 0 60000 65536"/>
              <a:gd name="T9" fmla="*/ 0 60000 65536"/>
              <a:gd name="T10" fmla="*/ 0 60000 65536"/>
              <a:gd name="T11" fmla="*/ 0 60000 65536"/>
              <a:gd name="T12" fmla="*/ 0 w 2312"/>
              <a:gd name="T13" fmla="*/ 0 h 88"/>
              <a:gd name="T14" fmla="*/ 2312 w 2312"/>
              <a:gd name="T15" fmla="*/ 88 h 88"/>
            </a:gdLst>
            <a:ahLst/>
            <a:cxnLst>
              <a:cxn ang="T8">
                <a:pos x="T0" y="T1"/>
              </a:cxn>
              <a:cxn ang="T9">
                <a:pos x="T2" y="T3"/>
              </a:cxn>
              <a:cxn ang="T10">
                <a:pos x="T4" y="T5"/>
              </a:cxn>
              <a:cxn ang="T11">
                <a:pos x="T6" y="T7"/>
              </a:cxn>
            </a:cxnLst>
            <a:rect l="T12" t="T13" r="T14" b="T15"/>
            <a:pathLst>
              <a:path w="2312" h="88">
                <a:moveTo>
                  <a:pt x="0" y="0"/>
                </a:moveTo>
                <a:lnTo>
                  <a:pt x="472" y="0"/>
                </a:lnTo>
                <a:lnTo>
                  <a:pt x="472" y="88"/>
                </a:lnTo>
                <a:lnTo>
                  <a:pt x="2312" y="88"/>
                </a:ln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nchor="ctr">
            <a:spAutoFit/>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53257" name="Freeform 212"/>
          <p:cNvSpPr>
            <a:spLocks/>
          </p:cNvSpPr>
          <p:nvPr/>
        </p:nvSpPr>
        <p:spPr bwMode="auto">
          <a:xfrm>
            <a:off x="3952877" y="3060184"/>
            <a:ext cx="3294063" cy="369332"/>
          </a:xfrm>
          <a:custGeom>
            <a:avLst/>
            <a:gdLst>
              <a:gd name="T0" fmla="*/ 0 w 2075"/>
              <a:gd name="T1" fmla="*/ 0 h 218"/>
              <a:gd name="T2" fmla="*/ 2147483646 w 2075"/>
              <a:gd name="T3" fmla="*/ 0 h 218"/>
              <a:gd name="T4" fmla="*/ 2147483646 w 2075"/>
              <a:gd name="T5" fmla="*/ 2147483646 h 218"/>
              <a:gd name="T6" fmla="*/ 2147483646 w 2075"/>
              <a:gd name="T7" fmla="*/ 2147483646 h 218"/>
              <a:gd name="T8" fmla="*/ 0 60000 65536"/>
              <a:gd name="T9" fmla="*/ 0 60000 65536"/>
              <a:gd name="T10" fmla="*/ 0 60000 65536"/>
              <a:gd name="T11" fmla="*/ 0 60000 65536"/>
              <a:gd name="T12" fmla="*/ 0 w 2075"/>
              <a:gd name="T13" fmla="*/ 0 h 218"/>
              <a:gd name="T14" fmla="*/ 2075 w 2075"/>
              <a:gd name="T15" fmla="*/ 218 h 218"/>
            </a:gdLst>
            <a:ahLst/>
            <a:cxnLst>
              <a:cxn ang="T8">
                <a:pos x="T0" y="T1"/>
              </a:cxn>
              <a:cxn ang="T9">
                <a:pos x="T2" y="T3"/>
              </a:cxn>
              <a:cxn ang="T10">
                <a:pos x="T4" y="T5"/>
              </a:cxn>
              <a:cxn ang="T11">
                <a:pos x="T6" y="T7"/>
              </a:cxn>
            </a:cxnLst>
            <a:rect l="T12" t="T13" r="T14" b="T15"/>
            <a:pathLst>
              <a:path w="2075" h="218">
                <a:moveTo>
                  <a:pt x="0" y="0"/>
                </a:moveTo>
                <a:lnTo>
                  <a:pt x="160" y="0"/>
                </a:lnTo>
                <a:lnTo>
                  <a:pt x="160" y="216"/>
                </a:lnTo>
                <a:lnTo>
                  <a:pt x="2075" y="218"/>
                </a:lnTo>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anchor="ctr">
            <a:spAutoFit/>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91157213"/>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ext Box 155"/>
          <p:cNvSpPr txBox="1">
            <a:spLocks noChangeArrowheads="1"/>
          </p:cNvSpPr>
          <p:nvPr/>
        </p:nvSpPr>
        <p:spPr bwMode="auto">
          <a:xfrm>
            <a:off x="2263775" y="5011406"/>
            <a:ext cx="7734300" cy="1034129"/>
          </a:xfrm>
          <a:prstGeom prst="rect">
            <a:avLst/>
          </a:prstGeom>
          <a:solidFill>
            <a:schemeClr val="bg1"/>
          </a:solidFill>
          <a:ln w="28575">
            <a:solidFill>
              <a:schemeClr val="tx1"/>
            </a:solidFill>
            <a:miter lim="800000"/>
            <a:headEnd type="none" w="sm" len="sm"/>
            <a:tailEnd type="none" w="sm" len="sm"/>
          </a:ln>
        </p:spPr>
        <p:txBody>
          <a:bodyPr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latin typeface="Courier New" panose="02070309020205020404" pitchFamily="49" charset="0"/>
              </a:rPr>
              <a:t>ciscoasa&gt; enable</a:t>
            </a:r>
          </a:p>
          <a:p>
            <a:pPr fontAlgn="base">
              <a:spcBef>
                <a:spcPct val="20000"/>
              </a:spcBef>
              <a:spcAft>
                <a:spcPct val="0"/>
              </a:spcAft>
              <a:buClr>
                <a:srgbClr val="FF9933"/>
              </a:buClr>
              <a:buFont typeface="Wingdings" panose="05000000000000000000" pitchFamily="2" charset="2"/>
              <a:buNone/>
            </a:pPr>
            <a:r>
              <a:rPr lang="en-US" altLang="en-US">
                <a:solidFill>
                  <a:prstClr val="black"/>
                </a:solidFill>
                <a:latin typeface="Courier New" panose="02070309020205020404" pitchFamily="49" charset="0"/>
              </a:rPr>
              <a:t>password:</a:t>
            </a:r>
          </a:p>
          <a:p>
            <a:pPr fontAlgn="base">
              <a:spcBef>
                <a:spcPct val="20000"/>
              </a:spcBef>
              <a:spcAft>
                <a:spcPct val="0"/>
              </a:spcAft>
              <a:buClr>
                <a:srgbClr val="FF9933"/>
              </a:buClr>
              <a:buFont typeface="Wingdings" panose="05000000000000000000" pitchFamily="2" charset="2"/>
              <a:buNone/>
            </a:pPr>
            <a:r>
              <a:rPr lang="en-US" altLang="en-US">
                <a:solidFill>
                  <a:prstClr val="black"/>
                </a:solidFill>
                <a:latin typeface="Courier New" panose="02070309020205020404" pitchFamily="49" charset="0"/>
              </a:rPr>
              <a:t>ciscoasa#</a:t>
            </a:r>
          </a:p>
        </p:txBody>
      </p:sp>
      <p:sp>
        <p:nvSpPr>
          <p:cNvPr id="55299" name="Text Box 156"/>
          <p:cNvSpPr txBox="1">
            <a:spLocks noChangeArrowheads="1"/>
          </p:cNvSpPr>
          <p:nvPr/>
        </p:nvSpPr>
        <p:spPr bwMode="auto">
          <a:xfrm>
            <a:off x="2238377" y="3786160"/>
            <a:ext cx="7718425" cy="400110"/>
          </a:xfrm>
          <a:prstGeom prst="rect">
            <a:avLst/>
          </a:prstGeom>
          <a:solidFill>
            <a:schemeClr val="bg1"/>
          </a:solidFill>
          <a:ln w="28575">
            <a:solidFill>
              <a:schemeClr val="tx1"/>
            </a:solidFill>
            <a:miter lim="800000"/>
            <a:headEnd type="none" w="sm" len="sm"/>
            <a:tailEnd type="none" w="sm" len="sm"/>
          </a:ln>
        </p:spPr>
        <p:txBody>
          <a:bodyPr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50000"/>
              </a:spcBef>
              <a:spcAft>
                <a:spcPct val="0"/>
              </a:spcAft>
              <a:buClr>
                <a:srgbClr val="FF9933"/>
              </a:buClr>
              <a:buFont typeface="Wingdings" panose="05000000000000000000" pitchFamily="2" charset="2"/>
              <a:buNone/>
            </a:pPr>
            <a:r>
              <a:rPr lang="en-US" altLang="en-US" sz="2000">
                <a:solidFill>
                  <a:prstClr val="black"/>
                </a:solidFill>
                <a:latin typeface="Courier New" panose="02070309020205020404" pitchFamily="49" charset="0"/>
              </a:rPr>
              <a:t>enable [</a:t>
            </a:r>
            <a:r>
              <a:rPr lang="en-US" altLang="en-US" sz="2000" i="1">
                <a:solidFill>
                  <a:prstClr val="black"/>
                </a:solidFill>
                <a:latin typeface="Courier New" panose="02070309020205020404" pitchFamily="49" charset="0"/>
              </a:rPr>
              <a:t>priv_level</a:t>
            </a:r>
            <a:r>
              <a:rPr lang="en-US" altLang="en-US" sz="2000">
                <a:solidFill>
                  <a:prstClr val="black"/>
                </a:solidFill>
                <a:latin typeface="Courier New" panose="02070309020205020404" pitchFamily="49" charset="0"/>
              </a:rPr>
              <a:t>]</a:t>
            </a:r>
            <a:endParaRPr lang="en-US" altLang="en-US" sz="2000" i="1">
              <a:solidFill>
                <a:prstClr val="black"/>
              </a:solidFill>
              <a:latin typeface="Courier New" panose="02070309020205020404" pitchFamily="49" charset="0"/>
            </a:endParaRPr>
          </a:p>
        </p:txBody>
      </p:sp>
      <p:sp>
        <p:nvSpPr>
          <p:cNvPr id="55300" name="Text Box 157"/>
          <p:cNvSpPr txBox="1">
            <a:spLocks noChangeArrowheads="1"/>
          </p:cNvSpPr>
          <p:nvPr/>
        </p:nvSpPr>
        <p:spPr bwMode="auto">
          <a:xfrm>
            <a:off x="2244725" y="3421340"/>
            <a:ext cx="1217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ciscoasa&gt;</a:t>
            </a:r>
          </a:p>
        </p:txBody>
      </p:sp>
      <p:sp>
        <p:nvSpPr>
          <p:cNvPr id="55301" name="Rectangle 159"/>
          <p:cNvSpPr>
            <a:spLocks noGrp="1" noChangeArrowheads="1"/>
          </p:cNvSpPr>
          <p:nvPr>
            <p:ph type="title"/>
          </p:nvPr>
        </p:nvSpPr>
        <p:spPr>
          <a:xfrm>
            <a:off x="0" y="14554"/>
            <a:ext cx="10515600" cy="615076"/>
          </a:xfrm>
        </p:spPr>
        <p:txBody>
          <a:bodyPr/>
          <a:lstStyle/>
          <a:p>
            <a:pPr eaLnBrk="1" hangingPunct="1"/>
            <a:r>
              <a:rPr lang="en-US" altLang="en-US" sz="3733" dirty="0">
                <a:latin typeface="Arial" panose="020B0604020202020204" pitchFamily="34" charset="0"/>
                <a:cs typeface="Arial" panose="020B0604020202020204" pitchFamily="34" charset="0"/>
              </a:rPr>
              <a:t>Access Privileged Mode</a:t>
            </a:r>
          </a:p>
        </p:txBody>
      </p:sp>
      <p:sp>
        <p:nvSpPr>
          <p:cNvPr id="55302" name="Rectangle 158"/>
          <p:cNvSpPr>
            <a:spLocks noGrp="1" noChangeArrowheads="1"/>
          </p:cNvSpPr>
          <p:nvPr>
            <p:ph idx="1"/>
          </p:nvPr>
        </p:nvSpPr>
        <p:spPr>
          <a:xfrm>
            <a:off x="2263775" y="4265614"/>
            <a:ext cx="7848600" cy="633250"/>
          </a:xfrm>
        </p:spPr>
        <p:txBody>
          <a:bodyPr vert="horz" wrap="square" lIns="82551" tIns="41275" rIns="82551" bIns="41275" numCol="1" anchor="t" anchorCtr="0" compatLnSpc="1">
            <a:prstTxWarp prst="textNoShape">
              <a:avLst/>
            </a:prstTxWarp>
            <a:spAutoFit/>
          </a:bodyPr>
          <a:lstStyle/>
          <a:p>
            <a:pPr lvl="1" eaLnBrk="1" hangingPunct="1">
              <a:buFont typeface="Wingdings" panose="05000000000000000000" pitchFamily="2" charset="2"/>
              <a:buNone/>
            </a:pPr>
            <a:r>
              <a:rPr lang="en-US" altLang="en-US"/>
              <a:t>Used to control access to the privileged mode</a:t>
            </a:r>
          </a:p>
          <a:p>
            <a:pPr lvl="1" eaLnBrk="1" hangingPunct="1">
              <a:buFont typeface="Wingdings" panose="05000000000000000000" pitchFamily="2" charset="2"/>
              <a:buNone/>
            </a:pPr>
            <a:r>
              <a:rPr lang="en-US" altLang="en-US"/>
              <a:t>Enables you to enter other access modes</a:t>
            </a:r>
          </a:p>
        </p:txBody>
      </p:sp>
      <p:sp>
        <p:nvSpPr>
          <p:cNvPr id="55303" name="Line 164"/>
          <p:cNvSpPr>
            <a:spLocks noChangeAspect="1" noChangeShapeType="1"/>
          </p:cNvSpPr>
          <p:nvPr/>
        </p:nvSpPr>
        <p:spPr bwMode="auto">
          <a:xfrm flipH="1" flipV="1">
            <a:off x="4213226" y="1712913"/>
            <a:ext cx="4406900" cy="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pic>
        <p:nvPicPr>
          <p:cNvPr id="55304" name="Picture 161" descr="Network_Cloud_Standard"/>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01952" y="1223964"/>
            <a:ext cx="1698625" cy="865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305" name="Rectangle 55"/>
          <p:cNvSpPr>
            <a:spLocks noChangeArrowheads="1"/>
          </p:cNvSpPr>
          <p:nvPr/>
        </p:nvSpPr>
        <p:spPr bwMode="auto">
          <a:xfrm>
            <a:off x="3217864" y="1497013"/>
            <a:ext cx="883255"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Internet</a:t>
            </a:r>
          </a:p>
        </p:txBody>
      </p:sp>
      <p:sp>
        <p:nvSpPr>
          <p:cNvPr id="55306" name="Arc 78"/>
          <p:cNvSpPr>
            <a:spLocks/>
          </p:cNvSpPr>
          <p:nvPr/>
        </p:nvSpPr>
        <p:spPr bwMode="auto">
          <a:xfrm rot="10637320" flipH="1">
            <a:off x="6589714" y="1946275"/>
            <a:ext cx="623887" cy="465139"/>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905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pic>
        <p:nvPicPr>
          <p:cNvPr id="55307" name="Picture 162" descr="PC"/>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40726" y="1428751"/>
            <a:ext cx="636588"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8" name="Picture 168" descr="Cisco_ASA5500"/>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988177" y="1423989"/>
            <a:ext cx="474663" cy="622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9" name="Picture 169" descr="Route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100639" y="1482725"/>
            <a:ext cx="676275"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10" name="Picture 170" descr="EndUser_CiscoWorks"/>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62614" y="1843089"/>
            <a:ext cx="1462087" cy="1827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06466342"/>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034"/>
          <p:cNvSpPr>
            <a:spLocks noGrp="1" noChangeArrowheads="1"/>
          </p:cNvSpPr>
          <p:nvPr>
            <p:ph type="title"/>
          </p:nvPr>
        </p:nvSpPr>
        <p:spPr>
          <a:xfrm>
            <a:off x="68104" y="206813"/>
            <a:ext cx="12058969" cy="535752"/>
          </a:xfrm>
        </p:spPr>
        <p:txBody>
          <a:bodyPr/>
          <a:lstStyle/>
          <a:p>
            <a:pPr eaLnBrk="1" hangingPunct="1"/>
            <a:r>
              <a:rPr lang="en-US" altLang="en-US" sz="3733" dirty="0">
                <a:latin typeface="Arial" panose="020B0604020202020204" pitchFamily="34" charset="0"/>
                <a:cs typeface="Arial" panose="020B0604020202020204" pitchFamily="34" charset="0"/>
              </a:rPr>
              <a:t>Access Configuration Mode: configure terminal Command</a:t>
            </a:r>
          </a:p>
        </p:txBody>
      </p:sp>
      <p:sp>
        <p:nvSpPr>
          <p:cNvPr id="57347" name="Rectangle 1039"/>
          <p:cNvSpPr>
            <a:spLocks noGrp="1" noChangeArrowheads="1"/>
          </p:cNvSpPr>
          <p:nvPr>
            <p:ph idx="1"/>
          </p:nvPr>
        </p:nvSpPr>
        <p:spPr>
          <a:xfrm>
            <a:off x="203201" y="1857375"/>
            <a:ext cx="11785599" cy="838200"/>
          </a:xfrm>
        </p:spPr>
        <p:txBody>
          <a:bodyPr/>
          <a:lstStyle/>
          <a:p>
            <a:pPr lvl="1" eaLnBrk="1" hangingPunct="1">
              <a:buFont typeface="Wingdings" panose="05000000000000000000" pitchFamily="2" charset="2"/>
              <a:buNone/>
            </a:pPr>
            <a:r>
              <a:rPr lang="en-US" altLang="en-US" dirty="0"/>
              <a:t>Used to start configuration mode to enter configuration commands from a terminal</a:t>
            </a:r>
          </a:p>
        </p:txBody>
      </p:sp>
      <p:sp>
        <p:nvSpPr>
          <p:cNvPr id="57348" name="Text Box 1037"/>
          <p:cNvSpPr txBox="1">
            <a:spLocks noChangeArrowheads="1"/>
          </p:cNvSpPr>
          <p:nvPr/>
        </p:nvSpPr>
        <p:spPr bwMode="auto">
          <a:xfrm>
            <a:off x="2238377" y="1427134"/>
            <a:ext cx="7718425" cy="400110"/>
          </a:xfrm>
          <a:prstGeom prst="rect">
            <a:avLst/>
          </a:prstGeom>
          <a:solidFill>
            <a:schemeClr val="bg1"/>
          </a:solidFill>
          <a:ln w="28575">
            <a:solidFill>
              <a:schemeClr val="tx1"/>
            </a:solidFill>
            <a:miter lim="800000"/>
            <a:headEnd type="none" w="sm" len="sm"/>
            <a:tailEnd type="none" w="sm" len="sm"/>
          </a:ln>
        </p:spPr>
        <p:txBody>
          <a:bodyPr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50000"/>
              </a:spcBef>
              <a:spcAft>
                <a:spcPct val="0"/>
              </a:spcAft>
              <a:buClr>
                <a:srgbClr val="FF9933"/>
              </a:buClr>
              <a:buFont typeface="Wingdings" panose="05000000000000000000" pitchFamily="2" charset="2"/>
              <a:buNone/>
            </a:pPr>
            <a:r>
              <a:rPr lang="en-US" altLang="en-US" sz="2000">
                <a:solidFill>
                  <a:prstClr val="black"/>
                </a:solidFill>
                <a:latin typeface="Courier New" panose="02070309020205020404" pitchFamily="49" charset="0"/>
              </a:rPr>
              <a:t>configure terminal</a:t>
            </a:r>
            <a:endParaRPr lang="en-US" altLang="en-US" sz="2000" i="1">
              <a:solidFill>
                <a:prstClr val="black"/>
              </a:solidFill>
              <a:latin typeface="Courier New" panose="02070309020205020404" pitchFamily="49" charset="0"/>
            </a:endParaRPr>
          </a:p>
        </p:txBody>
      </p:sp>
      <p:sp>
        <p:nvSpPr>
          <p:cNvPr id="57349" name="Text Box 1038"/>
          <p:cNvSpPr txBox="1">
            <a:spLocks noChangeArrowheads="1"/>
          </p:cNvSpPr>
          <p:nvPr/>
        </p:nvSpPr>
        <p:spPr bwMode="auto">
          <a:xfrm>
            <a:off x="2238376" y="1022628"/>
            <a:ext cx="12105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ciscoasa#</a:t>
            </a:r>
          </a:p>
        </p:txBody>
      </p:sp>
      <p:sp>
        <p:nvSpPr>
          <p:cNvPr id="57350" name="Text Box 1040"/>
          <p:cNvSpPr txBox="1">
            <a:spLocks noChangeArrowheads="1"/>
          </p:cNvSpPr>
          <p:nvPr/>
        </p:nvSpPr>
        <p:spPr bwMode="auto">
          <a:xfrm>
            <a:off x="2166937" y="3674835"/>
            <a:ext cx="7726363" cy="2246769"/>
          </a:xfrm>
          <a:prstGeom prst="rect">
            <a:avLst/>
          </a:prstGeom>
          <a:solidFill>
            <a:schemeClr val="bg1"/>
          </a:solidFill>
          <a:ln w="28575">
            <a:solidFill>
              <a:schemeClr val="tx1"/>
            </a:solidFill>
            <a:miter lim="800000"/>
            <a:headEnd type="none" w="sm" len="sm"/>
            <a:tailEnd type="none" w="sm" len="sm"/>
          </a:ln>
        </p:spPr>
        <p:txBody>
          <a:bodyPr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2000">
                <a:solidFill>
                  <a:prstClr val="black"/>
                </a:solidFill>
                <a:latin typeface="Courier New" panose="02070309020205020404" pitchFamily="49" charset="0"/>
              </a:rPr>
              <a:t>ciscoasa&gt; enable</a:t>
            </a:r>
          </a:p>
          <a:p>
            <a:pPr fontAlgn="base">
              <a:spcBef>
                <a:spcPct val="20000"/>
              </a:spcBef>
              <a:spcAft>
                <a:spcPct val="0"/>
              </a:spcAft>
              <a:buClr>
                <a:srgbClr val="FF9933"/>
              </a:buClr>
              <a:buFont typeface="Wingdings" panose="05000000000000000000" pitchFamily="2" charset="2"/>
              <a:buNone/>
            </a:pPr>
            <a:r>
              <a:rPr lang="en-US" altLang="en-US" sz="2000">
                <a:solidFill>
                  <a:prstClr val="black"/>
                </a:solidFill>
                <a:latin typeface="Courier New" panose="02070309020205020404" pitchFamily="49" charset="0"/>
              </a:rPr>
              <a:t>password:</a:t>
            </a:r>
          </a:p>
          <a:p>
            <a:pPr fontAlgn="base">
              <a:spcBef>
                <a:spcPct val="20000"/>
              </a:spcBef>
              <a:spcAft>
                <a:spcPct val="0"/>
              </a:spcAft>
              <a:buClr>
                <a:srgbClr val="FF9933"/>
              </a:buClr>
              <a:buFont typeface="Wingdings" panose="05000000000000000000" pitchFamily="2" charset="2"/>
              <a:buNone/>
            </a:pPr>
            <a:r>
              <a:rPr lang="en-US" altLang="en-US" sz="2000">
                <a:solidFill>
                  <a:prstClr val="black"/>
                </a:solidFill>
                <a:latin typeface="Courier New" panose="02070309020205020404" pitchFamily="49" charset="0"/>
              </a:rPr>
              <a:t>ciscoasa# configure terminal</a:t>
            </a:r>
          </a:p>
          <a:p>
            <a:pPr fontAlgn="base">
              <a:spcBef>
                <a:spcPct val="20000"/>
              </a:spcBef>
              <a:spcAft>
                <a:spcPct val="0"/>
              </a:spcAft>
              <a:buClr>
                <a:srgbClr val="FF9933"/>
              </a:buClr>
              <a:buFont typeface="Wingdings" panose="05000000000000000000" pitchFamily="2" charset="2"/>
              <a:buNone/>
            </a:pPr>
            <a:r>
              <a:rPr lang="en-US" altLang="en-US" sz="2000">
                <a:solidFill>
                  <a:prstClr val="black"/>
                </a:solidFill>
                <a:latin typeface="Courier New" panose="02070309020205020404" pitchFamily="49" charset="0"/>
              </a:rPr>
              <a:t>ciscoasa(config)# exit</a:t>
            </a:r>
          </a:p>
          <a:p>
            <a:pPr fontAlgn="base">
              <a:spcBef>
                <a:spcPct val="20000"/>
              </a:spcBef>
              <a:spcAft>
                <a:spcPct val="0"/>
              </a:spcAft>
              <a:buClr>
                <a:srgbClr val="FF9933"/>
              </a:buClr>
              <a:buFont typeface="Wingdings" panose="05000000000000000000" pitchFamily="2" charset="2"/>
              <a:buNone/>
            </a:pPr>
            <a:r>
              <a:rPr lang="en-US" altLang="en-US" sz="2000">
                <a:solidFill>
                  <a:prstClr val="black"/>
                </a:solidFill>
                <a:latin typeface="Courier New" panose="02070309020205020404" pitchFamily="49" charset="0"/>
              </a:rPr>
              <a:t>ciscoasa# exit</a:t>
            </a:r>
          </a:p>
          <a:p>
            <a:pPr fontAlgn="base">
              <a:spcBef>
                <a:spcPct val="20000"/>
              </a:spcBef>
              <a:spcAft>
                <a:spcPct val="0"/>
              </a:spcAft>
              <a:buClr>
                <a:srgbClr val="FF9933"/>
              </a:buClr>
              <a:buFont typeface="Wingdings" panose="05000000000000000000" pitchFamily="2" charset="2"/>
              <a:buNone/>
            </a:pPr>
            <a:r>
              <a:rPr lang="en-US" altLang="en-US" sz="2000">
                <a:solidFill>
                  <a:prstClr val="black"/>
                </a:solidFill>
                <a:latin typeface="Courier New" panose="02070309020205020404" pitchFamily="49" charset="0"/>
              </a:rPr>
              <a:t>ciscoasa&gt;</a:t>
            </a:r>
          </a:p>
        </p:txBody>
      </p:sp>
      <p:sp>
        <p:nvSpPr>
          <p:cNvPr id="57351" name="Text Box 1041"/>
          <p:cNvSpPr txBox="1">
            <a:spLocks noChangeArrowheads="1"/>
          </p:cNvSpPr>
          <p:nvPr/>
        </p:nvSpPr>
        <p:spPr bwMode="auto">
          <a:xfrm>
            <a:off x="2166940" y="2714597"/>
            <a:ext cx="7718425" cy="400110"/>
          </a:xfrm>
          <a:prstGeom prst="rect">
            <a:avLst/>
          </a:prstGeom>
          <a:solidFill>
            <a:schemeClr val="bg1"/>
          </a:solidFill>
          <a:ln w="28575">
            <a:solidFill>
              <a:schemeClr val="tx1"/>
            </a:solidFill>
            <a:miter lim="800000"/>
            <a:headEnd type="none" w="sm" len="sm"/>
            <a:tailEnd type="none" w="sm" len="sm"/>
          </a:ln>
        </p:spPr>
        <p:txBody>
          <a:bodyPr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50000"/>
              </a:spcBef>
              <a:spcAft>
                <a:spcPct val="0"/>
              </a:spcAft>
              <a:buClr>
                <a:srgbClr val="FF9933"/>
              </a:buClr>
              <a:buFont typeface="Wingdings" panose="05000000000000000000" pitchFamily="2" charset="2"/>
              <a:buNone/>
            </a:pPr>
            <a:r>
              <a:rPr lang="en-US" altLang="en-US" sz="2000">
                <a:solidFill>
                  <a:prstClr val="black"/>
                </a:solidFill>
                <a:latin typeface="Courier New" panose="02070309020205020404" pitchFamily="49" charset="0"/>
              </a:rPr>
              <a:t>exit</a:t>
            </a:r>
          </a:p>
        </p:txBody>
      </p:sp>
      <p:sp>
        <p:nvSpPr>
          <p:cNvPr id="57352" name="Text Box 1042"/>
          <p:cNvSpPr txBox="1">
            <a:spLocks noChangeArrowheads="1"/>
          </p:cNvSpPr>
          <p:nvPr/>
        </p:nvSpPr>
        <p:spPr bwMode="auto">
          <a:xfrm>
            <a:off x="2166939" y="2298978"/>
            <a:ext cx="12105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ciscoasa#</a:t>
            </a:r>
          </a:p>
        </p:txBody>
      </p:sp>
      <p:sp>
        <p:nvSpPr>
          <p:cNvPr id="57353" name="Rectangle 1043"/>
          <p:cNvSpPr>
            <a:spLocks noChangeArrowheads="1"/>
          </p:cNvSpPr>
          <p:nvPr/>
        </p:nvSpPr>
        <p:spPr bwMode="auto">
          <a:xfrm>
            <a:off x="2166939" y="3167063"/>
            <a:ext cx="6111875" cy="346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124" tIns="41061" rIns="82124" bIns="41061">
            <a:spAutoFit/>
          </a:bodyPr>
          <a:lstStyle>
            <a:lvl1pPr marL="342900" indent="-342900" defTabSz="814388">
              <a:defRPr>
                <a:solidFill>
                  <a:schemeClr val="tx1"/>
                </a:solidFill>
                <a:latin typeface="Arial" panose="020B0604020202020204" pitchFamily="34" charset="0"/>
                <a:cs typeface="Arial" panose="020B0604020202020204" pitchFamily="34" charset="0"/>
              </a:defRPr>
            </a:lvl1pPr>
            <a:lvl2pPr marL="342900" indent="-22860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fontAlgn="base">
              <a:lnSpc>
                <a:spcPct val="95000"/>
              </a:lnSpc>
              <a:spcBef>
                <a:spcPct val="35000"/>
              </a:spcBef>
              <a:spcAft>
                <a:spcPct val="0"/>
              </a:spcAft>
              <a:buClr>
                <a:srgbClr val="5B9BD5"/>
              </a:buClr>
              <a:buFont typeface="Wingdings" panose="05000000000000000000" pitchFamily="2" charset="2"/>
              <a:buNone/>
            </a:pPr>
            <a:r>
              <a:rPr lang="en-US" altLang="en-US">
                <a:solidFill>
                  <a:prstClr val="black"/>
                </a:solidFill>
              </a:rPr>
              <a:t>Used to exit from an access mode</a:t>
            </a:r>
          </a:p>
        </p:txBody>
      </p:sp>
    </p:spTree>
    <p:extLst>
      <p:ext uri="{BB962C8B-B14F-4D97-AF65-F5344CB8AC3E}">
        <p14:creationId xmlns:p14="http://schemas.microsoft.com/office/powerpoint/2010/main" val="3826934998"/>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ext Box 3"/>
          <p:cNvSpPr txBox="1">
            <a:spLocks noChangeArrowheads="1"/>
          </p:cNvSpPr>
          <p:nvPr/>
        </p:nvSpPr>
        <p:spPr bwMode="auto">
          <a:xfrm>
            <a:off x="2095500" y="1285843"/>
            <a:ext cx="8086725" cy="4721292"/>
          </a:xfrm>
          <a:prstGeom prst="rect">
            <a:avLst/>
          </a:prstGeom>
          <a:solidFill>
            <a:schemeClr val="bg1"/>
          </a:solidFill>
          <a:ln w="28575">
            <a:solidFill>
              <a:schemeClr val="tx1"/>
            </a:solidFill>
            <a:miter lim="800000"/>
            <a:headEnd type="none" w="sm" len="sm"/>
            <a:tailEnd type="none" w="sm" len="sm"/>
          </a:ln>
        </p:spPr>
        <p:txBody>
          <a:bodyPr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endParaRPr lang="en-US" altLang="en-US" sz="1600">
              <a:solidFill>
                <a:prstClr val="black"/>
              </a:solidFill>
              <a:latin typeface="Courier New" panose="02070309020205020404" pitchFamily="49" charset="0"/>
            </a:endParaRPr>
          </a:p>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latin typeface="Courier New" panose="02070309020205020404" pitchFamily="49" charset="0"/>
              </a:rPr>
              <a:t>ciscoasa &gt; help ?</a:t>
            </a:r>
          </a:p>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latin typeface="Courier New" panose="02070309020205020404" pitchFamily="49" charset="0"/>
              </a:rPr>
              <a:t>  enable   Turn on privileged commands</a:t>
            </a:r>
          </a:p>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latin typeface="Courier New" panose="02070309020205020404" pitchFamily="49" charset="0"/>
              </a:rPr>
              <a:t>  exit     Exit the current command mode</a:t>
            </a:r>
          </a:p>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latin typeface="Courier New" panose="02070309020205020404" pitchFamily="49" charset="0"/>
              </a:rPr>
              <a:t>  login    Log in as a particular user</a:t>
            </a:r>
          </a:p>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latin typeface="Courier New" panose="02070309020205020404" pitchFamily="49" charset="0"/>
              </a:rPr>
              <a:t>  logout   Exit from current user profile to unprivileged mode</a:t>
            </a:r>
          </a:p>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latin typeface="Courier New" panose="02070309020205020404" pitchFamily="49" charset="0"/>
              </a:rPr>
              <a:t>  perfmon  Change or view performance monitoring options</a:t>
            </a:r>
          </a:p>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latin typeface="Courier New" panose="02070309020205020404" pitchFamily="49" charset="0"/>
              </a:rPr>
              <a:t>  ping     Test connectivity from specified interface to an IP 	    address</a:t>
            </a:r>
          </a:p>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latin typeface="Courier New" panose="02070309020205020404" pitchFamily="49" charset="0"/>
              </a:rPr>
              <a:t>  quit     Exit the current command mode</a:t>
            </a:r>
          </a:p>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latin typeface="Courier New" panose="02070309020205020404" pitchFamily="49" charset="0"/>
              </a:rPr>
              <a:t>ciscoasa &gt; help enable</a:t>
            </a:r>
          </a:p>
          <a:p>
            <a:pPr fontAlgn="base">
              <a:spcBef>
                <a:spcPct val="20000"/>
              </a:spcBef>
              <a:spcAft>
                <a:spcPct val="0"/>
              </a:spcAft>
              <a:buClr>
                <a:srgbClr val="FF9933"/>
              </a:buClr>
              <a:buFont typeface="Wingdings" panose="05000000000000000000" pitchFamily="2" charset="2"/>
              <a:buNone/>
            </a:pPr>
            <a:endParaRPr lang="en-US" altLang="en-US" sz="1600">
              <a:solidFill>
                <a:prstClr val="black"/>
              </a:solidFill>
              <a:latin typeface="Courier New" panose="02070309020205020404" pitchFamily="49" charset="0"/>
            </a:endParaRPr>
          </a:p>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latin typeface="Courier New" panose="02070309020205020404" pitchFamily="49" charset="0"/>
              </a:rPr>
              <a:t>  USAGE:</a:t>
            </a:r>
          </a:p>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latin typeface="Courier New" panose="02070309020205020404" pitchFamily="49" charset="0"/>
              </a:rPr>
              <a:t>        enable [&lt;priv_level&gt;]</a:t>
            </a:r>
          </a:p>
          <a:p>
            <a:pPr fontAlgn="base">
              <a:spcBef>
                <a:spcPct val="20000"/>
              </a:spcBef>
              <a:spcAft>
                <a:spcPct val="0"/>
              </a:spcAft>
              <a:buClr>
                <a:srgbClr val="FF9933"/>
              </a:buClr>
              <a:buFont typeface="Wingdings" panose="05000000000000000000" pitchFamily="2" charset="2"/>
              <a:buNone/>
            </a:pPr>
            <a:endParaRPr lang="en-US" altLang="en-US" sz="1600">
              <a:solidFill>
                <a:prstClr val="black"/>
              </a:solidFill>
              <a:latin typeface="Courier New" panose="02070309020205020404" pitchFamily="49" charset="0"/>
            </a:endParaRPr>
          </a:p>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latin typeface="Courier New" panose="02070309020205020404" pitchFamily="49" charset="0"/>
              </a:rPr>
              <a:t>  </a:t>
            </a:r>
          </a:p>
        </p:txBody>
      </p:sp>
      <p:sp>
        <p:nvSpPr>
          <p:cNvPr id="59395" name="Rectangle 4"/>
          <p:cNvSpPr>
            <a:spLocks noGrp="1" noChangeArrowheads="1"/>
          </p:cNvSpPr>
          <p:nvPr>
            <p:ph type="title"/>
          </p:nvPr>
        </p:nvSpPr>
        <p:spPr>
          <a:xfrm>
            <a:off x="0" y="0"/>
            <a:ext cx="10515600" cy="584200"/>
          </a:xfrm>
        </p:spPr>
        <p:txBody>
          <a:bodyPr/>
          <a:lstStyle/>
          <a:p>
            <a:pPr eaLnBrk="1" hangingPunct="1"/>
            <a:r>
              <a:rPr lang="en-US" altLang="en-US" sz="3733" dirty="0">
                <a:latin typeface="Arial" panose="020B0604020202020204" pitchFamily="34" charset="0"/>
                <a:cs typeface="Arial" panose="020B0604020202020204" pitchFamily="34" charset="0"/>
              </a:rPr>
              <a:t>help command</a:t>
            </a:r>
          </a:p>
        </p:txBody>
      </p:sp>
    </p:spTree>
    <p:extLst>
      <p:ext uri="{BB962C8B-B14F-4D97-AF65-F5344CB8AC3E}">
        <p14:creationId xmlns:p14="http://schemas.microsoft.com/office/powerpoint/2010/main" val="1501553814"/>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ChangeArrowheads="1"/>
          </p:cNvSpPr>
          <p:nvPr/>
        </p:nvSpPr>
        <p:spPr bwMode="auto">
          <a:xfrm>
            <a:off x="0" y="0"/>
            <a:ext cx="12192000" cy="6858000"/>
          </a:xfrm>
          <a:prstGeom prst="rect">
            <a:avLst/>
          </a:prstGeom>
          <a:solidFill>
            <a:srgbClr val="015F85"/>
          </a:solidFill>
          <a:ln>
            <a:noFill/>
          </a:ln>
          <a:extLst>
            <a:ext uri="{91240B29-F687-4F45-9708-019B960494DF}">
              <a14:hiddenLine xmlns:a14="http://schemas.microsoft.com/office/drawing/2010/main" w="25400"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Char char="v"/>
            </a:pPr>
            <a:endParaRPr lang="en-US" altLang="en-US">
              <a:solidFill>
                <a:prstClr val="black"/>
              </a:solidFill>
            </a:endParaRPr>
          </a:p>
        </p:txBody>
      </p:sp>
      <p:sp>
        <p:nvSpPr>
          <p:cNvPr id="61443" name="Text Box 3"/>
          <p:cNvSpPr txBox="1">
            <a:spLocks noChangeArrowheads="1"/>
          </p:cNvSpPr>
          <p:nvPr/>
        </p:nvSpPr>
        <p:spPr bwMode="auto">
          <a:xfrm>
            <a:off x="3149600" y="2819401"/>
            <a:ext cx="3546475" cy="84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lIns="82124" tIns="41061" rIns="82124" bIns="41061" anchor="ctr"/>
          <a:lstStyle>
            <a:lvl1pPr defTabSz="814388">
              <a:defRPr>
                <a:solidFill>
                  <a:schemeClr val="tx1"/>
                </a:solidFill>
                <a:latin typeface="Arial" panose="020B0604020202020204" pitchFamily="34" charset="0"/>
                <a:cs typeface="Arial" panose="020B0604020202020204" pitchFamily="34" charset="0"/>
              </a:defRPr>
            </a:lvl1pPr>
            <a:lvl2pPr marL="742950" indent="-28575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r>
              <a:rPr lang="en-US" altLang="en-US" sz="5867" dirty="0">
                <a:solidFill>
                  <a:prstClr val="white"/>
                </a:solidFill>
              </a:rPr>
              <a:t>File Management</a:t>
            </a:r>
          </a:p>
        </p:txBody>
      </p:sp>
    </p:spTree>
    <p:extLst>
      <p:ext uri="{BB962C8B-B14F-4D97-AF65-F5344CB8AC3E}">
        <p14:creationId xmlns:p14="http://schemas.microsoft.com/office/powerpoint/2010/main" val="26958116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16"/>
          <p:cNvSpPr>
            <a:spLocks noGrp="1" noChangeArrowheads="1"/>
          </p:cNvSpPr>
          <p:nvPr>
            <p:ph type="title"/>
          </p:nvPr>
        </p:nvSpPr>
        <p:spPr>
          <a:xfrm>
            <a:off x="30692" y="0"/>
            <a:ext cx="10860616" cy="838200"/>
          </a:xfrm>
        </p:spPr>
        <p:txBody>
          <a:bodyPr/>
          <a:lstStyle/>
          <a:p>
            <a:pPr eaLnBrk="1" hangingPunct="1"/>
            <a:r>
              <a:rPr lang="en-US" altLang="en-US" sz="3733" dirty="0">
                <a:latin typeface="Arial" panose="020B0604020202020204" pitchFamily="34" charset="0"/>
                <a:cs typeface="Arial" panose="020B0604020202020204" pitchFamily="34" charset="0"/>
              </a:rPr>
              <a:t>Viewing and Saving Your Configuration</a:t>
            </a:r>
          </a:p>
        </p:txBody>
      </p:sp>
      <p:sp>
        <p:nvSpPr>
          <p:cNvPr id="63491" name="Rectangle 3"/>
          <p:cNvSpPr>
            <a:spLocks noGrp="1" noChangeArrowheads="1"/>
          </p:cNvSpPr>
          <p:nvPr>
            <p:ph type="body" sz="half" idx="1"/>
          </p:nvPr>
        </p:nvSpPr>
        <p:spPr>
          <a:xfrm>
            <a:off x="203200" y="1851025"/>
            <a:ext cx="5257800" cy="3825875"/>
          </a:xfrm>
        </p:spPr>
        <p:txBody>
          <a:bodyPr/>
          <a:lstStyle/>
          <a:p>
            <a:pPr marL="0" indent="0" eaLnBrk="1" hangingPunct="1">
              <a:buNone/>
            </a:pPr>
            <a:r>
              <a:rPr lang="en-US" altLang="en-US" sz="2133">
                <a:latin typeface="Arial" panose="020B0604020202020204" pitchFamily="34" charset="0"/>
                <a:cs typeface="Arial" panose="020B0604020202020204" pitchFamily="34" charset="0"/>
              </a:rPr>
              <a:t>The following commands enable you to view your configuration:</a:t>
            </a:r>
            <a:endParaRPr lang="en-US" altLang="en-US" sz="2133" b="1">
              <a:latin typeface="Arial" panose="020B0604020202020204" pitchFamily="34" charset="0"/>
              <a:cs typeface="Arial" panose="020B0604020202020204" pitchFamily="34" charset="0"/>
            </a:endParaRPr>
          </a:p>
          <a:p>
            <a:pPr lvl="1" eaLnBrk="1" hangingPunct="1"/>
            <a:r>
              <a:rPr lang="en-US" altLang="en-US" sz="2133" b="1">
                <a:latin typeface="Arial" panose="020B0604020202020204" pitchFamily="34" charset="0"/>
                <a:cs typeface="Arial" panose="020B0604020202020204" pitchFamily="34" charset="0"/>
              </a:rPr>
              <a:t>Show running-config</a:t>
            </a:r>
          </a:p>
          <a:p>
            <a:pPr lvl="1" eaLnBrk="1" hangingPunct="1"/>
            <a:r>
              <a:rPr lang="en-US" altLang="en-US" sz="2133" b="1">
                <a:latin typeface="Arial" panose="020B0604020202020204" pitchFamily="34" charset="0"/>
                <a:cs typeface="Arial" panose="020B0604020202020204" pitchFamily="34" charset="0"/>
              </a:rPr>
              <a:t>Show startup-config</a:t>
            </a:r>
          </a:p>
          <a:p>
            <a:pPr marL="0" indent="0" eaLnBrk="1" hangingPunct="1">
              <a:buNone/>
            </a:pPr>
            <a:r>
              <a:rPr lang="en-US" altLang="en-US" sz="2133">
                <a:latin typeface="Arial" panose="020B0604020202020204" pitchFamily="34" charset="0"/>
                <a:cs typeface="Arial" panose="020B0604020202020204" pitchFamily="34" charset="0"/>
              </a:rPr>
              <a:t>The following commands enable you to save your configuration:</a:t>
            </a:r>
          </a:p>
          <a:p>
            <a:pPr lvl="1" eaLnBrk="1" hangingPunct="1"/>
            <a:r>
              <a:rPr lang="en-US" altLang="en-US" sz="2133" b="1">
                <a:latin typeface="Arial" panose="020B0604020202020204" pitchFamily="34" charset="0"/>
                <a:cs typeface="Arial" panose="020B0604020202020204" pitchFamily="34" charset="0"/>
              </a:rPr>
              <a:t>copy run start</a:t>
            </a:r>
          </a:p>
          <a:p>
            <a:pPr lvl="1" eaLnBrk="1" hangingPunct="1"/>
            <a:r>
              <a:rPr lang="en-US" altLang="en-US" sz="2133" b="1">
                <a:latin typeface="Arial" panose="020B0604020202020204" pitchFamily="34" charset="0"/>
                <a:cs typeface="Arial" panose="020B0604020202020204" pitchFamily="34" charset="0"/>
              </a:rPr>
              <a:t>write memory</a:t>
            </a:r>
          </a:p>
        </p:txBody>
      </p:sp>
      <p:sp>
        <p:nvSpPr>
          <p:cNvPr id="63492" name="Rectangle 4"/>
          <p:cNvSpPr>
            <a:spLocks noChangeArrowheads="1"/>
          </p:cNvSpPr>
          <p:nvPr/>
        </p:nvSpPr>
        <p:spPr bwMode="auto">
          <a:xfrm>
            <a:off x="5854700" y="3340100"/>
            <a:ext cx="1168400" cy="863600"/>
          </a:xfrm>
          <a:prstGeom prst="rect">
            <a:avLst/>
          </a:prstGeom>
          <a:noFill/>
          <a:ln w="1905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63493" name="Rectangle 5"/>
          <p:cNvSpPr>
            <a:spLocks noChangeArrowheads="1"/>
          </p:cNvSpPr>
          <p:nvPr/>
        </p:nvSpPr>
        <p:spPr bwMode="auto">
          <a:xfrm>
            <a:off x="7251700" y="3352801"/>
            <a:ext cx="1168400" cy="850900"/>
          </a:xfrm>
          <a:prstGeom prst="rect">
            <a:avLst/>
          </a:prstGeom>
          <a:noFill/>
          <a:ln w="1905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grpSp>
        <p:nvGrpSpPr>
          <p:cNvPr id="63494" name="Group 6"/>
          <p:cNvGrpSpPr>
            <a:grpSpLocks/>
          </p:cNvGrpSpPr>
          <p:nvPr/>
        </p:nvGrpSpPr>
        <p:grpSpPr bwMode="auto">
          <a:xfrm rot="10800000">
            <a:off x="6381749" y="4279900"/>
            <a:ext cx="1441451" cy="406400"/>
            <a:chOff x="2688" y="1312"/>
            <a:chExt cx="876" cy="224"/>
          </a:xfrm>
        </p:grpSpPr>
        <p:sp>
          <p:nvSpPr>
            <p:cNvPr id="63501" name="Arc 7"/>
            <p:cNvSpPr>
              <a:spLocks/>
            </p:cNvSpPr>
            <p:nvPr/>
          </p:nvSpPr>
          <p:spPr bwMode="auto">
            <a:xfrm rot="10800000" flipV="1">
              <a:off x="2688" y="1312"/>
              <a:ext cx="440" cy="22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type="none" w="sm" len="sm"/>
              <a:tailEnd/>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63502" name="Arc 8"/>
            <p:cNvSpPr>
              <a:spLocks/>
            </p:cNvSpPr>
            <p:nvPr/>
          </p:nvSpPr>
          <p:spPr bwMode="auto">
            <a:xfrm rot="10800000" flipH="1" flipV="1">
              <a:off x="3124" y="1312"/>
              <a:ext cx="440" cy="22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38100">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grpSp>
      <p:sp>
        <p:nvSpPr>
          <p:cNvPr id="63495" name="Text Box 9"/>
          <p:cNvSpPr txBox="1">
            <a:spLocks noChangeArrowheads="1"/>
          </p:cNvSpPr>
          <p:nvPr/>
        </p:nvSpPr>
        <p:spPr bwMode="auto">
          <a:xfrm>
            <a:off x="5702300" y="2459039"/>
            <a:ext cx="4768851" cy="68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a:solidFill>
                  <a:prstClr val="black"/>
                </a:solidFill>
              </a:rPr>
              <a:t>To save configuration changes:</a:t>
            </a:r>
          </a:p>
          <a:p>
            <a:pPr algn="ctr" fontAlgn="base">
              <a:spcBef>
                <a:spcPct val="20000"/>
              </a:spcBef>
              <a:spcAft>
                <a:spcPct val="0"/>
              </a:spcAft>
              <a:buClr>
                <a:srgbClr val="FF9933"/>
              </a:buClr>
              <a:buFont typeface="Wingdings" panose="05000000000000000000" pitchFamily="2" charset="2"/>
              <a:buNone/>
            </a:pPr>
            <a:r>
              <a:rPr lang="en-US" altLang="en-US">
                <a:solidFill>
                  <a:prstClr val="black"/>
                </a:solidFill>
              </a:rPr>
              <a:t>copy run start</a:t>
            </a:r>
          </a:p>
        </p:txBody>
      </p:sp>
      <p:sp>
        <p:nvSpPr>
          <p:cNvPr id="63496" name="Text Box 10"/>
          <p:cNvSpPr txBox="1">
            <a:spLocks noChangeArrowheads="1"/>
          </p:cNvSpPr>
          <p:nvPr/>
        </p:nvSpPr>
        <p:spPr bwMode="auto">
          <a:xfrm>
            <a:off x="7267577" y="3384549"/>
            <a:ext cx="899285" cy="615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running-</a:t>
            </a:r>
          </a:p>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config</a:t>
            </a:r>
          </a:p>
        </p:txBody>
      </p:sp>
      <p:sp>
        <p:nvSpPr>
          <p:cNvPr id="63497" name="Text Box 11"/>
          <p:cNvSpPr txBox="1">
            <a:spLocks noChangeArrowheads="1"/>
          </p:cNvSpPr>
          <p:nvPr/>
        </p:nvSpPr>
        <p:spPr bwMode="auto">
          <a:xfrm>
            <a:off x="5870576" y="3371851"/>
            <a:ext cx="844783" cy="910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startup-</a:t>
            </a:r>
          </a:p>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config</a:t>
            </a:r>
          </a:p>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(saved)</a:t>
            </a:r>
          </a:p>
        </p:txBody>
      </p:sp>
      <p:sp>
        <p:nvSpPr>
          <p:cNvPr id="63498" name="Text Box 12"/>
          <p:cNvSpPr txBox="1">
            <a:spLocks noChangeArrowheads="1"/>
          </p:cNvSpPr>
          <p:nvPr/>
        </p:nvSpPr>
        <p:spPr bwMode="auto">
          <a:xfrm>
            <a:off x="9005888" y="3435349"/>
            <a:ext cx="1423467" cy="615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Configuration </a:t>
            </a:r>
          </a:p>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Changes</a:t>
            </a:r>
          </a:p>
        </p:txBody>
      </p:sp>
      <p:sp>
        <p:nvSpPr>
          <p:cNvPr id="63499" name="AutoShape 13"/>
          <p:cNvSpPr>
            <a:spLocks noChangeArrowheads="1"/>
          </p:cNvSpPr>
          <p:nvPr/>
        </p:nvSpPr>
        <p:spPr bwMode="auto">
          <a:xfrm>
            <a:off x="8474075" y="3556000"/>
            <a:ext cx="495300" cy="304800"/>
          </a:xfrm>
          <a:prstGeom prst="leftArrow">
            <a:avLst>
              <a:gd name="adj1" fmla="val 50000"/>
              <a:gd name="adj2" fmla="val 40625"/>
            </a:avLst>
          </a:prstGeom>
          <a:solidFill>
            <a:schemeClr val="folHlink"/>
          </a:solidFill>
          <a:ln w="12700">
            <a:solidFill>
              <a:schemeClr val="tx1"/>
            </a:solidFill>
            <a:miter lim="800000"/>
            <a:headEnd type="none" w="sm" len="sm"/>
            <a:tailEnd type="none" w="sm" len="sm"/>
          </a:ln>
        </p:spPr>
        <p:txBody>
          <a:bodyPr wrap="none" lIns="73025" tIns="36512" rIns="73025" bIns="36512"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63500" name="Rectangle 14"/>
          <p:cNvSpPr>
            <a:spLocks noChangeArrowheads="1"/>
          </p:cNvSpPr>
          <p:nvPr/>
        </p:nvSpPr>
        <p:spPr bwMode="auto">
          <a:xfrm>
            <a:off x="5689600" y="3086101"/>
            <a:ext cx="4775200" cy="1892300"/>
          </a:xfrm>
          <a:prstGeom prst="rect">
            <a:avLst/>
          </a:prstGeom>
          <a:noFill/>
          <a:ln w="254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Tree>
    <p:extLst>
      <p:ext uri="{BB962C8B-B14F-4D97-AF65-F5344CB8AC3E}">
        <p14:creationId xmlns:p14="http://schemas.microsoft.com/office/powerpoint/2010/main" val="403758242"/>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0" y="3848"/>
            <a:ext cx="10515600" cy="488277"/>
          </a:xfrm>
        </p:spPr>
        <p:txBody>
          <a:bodyPr/>
          <a:lstStyle/>
          <a:p>
            <a:pPr eaLnBrk="1" hangingPunct="1"/>
            <a:r>
              <a:rPr lang="en-US" altLang="en-US" sz="3733" dirty="0">
                <a:latin typeface="Arial" panose="020B0604020202020204" pitchFamily="34" charset="0"/>
                <a:cs typeface="Arial" panose="020B0604020202020204" pitchFamily="34" charset="0"/>
              </a:rPr>
              <a:t>Clearing Running Configuration</a:t>
            </a:r>
          </a:p>
        </p:txBody>
      </p:sp>
      <p:sp>
        <p:nvSpPr>
          <p:cNvPr id="65539" name="Text Box 3"/>
          <p:cNvSpPr txBox="1">
            <a:spLocks noChangeArrowheads="1"/>
          </p:cNvSpPr>
          <p:nvPr/>
        </p:nvSpPr>
        <p:spPr bwMode="auto">
          <a:xfrm>
            <a:off x="2309814" y="3948390"/>
            <a:ext cx="19800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ciscoasa(config)#</a:t>
            </a:r>
          </a:p>
        </p:txBody>
      </p:sp>
      <p:sp>
        <p:nvSpPr>
          <p:cNvPr id="65540" name="Text Box 4"/>
          <p:cNvSpPr txBox="1">
            <a:spLocks noChangeArrowheads="1"/>
          </p:cNvSpPr>
          <p:nvPr/>
        </p:nvSpPr>
        <p:spPr bwMode="auto">
          <a:xfrm>
            <a:off x="2309814" y="4357688"/>
            <a:ext cx="7623175" cy="400110"/>
          </a:xfrm>
          <a:prstGeom prst="rect">
            <a:avLst/>
          </a:prstGeom>
          <a:solidFill>
            <a:schemeClr val="bg1"/>
          </a:solidFill>
          <a:ln w="28575">
            <a:solidFill>
              <a:schemeClr val="tx1"/>
            </a:solidFill>
            <a:miter lim="800000"/>
            <a:headEnd/>
            <a:tailEnd/>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50000"/>
              </a:spcBef>
              <a:spcAft>
                <a:spcPct val="0"/>
              </a:spcAft>
              <a:buClr>
                <a:srgbClr val="FF9933"/>
              </a:buClr>
              <a:buFont typeface="Wingdings" panose="05000000000000000000" pitchFamily="2" charset="2"/>
              <a:buNone/>
            </a:pPr>
            <a:r>
              <a:rPr lang="en-US" altLang="en-US" sz="2000">
                <a:solidFill>
                  <a:prstClr val="black"/>
                </a:solidFill>
                <a:latin typeface="Courier New" panose="02070309020205020404" pitchFamily="49" charset="0"/>
              </a:rPr>
              <a:t>clear configure all</a:t>
            </a:r>
            <a:endParaRPr lang="en-US" altLang="en-US" sz="2000">
              <a:solidFill>
                <a:prstClr val="black"/>
              </a:solidFill>
              <a:latin typeface="Courier New" panose="02070309020205020404" pitchFamily="49" charset="0"/>
              <a:cs typeface="Times New Roman" panose="02020603050405020304" pitchFamily="18" charset="0"/>
            </a:endParaRPr>
          </a:p>
        </p:txBody>
      </p:sp>
      <p:sp>
        <p:nvSpPr>
          <p:cNvPr id="65541" name="Rectangle 5"/>
          <p:cNvSpPr>
            <a:spLocks noChangeArrowheads="1"/>
          </p:cNvSpPr>
          <p:nvPr/>
        </p:nvSpPr>
        <p:spPr bwMode="auto">
          <a:xfrm>
            <a:off x="2309813" y="4805363"/>
            <a:ext cx="6629400" cy="346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551" tIns="41275" rIns="82551" bIns="41275">
            <a:spAutoFit/>
          </a:bodyPr>
          <a:lstStyle>
            <a:lvl1pPr marL="342900" indent="-342900" defTabSz="814388">
              <a:defRPr>
                <a:solidFill>
                  <a:schemeClr val="tx1"/>
                </a:solidFill>
                <a:latin typeface="Arial" panose="020B0604020202020204" pitchFamily="34" charset="0"/>
                <a:cs typeface="Arial" panose="020B0604020202020204" pitchFamily="34" charset="0"/>
              </a:defRPr>
            </a:lvl1pPr>
            <a:lvl2pPr marL="342900" indent="-22860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fontAlgn="base">
              <a:lnSpc>
                <a:spcPct val="95000"/>
              </a:lnSpc>
              <a:spcBef>
                <a:spcPct val="35000"/>
              </a:spcBef>
              <a:spcAft>
                <a:spcPct val="0"/>
              </a:spcAft>
              <a:buClr>
                <a:srgbClr val="5B9BD5"/>
              </a:buClr>
              <a:buFont typeface="Wingdings" panose="05000000000000000000" pitchFamily="2" charset="2"/>
              <a:buNone/>
            </a:pPr>
            <a:r>
              <a:rPr lang="en-US" altLang="en-US">
                <a:solidFill>
                  <a:prstClr val="black"/>
                </a:solidFill>
                <a:cs typeface="Times New Roman" panose="02020603050405020304" pitchFamily="18" charset="0"/>
              </a:rPr>
              <a:t>Clears the running configuration</a:t>
            </a:r>
          </a:p>
        </p:txBody>
      </p:sp>
      <p:sp>
        <p:nvSpPr>
          <p:cNvPr id="65542" name="Text Box 6"/>
          <p:cNvSpPr txBox="1">
            <a:spLocks noChangeArrowheads="1"/>
          </p:cNvSpPr>
          <p:nvPr/>
        </p:nvSpPr>
        <p:spPr bwMode="auto">
          <a:xfrm>
            <a:off x="2309813" y="5592764"/>
            <a:ext cx="7689851" cy="400110"/>
          </a:xfrm>
          <a:prstGeom prst="rect">
            <a:avLst/>
          </a:prstGeom>
          <a:solidFill>
            <a:schemeClr val="bg1"/>
          </a:solidFill>
          <a:ln w="28575">
            <a:solidFill>
              <a:schemeClr val="tx1"/>
            </a:solidFill>
            <a:miter lim="800000"/>
            <a:headEnd/>
            <a:tailEnd/>
          </a:ln>
        </p:spPr>
        <p:txBody>
          <a:bodyPr>
            <a:spAutoFit/>
          </a:bodyPr>
          <a:lstStyle>
            <a:lvl1pPr marL="228600" indent="-2286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2000">
                <a:solidFill>
                  <a:prstClr val="black"/>
                </a:solidFill>
                <a:latin typeface="Courier New" panose="02070309020205020404" pitchFamily="49" charset="0"/>
              </a:rPr>
              <a:t>ciscoasa(config)# </a:t>
            </a:r>
            <a:r>
              <a:rPr lang="en-US" altLang="en-US" sz="2000">
                <a:solidFill>
                  <a:prstClr val="black"/>
                </a:solidFill>
                <a:latin typeface="Courier New" panose="02070309020205020404" pitchFamily="49" charset="0"/>
                <a:cs typeface="Times New Roman" panose="02020603050405020304" pitchFamily="18" charset="0"/>
              </a:rPr>
              <a:t>clear config all</a:t>
            </a:r>
          </a:p>
        </p:txBody>
      </p:sp>
      <p:sp>
        <p:nvSpPr>
          <p:cNvPr id="65543" name="Rectangle 7"/>
          <p:cNvSpPr>
            <a:spLocks noChangeArrowheads="1"/>
          </p:cNvSpPr>
          <p:nvPr/>
        </p:nvSpPr>
        <p:spPr bwMode="auto">
          <a:xfrm>
            <a:off x="5676900" y="2463801"/>
            <a:ext cx="1168400" cy="1257300"/>
          </a:xfrm>
          <a:prstGeom prst="rect">
            <a:avLst/>
          </a:prstGeom>
          <a:noFill/>
          <a:ln w="1905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65544" name="Rectangle 8"/>
          <p:cNvSpPr>
            <a:spLocks noChangeArrowheads="1"/>
          </p:cNvSpPr>
          <p:nvPr/>
        </p:nvSpPr>
        <p:spPr bwMode="auto">
          <a:xfrm>
            <a:off x="7264400" y="2476501"/>
            <a:ext cx="1168400" cy="1257300"/>
          </a:xfrm>
          <a:prstGeom prst="rect">
            <a:avLst/>
          </a:prstGeom>
          <a:noFill/>
          <a:ln w="1905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65545" name="Text Box 9"/>
          <p:cNvSpPr txBox="1">
            <a:spLocks noChangeArrowheads="1"/>
          </p:cNvSpPr>
          <p:nvPr/>
        </p:nvSpPr>
        <p:spPr bwMode="auto">
          <a:xfrm>
            <a:off x="3170237" y="1660526"/>
            <a:ext cx="4387851" cy="68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a:solidFill>
                  <a:prstClr val="black"/>
                </a:solidFill>
              </a:rPr>
              <a:t>Clear the running configuration:</a:t>
            </a:r>
          </a:p>
          <a:p>
            <a:pPr algn="ctr" fontAlgn="base">
              <a:spcBef>
                <a:spcPct val="20000"/>
              </a:spcBef>
              <a:spcAft>
                <a:spcPct val="0"/>
              </a:spcAft>
              <a:buClr>
                <a:srgbClr val="FF9933"/>
              </a:buClr>
              <a:buFont typeface="Wingdings" panose="05000000000000000000" pitchFamily="2" charset="2"/>
              <a:buNone/>
            </a:pPr>
            <a:r>
              <a:rPr lang="en-US" altLang="en-US">
                <a:solidFill>
                  <a:prstClr val="black"/>
                </a:solidFill>
              </a:rPr>
              <a:t>clear config all</a:t>
            </a:r>
          </a:p>
        </p:txBody>
      </p:sp>
      <p:sp>
        <p:nvSpPr>
          <p:cNvPr id="65546" name="Text Box 10"/>
          <p:cNvSpPr txBox="1">
            <a:spLocks noChangeArrowheads="1"/>
          </p:cNvSpPr>
          <p:nvPr/>
        </p:nvSpPr>
        <p:spPr bwMode="auto">
          <a:xfrm>
            <a:off x="7318333" y="2484439"/>
            <a:ext cx="993862" cy="1347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a:solidFill>
                  <a:prstClr val="black"/>
                </a:solidFill>
              </a:rPr>
              <a:t>running-</a:t>
            </a:r>
          </a:p>
          <a:p>
            <a:pPr algn="ctr" fontAlgn="base">
              <a:spcBef>
                <a:spcPct val="20000"/>
              </a:spcBef>
              <a:spcAft>
                <a:spcPct val="0"/>
              </a:spcAft>
              <a:buClr>
                <a:srgbClr val="FF9933"/>
              </a:buClr>
              <a:buFont typeface="Wingdings" panose="05000000000000000000" pitchFamily="2" charset="2"/>
              <a:buNone/>
            </a:pPr>
            <a:r>
              <a:rPr lang="en-US" altLang="en-US">
                <a:solidFill>
                  <a:prstClr val="black"/>
                </a:solidFill>
              </a:rPr>
              <a:t>config</a:t>
            </a:r>
          </a:p>
          <a:p>
            <a:pPr algn="ctr" fontAlgn="base">
              <a:spcBef>
                <a:spcPct val="20000"/>
              </a:spcBef>
              <a:spcAft>
                <a:spcPct val="0"/>
              </a:spcAft>
              <a:buClr>
                <a:srgbClr val="FF9933"/>
              </a:buClr>
              <a:buFont typeface="Wingdings" panose="05000000000000000000" pitchFamily="2" charset="2"/>
              <a:buNone/>
            </a:pPr>
            <a:endParaRPr lang="en-US" altLang="en-US">
              <a:solidFill>
                <a:prstClr val="black"/>
              </a:solidFill>
            </a:endParaRPr>
          </a:p>
          <a:p>
            <a:pPr algn="ctr" fontAlgn="base">
              <a:spcBef>
                <a:spcPct val="20000"/>
              </a:spcBef>
              <a:spcAft>
                <a:spcPct val="0"/>
              </a:spcAft>
              <a:buClr>
                <a:srgbClr val="FF9933"/>
              </a:buClr>
              <a:buFont typeface="Wingdings" panose="05000000000000000000" pitchFamily="2" charset="2"/>
              <a:buNone/>
            </a:pPr>
            <a:r>
              <a:rPr lang="en-US" altLang="en-US">
                <a:solidFill>
                  <a:prstClr val="black"/>
                </a:solidFill>
              </a:rPr>
              <a:t>(default)</a:t>
            </a:r>
          </a:p>
        </p:txBody>
      </p:sp>
      <p:sp>
        <p:nvSpPr>
          <p:cNvPr id="65547" name="Text Box 11"/>
          <p:cNvSpPr txBox="1">
            <a:spLocks noChangeArrowheads="1"/>
          </p:cNvSpPr>
          <p:nvPr/>
        </p:nvSpPr>
        <p:spPr bwMode="auto">
          <a:xfrm>
            <a:off x="5705742" y="2471740"/>
            <a:ext cx="929742" cy="1015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a:solidFill>
                  <a:prstClr val="black"/>
                </a:solidFill>
              </a:rPr>
              <a:t>startup-</a:t>
            </a:r>
          </a:p>
          <a:p>
            <a:pPr algn="ctr" fontAlgn="base">
              <a:spcBef>
                <a:spcPct val="20000"/>
              </a:spcBef>
              <a:spcAft>
                <a:spcPct val="0"/>
              </a:spcAft>
              <a:buClr>
                <a:srgbClr val="FF9933"/>
              </a:buClr>
              <a:buFont typeface="Wingdings" panose="05000000000000000000" pitchFamily="2" charset="2"/>
              <a:buNone/>
            </a:pPr>
            <a:r>
              <a:rPr lang="en-US" altLang="en-US">
                <a:solidFill>
                  <a:prstClr val="black"/>
                </a:solidFill>
              </a:rPr>
              <a:t>config</a:t>
            </a:r>
          </a:p>
          <a:p>
            <a:pPr algn="ctr" fontAlgn="base">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65548" name="Line 12"/>
          <p:cNvSpPr>
            <a:spLocks noChangeShapeType="1"/>
          </p:cNvSpPr>
          <p:nvPr/>
        </p:nvSpPr>
        <p:spPr bwMode="auto">
          <a:xfrm>
            <a:off x="6162677" y="2133601"/>
            <a:ext cx="1063625" cy="41910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lIns="73025" tIns="36512" rIns="73025" bIns="36512"/>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207064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title"/>
          </p:nvPr>
        </p:nvSpPr>
        <p:spPr>
          <a:xfrm>
            <a:off x="0" y="-9270"/>
            <a:ext cx="10515600" cy="501395"/>
          </a:xfrm>
        </p:spPr>
        <p:txBody>
          <a:bodyPr/>
          <a:lstStyle/>
          <a:p>
            <a:pPr eaLnBrk="1" hangingPunct="1"/>
            <a:r>
              <a:rPr lang="en-US" altLang="en-US" sz="3733" dirty="0">
                <a:latin typeface="Arial" panose="020B0604020202020204" pitchFamily="34" charset="0"/>
                <a:cs typeface="Arial" panose="020B0604020202020204" pitchFamily="34" charset="0"/>
              </a:rPr>
              <a:t>Clearing Startup Configuration</a:t>
            </a:r>
          </a:p>
        </p:txBody>
      </p:sp>
      <p:sp>
        <p:nvSpPr>
          <p:cNvPr id="67587" name="Text Box 3"/>
          <p:cNvSpPr txBox="1">
            <a:spLocks noChangeArrowheads="1"/>
          </p:cNvSpPr>
          <p:nvPr/>
        </p:nvSpPr>
        <p:spPr bwMode="auto">
          <a:xfrm>
            <a:off x="2238376" y="3945215"/>
            <a:ext cx="12105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ciscoasa#</a:t>
            </a:r>
          </a:p>
        </p:txBody>
      </p:sp>
      <p:sp>
        <p:nvSpPr>
          <p:cNvPr id="67588" name="Text Box 4"/>
          <p:cNvSpPr txBox="1">
            <a:spLocks noChangeArrowheads="1"/>
          </p:cNvSpPr>
          <p:nvPr/>
        </p:nvSpPr>
        <p:spPr bwMode="auto">
          <a:xfrm>
            <a:off x="2238376" y="4357688"/>
            <a:ext cx="7559675" cy="400110"/>
          </a:xfrm>
          <a:prstGeom prst="rect">
            <a:avLst/>
          </a:prstGeom>
          <a:solidFill>
            <a:schemeClr val="bg1"/>
          </a:solidFill>
          <a:ln w="28575">
            <a:solidFill>
              <a:schemeClr val="tx1"/>
            </a:solidFill>
            <a:miter lim="800000"/>
            <a:headEnd/>
            <a:tailEnd/>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50000"/>
              </a:spcBef>
              <a:spcAft>
                <a:spcPct val="0"/>
              </a:spcAft>
              <a:buClr>
                <a:srgbClr val="FF9933"/>
              </a:buClr>
              <a:buFont typeface="Wingdings" panose="05000000000000000000" pitchFamily="2" charset="2"/>
              <a:buNone/>
            </a:pPr>
            <a:r>
              <a:rPr lang="en-US" altLang="en-US" sz="2000">
                <a:solidFill>
                  <a:prstClr val="black"/>
                </a:solidFill>
                <a:latin typeface="Courier New" panose="02070309020205020404" pitchFamily="49" charset="0"/>
              </a:rPr>
              <a:t>write erase</a:t>
            </a:r>
            <a:endParaRPr lang="en-US" altLang="en-US" sz="2000">
              <a:solidFill>
                <a:prstClr val="black"/>
              </a:solidFill>
              <a:latin typeface="Courier New" panose="02070309020205020404" pitchFamily="49" charset="0"/>
              <a:cs typeface="Times New Roman" panose="02020603050405020304" pitchFamily="18" charset="0"/>
            </a:endParaRPr>
          </a:p>
        </p:txBody>
      </p:sp>
      <p:sp>
        <p:nvSpPr>
          <p:cNvPr id="67589" name="Rectangle 5"/>
          <p:cNvSpPr>
            <a:spLocks noChangeArrowheads="1"/>
          </p:cNvSpPr>
          <p:nvPr/>
        </p:nvSpPr>
        <p:spPr bwMode="auto">
          <a:xfrm>
            <a:off x="2238375" y="4824414"/>
            <a:ext cx="6629400" cy="3465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551" tIns="41275" rIns="82551" bIns="41275">
            <a:spAutoFit/>
          </a:bodyPr>
          <a:lstStyle>
            <a:lvl1pPr marL="342900" indent="-342900" defTabSz="814388">
              <a:defRPr>
                <a:solidFill>
                  <a:schemeClr val="tx1"/>
                </a:solidFill>
                <a:latin typeface="Arial" panose="020B0604020202020204" pitchFamily="34" charset="0"/>
                <a:cs typeface="Arial" panose="020B0604020202020204" pitchFamily="34" charset="0"/>
              </a:defRPr>
            </a:lvl1pPr>
            <a:lvl2pPr marL="342900" indent="-22860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fontAlgn="base">
              <a:lnSpc>
                <a:spcPct val="95000"/>
              </a:lnSpc>
              <a:spcBef>
                <a:spcPct val="35000"/>
              </a:spcBef>
              <a:spcAft>
                <a:spcPct val="0"/>
              </a:spcAft>
              <a:buClr>
                <a:srgbClr val="5B9BD5"/>
              </a:buClr>
              <a:buFont typeface="Wingdings" panose="05000000000000000000" pitchFamily="2" charset="2"/>
              <a:buNone/>
            </a:pPr>
            <a:r>
              <a:rPr lang="en-US" altLang="en-US">
                <a:solidFill>
                  <a:prstClr val="black"/>
                </a:solidFill>
                <a:cs typeface="Times New Roman" panose="02020603050405020304" pitchFamily="18" charset="0"/>
              </a:rPr>
              <a:t>Clears the startup configuration</a:t>
            </a:r>
          </a:p>
        </p:txBody>
      </p:sp>
      <p:sp>
        <p:nvSpPr>
          <p:cNvPr id="67590" name="Text Box 6"/>
          <p:cNvSpPr txBox="1">
            <a:spLocks noChangeArrowheads="1"/>
          </p:cNvSpPr>
          <p:nvPr/>
        </p:nvSpPr>
        <p:spPr bwMode="auto">
          <a:xfrm>
            <a:off x="2238375" y="5592764"/>
            <a:ext cx="7626351" cy="400110"/>
          </a:xfrm>
          <a:prstGeom prst="rect">
            <a:avLst/>
          </a:prstGeom>
          <a:solidFill>
            <a:schemeClr val="bg1"/>
          </a:solidFill>
          <a:ln w="28575">
            <a:solidFill>
              <a:schemeClr val="tx1"/>
            </a:solidFill>
            <a:miter lim="800000"/>
            <a:headEnd/>
            <a:tailEnd/>
          </a:ln>
        </p:spPr>
        <p:txBody>
          <a:bodyPr>
            <a:spAutoFit/>
          </a:bodyPr>
          <a:lstStyle>
            <a:lvl1pPr marL="228600" indent="-2286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2000">
                <a:solidFill>
                  <a:prstClr val="black"/>
                </a:solidFill>
                <a:latin typeface="Courier New" panose="02070309020205020404" pitchFamily="49" charset="0"/>
              </a:rPr>
              <a:t>ciscoasa# </a:t>
            </a:r>
            <a:r>
              <a:rPr lang="en-US" altLang="en-US" sz="2000">
                <a:solidFill>
                  <a:prstClr val="black"/>
                </a:solidFill>
                <a:latin typeface="Courier New" panose="02070309020205020404" pitchFamily="49" charset="0"/>
                <a:cs typeface="Times New Roman" panose="02020603050405020304" pitchFamily="18" charset="0"/>
              </a:rPr>
              <a:t>write erase</a:t>
            </a:r>
          </a:p>
        </p:txBody>
      </p:sp>
      <p:sp>
        <p:nvSpPr>
          <p:cNvPr id="67591" name="Rectangle 7"/>
          <p:cNvSpPr>
            <a:spLocks noChangeArrowheads="1"/>
          </p:cNvSpPr>
          <p:nvPr/>
        </p:nvSpPr>
        <p:spPr bwMode="auto">
          <a:xfrm>
            <a:off x="6235700" y="2463801"/>
            <a:ext cx="1168400" cy="1257300"/>
          </a:xfrm>
          <a:prstGeom prst="rect">
            <a:avLst/>
          </a:prstGeom>
          <a:noFill/>
          <a:ln w="1905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67592" name="Rectangle 8"/>
          <p:cNvSpPr>
            <a:spLocks noChangeArrowheads="1"/>
          </p:cNvSpPr>
          <p:nvPr/>
        </p:nvSpPr>
        <p:spPr bwMode="auto">
          <a:xfrm>
            <a:off x="7823200" y="2476501"/>
            <a:ext cx="1168400" cy="1257300"/>
          </a:xfrm>
          <a:prstGeom prst="rect">
            <a:avLst/>
          </a:prstGeom>
          <a:noFill/>
          <a:ln w="1905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67593" name="Text Box 9"/>
          <p:cNvSpPr txBox="1">
            <a:spLocks noChangeArrowheads="1"/>
          </p:cNvSpPr>
          <p:nvPr/>
        </p:nvSpPr>
        <p:spPr bwMode="auto">
          <a:xfrm>
            <a:off x="2185988" y="1660525"/>
            <a:ext cx="4387851" cy="68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a:solidFill>
                  <a:prstClr val="black"/>
                </a:solidFill>
              </a:rPr>
              <a:t>Clear the startup configuration:</a:t>
            </a:r>
          </a:p>
          <a:p>
            <a:pPr algn="ctr" fontAlgn="base">
              <a:spcBef>
                <a:spcPct val="20000"/>
              </a:spcBef>
              <a:spcAft>
                <a:spcPct val="0"/>
              </a:spcAft>
              <a:buClr>
                <a:srgbClr val="FF9933"/>
              </a:buClr>
              <a:buFont typeface="Wingdings" panose="05000000000000000000" pitchFamily="2" charset="2"/>
              <a:buNone/>
            </a:pPr>
            <a:r>
              <a:rPr lang="en-US" altLang="en-US">
                <a:solidFill>
                  <a:prstClr val="black"/>
                </a:solidFill>
              </a:rPr>
              <a:t>write erase</a:t>
            </a:r>
          </a:p>
        </p:txBody>
      </p:sp>
      <p:sp>
        <p:nvSpPr>
          <p:cNvPr id="67594" name="Text Box 10"/>
          <p:cNvSpPr txBox="1">
            <a:spLocks noChangeArrowheads="1"/>
          </p:cNvSpPr>
          <p:nvPr/>
        </p:nvSpPr>
        <p:spPr bwMode="auto">
          <a:xfrm>
            <a:off x="7877133" y="2484439"/>
            <a:ext cx="993862" cy="68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a:solidFill>
                  <a:prstClr val="black"/>
                </a:solidFill>
              </a:rPr>
              <a:t>running-</a:t>
            </a:r>
          </a:p>
          <a:p>
            <a:pPr algn="ctr" fontAlgn="base">
              <a:spcBef>
                <a:spcPct val="20000"/>
              </a:spcBef>
              <a:spcAft>
                <a:spcPct val="0"/>
              </a:spcAft>
              <a:buClr>
                <a:srgbClr val="FF9933"/>
              </a:buClr>
              <a:buFont typeface="Wingdings" panose="05000000000000000000" pitchFamily="2" charset="2"/>
              <a:buNone/>
            </a:pPr>
            <a:r>
              <a:rPr lang="en-US" altLang="en-US">
                <a:solidFill>
                  <a:prstClr val="black"/>
                </a:solidFill>
              </a:rPr>
              <a:t>config</a:t>
            </a:r>
          </a:p>
        </p:txBody>
      </p:sp>
      <p:sp>
        <p:nvSpPr>
          <p:cNvPr id="67595" name="Text Box 11"/>
          <p:cNvSpPr txBox="1">
            <a:spLocks noChangeArrowheads="1"/>
          </p:cNvSpPr>
          <p:nvPr/>
        </p:nvSpPr>
        <p:spPr bwMode="auto">
          <a:xfrm>
            <a:off x="6264233" y="2471740"/>
            <a:ext cx="993862" cy="1015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a:solidFill>
                  <a:prstClr val="black"/>
                </a:solidFill>
              </a:rPr>
              <a:t>startup-</a:t>
            </a:r>
          </a:p>
          <a:p>
            <a:pPr algn="ctr" fontAlgn="base">
              <a:spcBef>
                <a:spcPct val="20000"/>
              </a:spcBef>
              <a:spcAft>
                <a:spcPct val="0"/>
              </a:spcAft>
              <a:buClr>
                <a:srgbClr val="FF9933"/>
              </a:buClr>
              <a:buFont typeface="Wingdings" panose="05000000000000000000" pitchFamily="2" charset="2"/>
              <a:buNone/>
            </a:pPr>
            <a:r>
              <a:rPr lang="en-US" altLang="en-US">
                <a:solidFill>
                  <a:prstClr val="black"/>
                </a:solidFill>
              </a:rPr>
              <a:t>config</a:t>
            </a:r>
          </a:p>
          <a:p>
            <a:pPr algn="ctr" fontAlgn="base">
              <a:spcBef>
                <a:spcPct val="20000"/>
              </a:spcBef>
              <a:spcAft>
                <a:spcPct val="0"/>
              </a:spcAft>
              <a:buClr>
                <a:srgbClr val="FF9933"/>
              </a:buClr>
              <a:buFont typeface="Wingdings" panose="05000000000000000000" pitchFamily="2" charset="2"/>
              <a:buNone/>
            </a:pPr>
            <a:r>
              <a:rPr lang="en-US" altLang="en-US">
                <a:solidFill>
                  <a:prstClr val="black"/>
                </a:solidFill>
              </a:rPr>
              <a:t>(default)</a:t>
            </a:r>
          </a:p>
        </p:txBody>
      </p:sp>
      <p:sp>
        <p:nvSpPr>
          <p:cNvPr id="67596" name="Line 12"/>
          <p:cNvSpPr>
            <a:spLocks noChangeShapeType="1"/>
          </p:cNvSpPr>
          <p:nvPr/>
        </p:nvSpPr>
        <p:spPr bwMode="auto">
          <a:xfrm>
            <a:off x="5178426" y="2133601"/>
            <a:ext cx="1063625" cy="41910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lIns="73025" tIns="36512" rIns="73025" bIns="36512"/>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339810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p:cNvSpPr>
            <a:spLocks noGrp="1" noChangeArrowheads="1"/>
          </p:cNvSpPr>
          <p:nvPr>
            <p:ph type="title"/>
          </p:nvPr>
        </p:nvSpPr>
        <p:spPr>
          <a:xfrm>
            <a:off x="16812" y="0"/>
            <a:ext cx="10515600" cy="787400"/>
          </a:xfrm>
        </p:spPr>
        <p:txBody>
          <a:bodyPr/>
          <a:lstStyle/>
          <a:p>
            <a:pPr eaLnBrk="1" hangingPunct="1"/>
            <a:r>
              <a:rPr lang="en-US" altLang="en-US" sz="3733" dirty="0">
                <a:latin typeface="Arial" panose="020B0604020202020204" pitchFamily="34" charset="0"/>
                <a:cs typeface="Arial" panose="020B0604020202020204" pitchFamily="34" charset="0"/>
              </a:rPr>
              <a:t>Reload the Configuration: reload Command</a:t>
            </a:r>
          </a:p>
        </p:txBody>
      </p:sp>
      <p:sp>
        <p:nvSpPr>
          <p:cNvPr id="69635" name="Rectangle 3"/>
          <p:cNvSpPr>
            <a:spLocks noGrp="1" noChangeArrowheads="1"/>
          </p:cNvSpPr>
          <p:nvPr>
            <p:ph idx="1"/>
          </p:nvPr>
        </p:nvSpPr>
        <p:spPr>
          <a:xfrm>
            <a:off x="2146301" y="2928939"/>
            <a:ext cx="8623300" cy="638175"/>
          </a:xfrm>
        </p:spPr>
        <p:txBody>
          <a:bodyPr/>
          <a:lstStyle/>
          <a:p>
            <a:pPr lvl="1" eaLnBrk="1" hangingPunct="1">
              <a:buFont typeface="Wingdings" panose="05000000000000000000" pitchFamily="2" charset="2"/>
              <a:buNone/>
            </a:pPr>
            <a:r>
              <a:rPr lang="en-US" altLang="en-US" dirty="0"/>
              <a:t>Reboots the security appliance and reloads the configuration</a:t>
            </a:r>
          </a:p>
          <a:p>
            <a:pPr lvl="1" eaLnBrk="1" hangingPunct="1">
              <a:buFont typeface="Wingdings" panose="05000000000000000000" pitchFamily="2" charset="2"/>
              <a:buNone/>
            </a:pPr>
            <a:r>
              <a:rPr lang="en-US" altLang="en-US" dirty="0"/>
              <a:t>Allows scheduled reboots</a:t>
            </a:r>
          </a:p>
        </p:txBody>
      </p:sp>
      <p:sp>
        <p:nvSpPr>
          <p:cNvPr id="69636" name="Text Box 4"/>
          <p:cNvSpPr txBox="1">
            <a:spLocks noChangeArrowheads="1"/>
          </p:cNvSpPr>
          <p:nvPr/>
        </p:nvSpPr>
        <p:spPr bwMode="auto">
          <a:xfrm>
            <a:off x="2238375" y="4429126"/>
            <a:ext cx="7848600" cy="1323439"/>
          </a:xfrm>
          <a:prstGeom prst="rect">
            <a:avLst/>
          </a:prstGeom>
          <a:solidFill>
            <a:schemeClr val="bg1"/>
          </a:solidFill>
          <a:ln w="28575">
            <a:solidFill>
              <a:schemeClr val="tx1"/>
            </a:solidFill>
            <a:miter lim="800000"/>
            <a:headEnd/>
            <a:tailEnd/>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50000"/>
              </a:spcBef>
              <a:spcAft>
                <a:spcPct val="0"/>
              </a:spcAft>
              <a:buClr>
                <a:srgbClr val="FF9933"/>
              </a:buClr>
              <a:buFont typeface="Wingdings" panose="05000000000000000000" pitchFamily="2" charset="2"/>
              <a:buNone/>
            </a:pPr>
            <a:r>
              <a:rPr lang="en-US" altLang="en-US" sz="2000">
                <a:solidFill>
                  <a:prstClr val="black"/>
                </a:solidFill>
                <a:latin typeface="Courier New" panose="02070309020205020404" pitchFamily="49" charset="0"/>
              </a:rPr>
              <a:t>ciscoasa# reload</a:t>
            </a:r>
          </a:p>
          <a:p>
            <a:pPr fontAlgn="base">
              <a:spcBef>
                <a:spcPct val="50000"/>
              </a:spcBef>
              <a:spcAft>
                <a:spcPct val="0"/>
              </a:spcAft>
              <a:buClr>
                <a:srgbClr val="FF9933"/>
              </a:buClr>
              <a:buFont typeface="Wingdings" panose="05000000000000000000" pitchFamily="2" charset="2"/>
              <a:buNone/>
            </a:pPr>
            <a:r>
              <a:rPr lang="en-US" altLang="en-US" sz="2000">
                <a:solidFill>
                  <a:prstClr val="black"/>
                </a:solidFill>
                <a:latin typeface="Courier New" panose="02070309020205020404" pitchFamily="49" charset="0"/>
              </a:rPr>
              <a:t>Proceed with reload?[confirm] y </a:t>
            </a:r>
          </a:p>
          <a:p>
            <a:pPr fontAlgn="base">
              <a:spcBef>
                <a:spcPct val="50000"/>
              </a:spcBef>
              <a:spcAft>
                <a:spcPct val="0"/>
              </a:spcAft>
              <a:buClr>
                <a:srgbClr val="FF9933"/>
              </a:buClr>
              <a:buFont typeface="Wingdings" panose="05000000000000000000" pitchFamily="2" charset="2"/>
              <a:buNone/>
            </a:pPr>
            <a:r>
              <a:rPr lang="en-US" altLang="en-US" sz="2000">
                <a:solidFill>
                  <a:prstClr val="black"/>
                </a:solidFill>
                <a:latin typeface="Courier New" panose="02070309020205020404" pitchFamily="49" charset="0"/>
              </a:rPr>
              <a:t>Rebooting... </a:t>
            </a:r>
          </a:p>
        </p:txBody>
      </p:sp>
      <p:sp>
        <p:nvSpPr>
          <p:cNvPr id="69637" name="Text Box 5"/>
          <p:cNvSpPr txBox="1">
            <a:spLocks noChangeArrowheads="1"/>
          </p:cNvSpPr>
          <p:nvPr/>
        </p:nvSpPr>
        <p:spPr bwMode="auto">
          <a:xfrm>
            <a:off x="2146301" y="1960565"/>
            <a:ext cx="7748588" cy="923330"/>
          </a:xfrm>
          <a:prstGeom prst="rect">
            <a:avLst/>
          </a:prstGeom>
          <a:solidFill>
            <a:schemeClr val="bg1"/>
          </a:solidFill>
          <a:ln w="28575">
            <a:solidFill>
              <a:schemeClr val="tx1"/>
            </a:solidFill>
            <a:miter lim="800000"/>
            <a:headEnd/>
            <a:tailEnd/>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r>
              <a:rPr lang="en-US" altLang="en-US" sz="2000">
                <a:solidFill>
                  <a:prstClr val="black"/>
                </a:solidFill>
                <a:latin typeface="Courier New" panose="02070309020205020404" pitchFamily="49" charset="0"/>
              </a:rPr>
              <a:t>reload [at </a:t>
            </a:r>
            <a:r>
              <a:rPr lang="en-US" altLang="en-US" sz="2000" i="1">
                <a:solidFill>
                  <a:prstClr val="black"/>
                </a:solidFill>
                <a:latin typeface="Courier New" panose="02070309020205020404" pitchFamily="49" charset="0"/>
              </a:rPr>
              <a:t>hh</a:t>
            </a:r>
            <a:r>
              <a:rPr lang="en-US" altLang="en-US" sz="2000">
                <a:solidFill>
                  <a:prstClr val="black"/>
                </a:solidFill>
                <a:latin typeface="Courier New" panose="02070309020205020404" pitchFamily="49" charset="0"/>
              </a:rPr>
              <a:t>:</a:t>
            </a:r>
            <a:r>
              <a:rPr lang="en-US" altLang="en-US" sz="2000" i="1">
                <a:solidFill>
                  <a:prstClr val="black"/>
                </a:solidFill>
                <a:latin typeface="Courier New" panose="02070309020205020404" pitchFamily="49" charset="0"/>
              </a:rPr>
              <a:t>mm</a:t>
            </a:r>
            <a:r>
              <a:rPr lang="en-US" altLang="en-US" sz="2000">
                <a:solidFill>
                  <a:prstClr val="black"/>
                </a:solidFill>
                <a:latin typeface="Courier New" panose="02070309020205020404" pitchFamily="49" charset="0"/>
              </a:rPr>
              <a:t> [</a:t>
            </a:r>
            <a:r>
              <a:rPr lang="en-US" altLang="en-US" sz="2000" i="1">
                <a:solidFill>
                  <a:prstClr val="black"/>
                </a:solidFill>
                <a:latin typeface="Courier New" panose="02070309020205020404" pitchFamily="49" charset="0"/>
              </a:rPr>
              <a:t>month day</a:t>
            </a:r>
            <a:r>
              <a:rPr lang="en-US" altLang="en-US" sz="2000">
                <a:solidFill>
                  <a:prstClr val="black"/>
                </a:solidFill>
                <a:latin typeface="Courier New" panose="02070309020205020404" pitchFamily="49" charset="0"/>
              </a:rPr>
              <a:t> | </a:t>
            </a:r>
            <a:r>
              <a:rPr lang="en-US" altLang="en-US" sz="2000" i="1">
                <a:solidFill>
                  <a:prstClr val="black"/>
                </a:solidFill>
                <a:latin typeface="Courier New" panose="02070309020205020404" pitchFamily="49" charset="0"/>
              </a:rPr>
              <a:t>day month</a:t>
            </a:r>
            <a:r>
              <a:rPr lang="en-US" altLang="en-US" sz="2000">
                <a:solidFill>
                  <a:prstClr val="black"/>
                </a:solidFill>
                <a:latin typeface="Courier New" panose="02070309020205020404" pitchFamily="49" charset="0"/>
              </a:rPr>
              <a:t>]] [cancel] [in [</a:t>
            </a:r>
            <a:r>
              <a:rPr lang="en-US" altLang="en-US" sz="2000" i="1">
                <a:solidFill>
                  <a:prstClr val="black"/>
                </a:solidFill>
                <a:latin typeface="Courier New" panose="02070309020205020404" pitchFamily="49" charset="0"/>
              </a:rPr>
              <a:t>hh</a:t>
            </a:r>
            <a:r>
              <a:rPr lang="en-US" altLang="en-US" sz="2000">
                <a:solidFill>
                  <a:prstClr val="black"/>
                </a:solidFill>
                <a:latin typeface="Courier New" panose="02070309020205020404" pitchFamily="49" charset="0"/>
              </a:rPr>
              <a:t>:]</a:t>
            </a:r>
            <a:r>
              <a:rPr lang="en-US" altLang="en-US" sz="2000" i="1">
                <a:solidFill>
                  <a:prstClr val="black"/>
                </a:solidFill>
                <a:latin typeface="Courier New" panose="02070309020205020404" pitchFamily="49" charset="0"/>
              </a:rPr>
              <a:t>mm</a:t>
            </a:r>
            <a:r>
              <a:rPr lang="en-US" altLang="en-US" sz="2000">
                <a:solidFill>
                  <a:prstClr val="black"/>
                </a:solidFill>
                <a:latin typeface="Courier New" panose="02070309020205020404" pitchFamily="49" charset="0"/>
              </a:rPr>
              <a:t>] [max-hold-time [</a:t>
            </a:r>
            <a:r>
              <a:rPr lang="en-US" altLang="en-US" sz="2000" i="1">
                <a:solidFill>
                  <a:prstClr val="black"/>
                </a:solidFill>
                <a:latin typeface="Courier New" panose="02070309020205020404" pitchFamily="49" charset="0"/>
              </a:rPr>
              <a:t>hh</a:t>
            </a:r>
            <a:r>
              <a:rPr lang="en-US" altLang="en-US" sz="2000">
                <a:solidFill>
                  <a:prstClr val="black"/>
                </a:solidFill>
                <a:latin typeface="Courier New" panose="02070309020205020404" pitchFamily="49" charset="0"/>
              </a:rPr>
              <a:t>:]</a:t>
            </a:r>
            <a:r>
              <a:rPr lang="en-US" altLang="en-US" sz="2000" i="1">
                <a:solidFill>
                  <a:prstClr val="black"/>
                </a:solidFill>
                <a:latin typeface="Courier New" panose="02070309020205020404" pitchFamily="49" charset="0"/>
              </a:rPr>
              <a:t>mm</a:t>
            </a:r>
            <a:r>
              <a:rPr lang="en-US" altLang="en-US" sz="2000">
                <a:solidFill>
                  <a:prstClr val="black"/>
                </a:solidFill>
                <a:latin typeface="Courier New" panose="02070309020205020404" pitchFamily="49" charset="0"/>
              </a:rPr>
              <a:t>] [noconfirm] [quick] [reason </a:t>
            </a:r>
            <a:r>
              <a:rPr lang="en-US" altLang="en-US" sz="2000" i="1">
                <a:solidFill>
                  <a:prstClr val="black"/>
                </a:solidFill>
                <a:latin typeface="Courier New" panose="02070309020205020404" pitchFamily="49" charset="0"/>
              </a:rPr>
              <a:t>text</a:t>
            </a:r>
            <a:r>
              <a:rPr lang="en-US" altLang="en-US" sz="2000">
                <a:solidFill>
                  <a:prstClr val="black"/>
                </a:solidFill>
                <a:latin typeface="Courier New" panose="02070309020205020404" pitchFamily="49" charset="0"/>
              </a:rPr>
              <a:t>] [save-config]</a:t>
            </a:r>
          </a:p>
        </p:txBody>
      </p:sp>
      <p:sp>
        <p:nvSpPr>
          <p:cNvPr id="69638" name="Text Box 6"/>
          <p:cNvSpPr txBox="1">
            <a:spLocks noChangeArrowheads="1"/>
          </p:cNvSpPr>
          <p:nvPr/>
        </p:nvSpPr>
        <p:spPr bwMode="auto">
          <a:xfrm>
            <a:off x="2146300" y="1554440"/>
            <a:ext cx="25034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ciscoasa#</a:t>
            </a:r>
          </a:p>
        </p:txBody>
      </p:sp>
    </p:spTree>
    <p:extLst>
      <p:ext uri="{BB962C8B-B14F-4D97-AF65-F5344CB8AC3E}">
        <p14:creationId xmlns:p14="http://schemas.microsoft.com/office/powerpoint/2010/main" val="2034037731"/>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a:xfrm>
            <a:off x="26988" y="15877"/>
            <a:ext cx="10515600" cy="630236"/>
          </a:xfrm>
        </p:spPr>
        <p:txBody>
          <a:bodyPr/>
          <a:lstStyle/>
          <a:p>
            <a:pPr eaLnBrk="1" hangingPunct="1"/>
            <a:r>
              <a:rPr lang="en-US" altLang="en-US" sz="3733" dirty="0">
                <a:latin typeface="Arial" panose="020B0604020202020204" pitchFamily="34" charset="0"/>
                <a:cs typeface="Arial" panose="020B0604020202020204" pitchFamily="34" charset="0"/>
              </a:rPr>
              <a:t>File System</a:t>
            </a:r>
          </a:p>
        </p:txBody>
      </p:sp>
      <p:sp>
        <p:nvSpPr>
          <p:cNvPr id="71683" name="Text Box 6"/>
          <p:cNvSpPr txBox="1">
            <a:spLocks noChangeArrowheads="1"/>
          </p:cNvSpPr>
          <p:nvPr/>
        </p:nvSpPr>
        <p:spPr bwMode="auto">
          <a:xfrm>
            <a:off x="4595498" y="2643189"/>
            <a:ext cx="2211703" cy="646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squar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dirty="0">
                <a:solidFill>
                  <a:prstClr val="black"/>
                </a:solidFill>
              </a:rPr>
              <a:t>Release 7.0</a:t>
            </a:r>
          </a:p>
          <a:p>
            <a:pPr algn="ctr" fontAlgn="base">
              <a:spcBef>
                <a:spcPct val="20000"/>
              </a:spcBef>
              <a:spcAft>
                <a:spcPct val="0"/>
              </a:spcAft>
              <a:buClr>
                <a:srgbClr val="FF9933"/>
              </a:buClr>
              <a:buFont typeface="Wingdings" panose="05000000000000000000" pitchFamily="2" charset="2"/>
              <a:buNone/>
            </a:pPr>
            <a:r>
              <a:rPr lang="en-US" altLang="en-US" sz="1600" dirty="0">
                <a:solidFill>
                  <a:prstClr val="black"/>
                </a:solidFill>
              </a:rPr>
              <a:t>and later</a:t>
            </a:r>
          </a:p>
        </p:txBody>
      </p:sp>
      <p:sp>
        <p:nvSpPr>
          <p:cNvPr id="71684" name="Rectangle 7"/>
          <p:cNvSpPr>
            <a:spLocks noChangeArrowheads="1"/>
          </p:cNvSpPr>
          <p:nvPr/>
        </p:nvSpPr>
        <p:spPr bwMode="auto">
          <a:xfrm>
            <a:off x="4524377" y="3286126"/>
            <a:ext cx="2576513" cy="2689225"/>
          </a:xfrm>
          <a:prstGeom prst="rect">
            <a:avLst/>
          </a:prstGeom>
          <a:noFill/>
          <a:ln w="1905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Char char="v"/>
            </a:pPr>
            <a:endParaRPr lang="en-US" altLang="en-US">
              <a:solidFill>
                <a:prstClr val="black"/>
              </a:solidFill>
            </a:endParaRPr>
          </a:p>
        </p:txBody>
      </p:sp>
      <p:sp>
        <p:nvSpPr>
          <p:cNvPr id="71685" name="Text Box 8"/>
          <p:cNvSpPr txBox="1">
            <a:spLocks noChangeArrowheads="1"/>
          </p:cNvSpPr>
          <p:nvPr/>
        </p:nvSpPr>
        <p:spPr bwMode="auto">
          <a:xfrm>
            <a:off x="4595814" y="3429001"/>
            <a:ext cx="2857500" cy="2289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lIns="73025" tIns="36512" rIns="73025" bIns="36512">
            <a:spAutoFit/>
          </a:bodyPr>
          <a:lstStyle>
            <a:lvl1pPr marL="342900" indent="-342900" defTabSz="115888">
              <a:defRPr>
                <a:solidFill>
                  <a:schemeClr val="tx1"/>
                </a:solidFill>
                <a:latin typeface="Arial" panose="020B0604020202020204" pitchFamily="34" charset="0"/>
                <a:cs typeface="Arial" panose="020B0604020202020204" pitchFamily="34" charset="0"/>
              </a:defRPr>
            </a:lvl1pPr>
            <a:lvl2pPr marL="342900" indent="-228600" defTabSz="115888">
              <a:defRPr>
                <a:solidFill>
                  <a:schemeClr val="tx1"/>
                </a:solidFill>
                <a:latin typeface="Arial" panose="020B0604020202020204" pitchFamily="34" charset="0"/>
                <a:cs typeface="Arial" panose="020B0604020202020204" pitchFamily="34" charset="0"/>
              </a:defRPr>
            </a:lvl2pPr>
            <a:lvl3pPr marL="1143000" indent="-228600" defTabSz="115888">
              <a:defRPr>
                <a:solidFill>
                  <a:schemeClr val="tx1"/>
                </a:solidFill>
                <a:latin typeface="Arial" panose="020B0604020202020204" pitchFamily="34" charset="0"/>
                <a:cs typeface="Arial" panose="020B0604020202020204" pitchFamily="34" charset="0"/>
              </a:defRPr>
            </a:lvl3pPr>
            <a:lvl4pPr marL="1600200" indent="-228600" defTabSz="115888">
              <a:defRPr>
                <a:solidFill>
                  <a:schemeClr val="tx1"/>
                </a:solidFill>
                <a:latin typeface="Arial" panose="020B0604020202020204" pitchFamily="34" charset="0"/>
                <a:cs typeface="Arial" panose="020B0604020202020204" pitchFamily="34" charset="0"/>
              </a:defRPr>
            </a:lvl4pPr>
            <a:lvl5pPr marL="2057400" indent="-228600" defTabSz="115888">
              <a:defRPr>
                <a:solidFill>
                  <a:schemeClr val="tx1"/>
                </a:solidFill>
                <a:latin typeface="Arial" panose="020B0604020202020204" pitchFamily="34" charset="0"/>
                <a:cs typeface="Arial" panose="020B0604020202020204" pitchFamily="34" charset="0"/>
              </a:defRPr>
            </a:lvl5pPr>
            <a:lvl6pPr marL="2514600" indent="-228600" defTabSz="1158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1158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1158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1158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fontAlgn="base">
              <a:spcBef>
                <a:spcPct val="20000"/>
              </a:spcBef>
              <a:spcAft>
                <a:spcPct val="0"/>
              </a:spcAft>
              <a:buClr>
                <a:srgbClr val="5B9BD5"/>
              </a:buClr>
              <a:buFont typeface="Wingdings" panose="05000000000000000000" pitchFamily="2" charset="2"/>
              <a:buChar char="§"/>
            </a:pPr>
            <a:r>
              <a:rPr lang="en-US" altLang="en-US">
                <a:solidFill>
                  <a:prstClr val="black"/>
                </a:solidFill>
              </a:rPr>
              <a:t>Software image</a:t>
            </a:r>
          </a:p>
          <a:p>
            <a:pPr lvl="1" fontAlgn="base">
              <a:spcBef>
                <a:spcPct val="20000"/>
              </a:spcBef>
              <a:spcAft>
                <a:spcPct val="0"/>
              </a:spcAft>
              <a:buClr>
                <a:srgbClr val="5B9BD5"/>
              </a:buClr>
              <a:buFont typeface="Wingdings" panose="05000000000000000000" pitchFamily="2" charset="2"/>
              <a:buChar char="§"/>
            </a:pPr>
            <a:r>
              <a:rPr lang="en-US" altLang="en-US">
                <a:solidFill>
                  <a:prstClr val="black"/>
                </a:solidFill>
              </a:rPr>
              <a:t>Configuration file</a:t>
            </a:r>
          </a:p>
          <a:p>
            <a:pPr lvl="1" fontAlgn="base">
              <a:spcBef>
                <a:spcPct val="20000"/>
              </a:spcBef>
              <a:spcAft>
                <a:spcPct val="0"/>
              </a:spcAft>
              <a:buClr>
                <a:srgbClr val="5B9BD5"/>
              </a:buClr>
              <a:buFont typeface="Wingdings" panose="05000000000000000000" pitchFamily="2" charset="2"/>
              <a:buChar char="§"/>
            </a:pPr>
            <a:r>
              <a:rPr lang="en-US" altLang="en-US">
                <a:solidFill>
                  <a:prstClr val="black"/>
                </a:solidFill>
              </a:rPr>
              <a:t>Private data</a:t>
            </a:r>
          </a:p>
          <a:p>
            <a:pPr lvl="1" fontAlgn="base">
              <a:spcBef>
                <a:spcPct val="20000"/>
              </a:spcBef>
              <a:spcAft>
                <a:spcPct val="0"/>
              </a:spcAft>
              <a:buClr>
                <a:srgbClr val="5B9BD5"/>
              </a:buClr>
              <a:buFont typeface="Wingdings" panose="05000000000000000000" pitchFamily="2" charset="2"/>
              <a:buChar char="§"/>
            </a:pPr>
            <a:r>
              <a:rPr lang="en-US" altLang="en-US">
                <a:solidFill>
                  <a:prstClr val="black"/>
                </a:solidFill>
              </a:rPr>
              <a:t>ASDM image</a:t>
            </a:r>
          </a:p>
          <a:p>
            <a:pPr lvl="1" fontAlgn="base">
              <a:spcBef>
                <a:spcPct val="20000"/>
              </a:spcBef>
              <a:spcAft>
                <a:spcPct val="0"/>
              </a:spcAft>
              <a:buClr>
                <a:srgbClr val="5B9BD5"/>
              </a:buClr>
              <a:buFont typeface="Wingdings" panose="05000000000000000000" pitchFamily="2" charset="2"/>
              <a:buChar char="§"/>
            </a:pPr>
            <a:r>
              <a:rPr lang="en-US" altLang="en-US">
                <a:solidFill>
                  <a:prstClr val="black"/>
                </a:solidFill>
              </a:rPr>
              <a:t>Backup image*</a:t>
            </a:r>
          </a:p>
          <a:p>
            <a:pPr lvl="1" fontAlgn="base">
              <a:spcBef>
                <a:spcPct val="20000"/>
              </a:spcBef>
              <a:spcAft>
                <a:spcPct val="0"/>
              </a:spcAft>
              <a:buClr>
                <a:srgbClr val="5B9BD5"/>
              </a:buClr>
              <a:buFont typeface="Wingdings" panose="05000000000000000000" pitchFamily="2" charset="2"/>
              <a:buChar char="§"/>
            </a:pPr>
            <a:r>
              <a:rPr lang="en-US" altLang="en-US">
                <a:solidFill>
                  <a:prstClr val="black"/>
                </a:solidFill>
              </a:rPr>
              <a:t>Backup 	</a:t>
            </a:r>
            <a:br>
              <a:rPr lang="en-US" altLang="en-US">
                <a:solidFill>
                  <a:prstClr val="black"/>
                </a:solidFill>
              </a:rPr>
            </a:br>
            <a:r>
              <a:rPr lang="en-US" altLang="en-US">
                <a:solidFill>
                  <a:prstClr val="black"/>
                </a:solidFill>
              </a:rPr>
              <a:t>configuration	file*</a:t>
            </a:r>
          </a:p>
        </p:txBody>
      </p:sp>
      <p:sp>
        <p:nvSpPr>
          <p:cNvPr id="71686" name="Line 78"/>
          <p:cNvSpPr>
            <a:spLocks noChangeShapeType="1"/>
          </p:cNvSpPr>
          <p:nvPr/>
        </p:nvSpPr>
        <p:spPr bwMode="auto">
          <a:xfrm>
            <a:off x="3902075" y="1898651"/>
            <a:ext cx="3600451" cy="0"/>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71687" name="Line 73"/>
          <p:cNvSpPr>
            <a:spLocks noChangeShapeType="1"/>
          </p:cNvSpPr>
          <p:nvPr/>
        </p:nvSpPr>
        <p:spPr bwMode="auto">
          <a:xfrm flipH="1">
            <a:off x="5667377" y="2286001"/>
            <a:ext cx="428625" cy="357188"/>
          </a:xfrm>
          <a:prstGeom prst="line">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lIns="73025" tIns="36512" rIns="73025" bIns="36512"/>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pic>
        <p:nvPicPr>
          <p:cNvPr id="71688" name="Picture 75" descr="Network_Cloud_Standard"/>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05065" y="1549401"/>
            <a:ext cx="1538287"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89" name="Picture 76" descr="File-Application_Serve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491413" y="1601789"/>
            <a:ext cx="442912"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90" name="Picture 77" descr="Route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430713" y="1760537"/>
            <a:ext cx="585787"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91" name="Picture 80" descr="Cisco_ASA5500"/>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854701" y="1689101"/>
            <a:ext cx="49371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92" name="Picture 81" descr="Route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430713" y="1762126"/>
            <a:ext cx="585787"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9299518"/>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25582" y="-1795"/>
            <a:ext cx="12064817" cy="1325563"/>
          </a:xfrm>
        </p:spPr>
        <p:txBody>
          <a:bodyPr/>
          <a:lstStyle/>
          <a:p>
            <a:pPr eaLnBrk="1" hangingPunct="1"/>
            <a:r>
              <a:rPr lang="en-US" altLang="en-US" sz="3733" dirty="0">
                <a:latin typeface="Arial" panose="020B0604020202020204" pitchFamily="34" charset="0"/>
                <a:cs typeface="Arial" panose="020B0604020202020204" pitchFamily="34" charset="0"/>
              </a:rPr>
              <a:t>Displaying Stored Files: System and Configuration</a:t>
            </a:r>
          </a:p>
        </p:txBody>
      </p:sp>
      <p:sp>
        <p:nvSpPr>
          <p:cNvPr id="73731" name="Rectangle 3"/>
          <p:cNvSpPr>
            <a:spLocks noGrp="1" noChangeArrowheads="1"/>
          </p:cNvSpPr>
          <p:nvPr>
            <p:ph idx="1"/>
          </p:nvPr>
        </p:nvSpPr>
        <p:spPr>
          <a:xfrm>
            <a:off x="2195513" y="3994152"/>
            <a:ext cx="6292851" cy="493713"/>
          </a:xfrm>
        </p:spPr>
        <p:txBody>
          <a:bodyPr/>
          <a:lstStyle/>
          <a:p>
            <a:pPr lvl="1" eaLnBrk="1" hangingPunct="1">
              <a:buFont typeface="Wingdings" panose="05000000000000000000" pitchFamily="2" charset="2"/>
              <a:buNone/>
            </a:pPr>
            <a:r>
              <a:rPr lang="en-US" altLang="en-US" sz="1400"/>
              <a:t>Display the directory contents</a:t>
            </a:r>
          </a:p>
        </p:txBody>
      </p:sp>
      <p:sp>
        <p:nvSpPr>
          <p:cNvPr id="73732" name="Text Box 6"/>
          <p:cNvSpPr txBox="1">
            <a:spLocks noChangeArrowheads="1"/>
          </p:cNvSpPr>
          <p:nvPr/>
        </p:nvSpPr>
        <p:spPr bwMode="auto">
          <a:xfrm>
            <a:off x="2220914" y="3044926"/>
            <a:ext cx="250348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400">
                <a:solidFill>
                  <a:prstClr val="black"/>
                </a:solidFill>
              </a:rPr>
              <a:t>ciscoasa#</a:t>
            </a:r>
          </a:p>
        </p:txBody>
      </p:sp>
      <p:sp>
        <p:nvSpPr>
          <p:cNvPr id="73733" name="Text Box 71"/>
          <p:cNvSpPr txBox="1">
            <a:spLocks noChangeArrowheads="1"/>
          </p:cNvSpPr>
          <p:nvPr/>
        </p:nvSpPr>
        <p:spPr bwMode="auto">
          <a:xfrm>
            <a:off x="6580188" y="2393951"/>
            <a:ext cx="1924051" cy="960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a:solidFill>
                  <a:prstClr val="black"/>
                </a:solidFill>
              </a:rPr>
              <a:t>PIX Security Appliance</a:t>
            </a:r>
          </a:p>
          <a:p>
            <a:pPr algn="ctr" fontAlgn="base">
              <a:spcBef>
                <a:spcPct val="20000"/>
              </a:spcBef>
              <a:spcAft>
                <a:spcPct val="0"/>
              </a:spcAft>
              <a:buClr>
                <a:srgbClr val="FF9933"/>
              </a:buClr>
              <a:buFont typeface="Wingdings" panose="05000000000000000000" pitchFamily="2" charset="2"/>
              <a:buNone/>
            </a:pPr>
            <a:r>
              <a:rPr lang="en-US" altLang="en-US">
                <a:solidFill>
                  <a:prstClr val="black"/>
                </a:solidFill>
              </a:rPr>
              <a:t>flash:</a:t>
            </a:r>
          </a:p>
        </p:txBody>
      </p:sp>
      <p:sp>
        <p:nvSpPr>
          <p:cNvPr id="73734" name="Text Box 72"/>
          <p:cNvSpPr txBox="1">
            <a:spLocks noChangeArrowheads="1"/>
          </p:cNvSpPr>
          <p:nvPr/>
        </p:nvSpPr>
        <p:spPr bwMode="auto">
          <a:xfrm>
            <a:off x="5310531" y="2357440"/>
            <a:ext cx="750205" cy="1015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a:solidFill>
                  <a:prstClr val="black"/>
                </a:solidFill>
              </a:rPr>
              <a:t>ASA</a:t>
            </a:r>
          </a:p>
          <a:p>
            <a:pPr algn="ctr" fontAlgn="base">
              <a:spcBef>
                <a:spcPct val="20000"/>
              </a:spcBef>
              <a:spcAft>
                <a:spcPct val="0"/>
              </a:spcAft>
              <a:buClr>
                <a:srgbClr val="FF9933"/>
              </a:buClr>
              <a:buFont typeface="Wingdings" panose="05000000000000000000" pitchFamily="2" charset="2"/>
              <a:buNone/>
            </a:pPr>
            <a:r>
              <a:rPr lang="en-US" altLang="en-US">
                <a:solidFill>
                  <a:prstClr val="black"/>
                </a:solidFill>
              </a:rPr>
              <a:t>disk0:</a:t>
            </a:r>
          </a:p>
          <a:p>
            <a:pPr algn="ctr" fontAlgn="base">
              <a:spcBef>
                <a:spcPct val="20000"/>
              </a:spcBef>
              <a:spcAft>
                <a:spcPct val="0"/>
              </a:spcAft>
              <a:buClr>
                <a:srgbClr val="FF9933"/>
              </a:buClr>
              <a:buFont typeface="Wingdings" panose="05000000000000000000" pitchFamily="2" charset="2"/>
              <a:buNone/>
            </a:pPr>
            <a:r>
              <a:rPr lang="en-US" altLang="en-US">
                <a:solidFill>
                  <a:prstClr val="black"/>
                </a:solidFill>
              </a:rPr>
              <a:t>disk1:</a:t>
            </a:r>
          </a:p>
        </p:txBody>
      </p:sp>
      <p:sp>
        <p:nvSpPr>
          <p:cNvPr id="73735" name="Text Box 73"/>
          <p:cNvSpPr txBox="1">
            <a:spLocks noChangeArrowheads="1"/>
          </p:cNvSpPr>
          <p:nvPr/>
        </p:nvSpPr>
        <p:spPr bwMode="auto">
          <a:xfrm>
            <a:off x="2211388" y="4305302"/>
            <a:ext cx="7751763" cy="1520416"/>
          </a:xfrm>
          <a:prstGeom prst="rect">
            <a:avLst/>
          </a:prstGeom>
          <a:solidFill>
            <a:schemeClr val="bg1"/>
          </a:solidFill>
          <a:ln w="28575">
            <a:solidFill>
              <a:schemeClr val="tx1"/>
            </a:solidFill>
            <a:miter lim="800000"/>
            <a:headEnd/>
            <a:tailEnd/>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latin typeface="Courier New" panose="02070309020205020404" pitchFamily="49" charset="0"/>
              </a:rPr>
              <a:t>ciscoasa# dir</a:t>
            </a:r>
          </a:p>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latin typeface="Courier New" panose="02070309020205020404" pitchFamily="49" charset="0"/>
              </a:rPr>
              <a:t>Directory of disk0:/</a:t>
            </a:r>
          </a:p>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latin typeface="Courier New" panose="02070309020205020404" pitchFamily="49" charset="0"/>
              </a:rPr>
              <a:t>8      -rw-  8202240     13:37:33 Jul 28 2006  asa721-k8.bin</a:t>
            </a:r>
          </a:p>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latin typeface="Courier New" panose="02070309020205020404" pitchFamily="49" charset="0"/>
              </a:rPr>
              <a:t>1264   -rw-  5539756     13:21:13 Jul 28 2006  asdm-521.bin</a:t>
            </a:r>
          </a:p>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latin typeface="Courier New" panose="02070309020205020404" pitchFamily="49" charset="0"/>
              </a:rPr>
              <a:t>62947328 bytes total (49152000 bytes free)</a:t>
            </a:r>
          </a:p>
        </p:txBody>
      </p:sp>
      <p:sp>
        <p:nvSpPr>
          <p:cNvPr id="73736" name="Text Box 74"/>
          <p:cNvSpPr txBox="1">
            <a:spLocks noChangeArrowheads="1"/>
          </p:cNvSpPr>
          <p:nvPr/>
        </p:nvSpPr>
        <p:spPr bwMode="auto">
          <a:xfrm>
            <a:off x="2197101" y="3360739"/>
            <a:ext cx="7743825" cy="584775"/>
          </a:xfrm>
          <a:prstGeom prst="rect">
            <a:avLst/>
          </a:prstGeom>
          <a:solidFill>
            <a:schemeClr val="bg1"/>
          </a:solidFill>
          <a:ln w="28575">
            <a:solidFill>
              <a:schemeClr val="tx1"/>
            </a:solidFill>
            <a:miter lim="800000"/>
            <a:headEnd/>
            <a:tailEnd/>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50000"/>
              </a:spcBef>
              <a:spcAft>
                <a:spcPct val="0"/>
              </a:spcAft>
              <a:buClr>
                <a:srgbClr val="FF9933"/>
              </a:buClr>
              <a:buFont typeface="Wingdings" panose="05000000000000000000" pitchFamily="2" charset="2"/>
              <a:buNone/>
            </a:pPr>
            <a:r>
              <a:rPr lang="en-US" altLang="en-US" sz="1600">
                <a:solidFill>
                  <a:prstClr val="black"/>
                </a:solidFill>
                <a:latin typeface="Courier New" panose="02070309020205020404" pitchFamily="49" charset="0"/>
              </a:rPr>
              <a:t>dir [/all] [/recursive] [all-filesystems] [disk0: | disk1: | flash: </a:t>
            </a:r>
            <a:r>
              <a:rPr lang="en-US" altLang="en-US" sz="1600" i="1">
                <a:solidFill>
                  <a:prstClr val="black"/>
                </a:solidFill>
                <a:latin typeface="Courier New" panose="02070309020205020404" pitchFamily="49" charset="0"/>
              </a:rPr>
              <a:t>| </a:t>
            </a:r>
            <a:r>
              <a:rPr lang="en-US" altLang="en-US" sz="1600">
                <a:solidFill>
                  <a:prstClr val="black"/>
                </a:solidFill>
                <a:latin typeface="Courier New" panose="02070309020205020404" pitchFamily="49" charset="0"/>
              </a:rPr>
              <a:t>system:]</a:t>
            </a:r>
          </a:p>
        </p:txBody>
      </p:sp>
      <p:sp>
        <p:nvSpPr>
          <p:cNvPr id="73737" name="Line 69"/>
          <p:cNvSpPr>
            <a:spLocks noChangeShapeType="1"/>
          </p:cNvSpPr>
          <p:nvPr/>
        </p:nvSpPr>
        <p:spPr bwMode="auto">
          <a:xfrm flipH="1">
            <a:off x="5689601" y="2030414"/>
            <a:ext cx="376239" cy="319087"/>
          </a:xfrm>
          <a:prstGeom prst="line">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lIns="73025" tIns="36512" rIns="73025" bIns="36512"/>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73738" name="Line 70"/>
          <p:cNvSpPr>
            <a:spLocks noChangeShapeType="1"/>
          </p:cNvSpPr>
          <p:nvPr/>
        </p:nvSpPr>
        <p:spPr bwMode="auto">
          <a:xfrm>
            <a:off x="6931026" y="2024063"/>
            <a:ext cx="392113" cy="347663"/>
          </a:xfrm>
          <a:prstGeom prst="line">
            <a:avLst/>
          </a:prstGeom>
          <a:noFill/>
          <a:ln w="1905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lIns="73025" tIns="36512" rIns="73025" bIns="36512"/>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73739" name="Line 75"/>
          <p:cNvSpPr>
            <a:spLocks noChangeShapeType="1"/>
          </p:cNvSpPr>
          <p:nvPr/>
        </p:nvSpPr>
        <p:spPr bwMode="auto">
          <a:xfrm>
            <a:off x="4278313" y="1797051"/>
            <a:ext cx="3600451" cy="0"/>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pic>
        <p:nvPicPr>
          <p:cNvPr id="73740" name="Picture 79" descr="Network_Cloud_Standard"/>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54314" y="1390652"/>
            <a:ext cx="1538287"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741" name="Picture 80" descr="File-Application_Serve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883526" y="1530351"/>
            <a:ext cx="442913" cy="63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42" name="Text Box 83"/>
          <p:cNvSpPr txBox="1">
            <a:spLocks noChangeArrowheads="1"/>
          </p:cNvSpPr>
          <p:nvPr/>
        </p:nvSpPr>
        <p:spPr bwMode="auto">
          <a:xfrm>
            <a:off x="3067050" y="1619350"/>
            <a:ext cx="103663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Char char="v"/>
            </a:pPr>
            <a:r>
              <a:rPr lang="en-US" altLang="en-US" sz="1400">
                <a:solidFill>
                  <a:prstClr val="black"/>
                </a:solidFill>
              </a:rPr>
              <a:t>Internet</a:t>
            </a:r>
          </a:p>
        </p:txBody>
      </p:sp>
      <p:pic>
        <p:nvPicPr>
          <p:cNvPr id="73743" name="Picture 84" descr="Cisco_ASA5500"/>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257926" y="1577975"/>
            <a:ext cx="49371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744" name="Picture 85" descr="Route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749801" y="1646239"/>
            <a:ext cx="585788"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47316784"/>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1101"/>
          <p:cNvSpPr>
            <a:spLocks noGrp="1" noChangeArrowheads="1"/>
          </p:cNvSpPr>
          <p:nvPr>
            <p:ph type="title"/>
          </p:nvPr>
        </p:nvSpPr>
        <p:spPr>
          <a:xfrm>
            <a:off x="12700" y="18208"/>
            <a:ext cx="10515600" cy="565993"/>
          </a:xfrm>
        </p:spPr>
        <p:txBody>
          <a:bodyPr/>
          <a:lstStyle/>
          <a:p>
            <a:pPr eaLnBrk="1" hangingPunct="1"/>
            <a:r>
              <a:rPr lang="en-US" altLang="en-US" sz="3733" dirty="0">
                <a:latin typeface="Arial" panose="020B0604020202020204" pitchFamily="34" charset="0"/>
                <a:cs typeface="Arial" panose="020B0604020202020204" pitchFamily="34" charset="0"/>
              </a:rPr>
              <a:t>Security Level Example</a:t>
            </a:r>
          </a:p>
        </p:txBody>
      </p:sp>
      <p:sp>
        <p:nvSpPr>
          <p:cNvPr id="75779" name="Line 1035"/>
          <p:cNvSpPr>
            <a:spLocks noChangeShapeType="1"/>
          </p:cNvSpPr>
          <p:nvPr/>
        </p:nvSpPr>
        <p:spPr bwMode="auto">
          <a:xfrm flipV="1">
            <a:off x="3394076" y="3989388"/>
            <a:ext cx="4276725" cy="4763"/>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75780" name="Line 1036"/>
          <p:cNvSpPr>
            <a:spLocks noChangeShapeType="1"/>
          </p:cNvSpPr>
          <p:nvPr/>
        </p:nvSpPr>
        <p:spPr bwMode="auto">
          <a:xfrm flipH="1">
            <a:off x="6173789" y="2736849"/>
            <a:ext cx="12700" cy="1481139"/>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grpSp>
        <p:nvGrpSpPr>
          <p:cNvPr id="75781" name="Group 1142"/>
          <p:cNvGrpSpPr>
            <a:grpSpLocks/>
          </p:cNvGrpSpPr>
          <p:nvPr/>
        </p:nvGrpSpPr>
        <p:grpSpPr bwMode="auto">
          <a:xfrm>
            <a:off x="3506791" y="4551364"/>
            <a:ext cx="2520951" cy="1308101"/>
            <a:chOff x="3233" y="1229"/>
            <a:chExt cx="1588" cy="824"/>
          </a:xfrm>
        </p:grpSpPr>
        <p:sp>
          <p:nvSpPr>
            <p:cNvPr id="75801" name="Rectangle 1040"/>
            <p:cNvSpPr>
              <a:spLocks noChangeArrowheads="1"/>
            </p:cNvSpPr>
            <p:nvPr/>
          </p:nvSpPr>
          <p:spPr bwMode="auto">
            <a:xfrm>
              <a:off x="3233" y="1229"/>
              <a:ext cx="1167"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Outside Network</a:t>
              </a:r>
            </a:p>
          </p:txBody>
        </p:sp>
        <p:sp>
          <p:nvSpPr>
            <p:cNvPr id="75802" name="Rectangle 1041"/>
            <p:cNvSpPr>
              <a:spLocks noChangeArrowheads="1"/>
            </p:cNvSpPr>
            <p:nvPr/>
          </p:nvSpPr>
          <p:spPr bwMode="auto">
            <a:xfrm>
              <a:off x="3240" y="1467"/>
              <a:ext cx="1581" cy="586"/>
            </a:xfrm>
            <a:prstGeom prst="rect">
              <a:avLst/>
            </a:prstGeom>
            <a:solidFill>
              <a:schemeClr val="folHlink"/>
            </a:solidFill>
            <a:ln w="9525">
              <a:solidFill>
                <a:schemeClr val="tx1"/>
              </a:solidFill>
              <a:miter lim="800000"/>
              <a:headEnd/>
              <a:tailEnd/>
            </a:ln>
          </p:spPr>
          <p:txBody>
            <a:bodyPr wrap="none" lIns="92075" tIns="46039" rIns="92075" bIns="46039">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white"/>
                  </a:solidFill>
                </a:rPr>
                <a:t>GigabitEthernet0/0</a:t>
              </a:r>
            </a:p>
            <a:p>
              <a:pPr fontAlgn="base">
                <a:spcBef>
                  <a:spcPct val="20000"/>
                </a:spcBef>
                <a:spcAft>
                  <a:spcPct val="0"/>
                </a:spcAft>
                <a:buClr>
                  <a:srgbClr val="FF9933"/>
                </a:buClr>
                <a:buFont typeface="Wingdings" panose="05000000000000000000" pitchFamily="2" charset="2"/>
                <a:buNone/>
              </a:pPr>
              <a:r>
                <a:rPr lang="en-US" altLang="en-US" sz="1600">
                  <a:solidFill>
                    <a:prstClr val="white"/>
                  </a:solidFill>
                </a:rPr>
                <a:t> Security level </a:t>
              </a:r>
              <a:r>
                <a:rPr lang="en-US" altLang="en-US" sz="1600">
                  <a:solidFill>
                    <a:srgbClr val="ED7D31"/>
                  </a:solidFill>
                </a:rPr>
                <a:t>0</a:t>
              </a:r>
            </a:p>
            <a:p>
              <a:pPr fontAlgn="base">
                <a:spcBef>
                  <a:spcPct val="20000"/>
                </a:spcBef>
                <a:spcAft>
                  <a:spcPct val="0"/>
                </a:spcAft>
                <a:buClr>
                  <a:srgbClr val="FF9933"/>
                </a:buClr>
                <a:buFont typeface="Wingdings" panose="05000000000000000000" pitchFamily="2" charset="2"/>
                <a:buNone/>
              </a:pPr>
              <a:r>
                <a:rPr lang="en-US" altLang="en-US" sz="1600">
                  <a:solidFill>
                    <a:prstClr val="white"/>
                  </a:solidFill>
                </a:rPr>
                <a:t> Interface name = outside</a:t>
              </a:r>
            </a:p>
          </p:txBody>
        </p:sp>
      </p:grpSp>
      <p:grpSp>
        <p:nvGrpSpPr>
          <p:cNvPr id="75782" name="Group 1141"/>
          <p:cNvGrpSpPr>
            <a:grpSpLocks/>
          </p:cNvGrpSpPr>
          <p:nvPr/>
        </p:nvGrpSpPr>
        <p:grpSpPr bwMode="auto">
          <a:xfrm>
            <a:off x="6688138" y="1879602"/>
            <a:ext cx="2298700" cy="1303339"/>
            <a:chOff x="3229" y="2888"/>
            <a:chExt cx="1448" cy="821"/>
          </a:xfrm>
        </p:grpSpPr>
        <p:sp>
          <p:nvSpPr>
            <p:cNvPr id="75799" name="Rectangle 1043"/>
            <p:cNvSpPr>
              <a:spLocks noChangeArrowheads="1"/>
            </p:cNvSpPr>
            <p:nvPr/>
          </p:nvSpPr>
          <p:spPr bwMode="auto">
            <a:xfrm>
              <a:off x="3229" y="2888"/>
              <a:ext cx="98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DMZ Network</a:t>
              </a:r>
            </a:p>
          </p:txBody>
        </p:sp>
        <p:sp>
          <p:nvSpPr>
            <p:cNvPr id="75800" name="Rectangle 1044"/>
            <p:cNvSpPr>
              <a:spLocks noChangeArrowheads="1"/>
            </p:cNvSpPr>
            <p:nvPr/>
          </p:nvSpPr>
          <p:spPr bwMode="auto">
            <a:xfrm>
              <a:off x="3232" y="3123"/>
              <a:ext cx="1445" cy="586"/>
            </a:xfrm>
            <a:prstGeom prst="rect">
              <a:avLst/>
            </a:prstGeom>
            <a:solidFill>
              <a:schemeClr val="folHlink"/>
            </a:solidFill>
            <a:ln w="9525">
              <a:solidFill>
                <a:schemeClr val="tx1"/>
              </a:solidFill>
              <a:miter lim="800000"/>
              <a:headEnd/>
              <a:tailEnd/>
            </a:ln>
          </p:spPr>
          <p:txBody>
            <a:bodyPr wrap="none" lIns="92075" tIns="46039" rIns="92075" bIns="46039">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white"/>
                  </a:solidFill>
                </a:rPr>
                <a:t>GigabitEthernet0/2</a:t>
              </a:r>
            </a:p>
            <a:p>
              <a:pPr fontAlgn="base">
                <a:spcBef>
                  <a:spcPct val="20000"/>
                </a:spcBef>
                <a:spcAft>
                  <a:spcPct val="0"/>
                </a:spcAft>
                <a:buClr>
                  <a:srgbClr val="FF9933"/>
                </a:buClr>
                <a:buFont typeface="Wingdings" panose="05000000000000000000" pitchFamily="2" charset="2"/>
                <a:buNone/>
              </a:pPr>
              <a:r>
                <a:rPr lang="en-US" altLang="en-US" sz="1600">
                  <a:solidFill>
                    <a:prstClr val="white"/>
                  </a:solidFill>
                </a:rPr>
                <a:t> Security level </a:t>
              </a:r>
              <a:r>
                <a:rPr lang="en-US" altLang="en-US" sz="1600">
                  <a:solidFill>
                    <a:srgbClr val="ED7D31"/>
                  </a:solidFill>
                </a:rPr>
                <a:t>50</a:t>
              </a:r>
            </a:p>
            <a:p>
              <a:pPr fontAlgn="base">
                <a:spcBef>
                  <a:spcPct val="20000"/>
                </a:spcBef>
                <a:spcAft>
                  <a:spcPct val="0"/>
                </a:spcAft>
                <a:buClr>
                  <a:srgbClr val="FF9933"/>
                </a:buClr>
                <a:buFont typeface="Wingdings" panose="05000000000000000000" pitchFamily="2" charset="2"/>
                <a:buNone/>
              </a:pPr>
              <a:r>
                <a:rPr lang="en-US" altLang="en-US" sz="1600">
                  <a:solidFill>
                    <a:prstClr val="white"/>
                  </a:solidFill>
                </a:rPr>
                <a:t> Interface name = DMZ</a:t>
              </a:r>
            </a:p>
          </p:txBody>
        </p:sp>
      </p:grpSp>
      <p:grpSp>
        <p:nvGrpSpPr>
          <p:cNvPr id="75783" name="Group 1140"/>
          <p:cNvGrpSpPr>
            <a:grpSpLocks/>
          </p:cNvGrpSpPr>
          <p:nvPr/>
        </p:nvGrpSpPr>
        <p:grpSpPr bwMode="auto">
          <a:xfrm>
            <a:off x="6953251" y="4551364"/>
            <a:ext cx="2384425" cy="1308101"/>
            <a:chOff x="700" y="2883"/>
            <a:chExt cx="1502" cy="824"/>
          </a:xfrm>
        </p:grpSpPr>
        <p:sp>
          <p:nvSpPr>
            <p:cNvPr id="75797" name="Rectangle 1046"/>
            <p:cNvSpPr>
              <a:spLocks noChangeArrowheads="1"/>
            </p:cNvSpPr>
            <p:nvPr/>
          </p:nvSpPr>
          <p:spPr bwMode="auto">
            <a:xfrm>
              <a:off x="702" y="2883"/>
              <a:ext cx="1054"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Inside Network</a:t>
              </a:r>
            </a:p>
          </p:txBody>
        </p:sp>
        <p:sp>
          <p:nvSpPr>
            <p:cNvPr id="75798" name="Rectangle 1047"/>
            <p:cNvSpPr>
              <a:spLocks noChangeArrowheads="1"/>
            </p:cNvSpPr>
            <p:nvPr/>
          </p:nvSpPr>
          <p:spPr bwMode="auto">
            <a:xfrm>
              <a:off x="700" y="3121"/>
              <a:ext cx="1502" cy="586"/>
            </a:xfrm>
            <a:prstGeom prst="rect">
              <a:avLst/>
            </a:prstGeom>
            <a:solidFill>
              <a:schemeClr val="folHlink"/>
            </a:solidFill>
            <a:ln w="9525">
              <a:solidFill>
                <a:schemeClr val="tx1"/>
              </a:solidFill>
              <a:miter lim="800000"/>
              <a:headEnd/>
              <a:tailEnd/>
            </a:ln>
          </p:spPr>
          <p:txBody>
            <a:bodyPr wrap="none" lIns="92075" tIns="46039" rIns="92075" bIns="46039">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white"/>
                  </a:solidFill>
                </a:rPr>
                <a:t>GigabitEthernet0/1</a:t>
              </a:r>
            </a:p>
            <a:p>
              <a:pPr fontAlgn="base">
                <a:spcBef>
                  <a:spcPct val="20000"/>
                </a:spcBef>
                <a:spcAft>
                  <a:spcPct val="0"/>
                </a:spcAft>
                <a:buClr>
                  <a:srgbClr val="FF9933"/>
                </a:buClr>
                <a:buFont typeface="Wingdings" panose="05000000000000000000" pitchFamily="2" charset="2"/>
                <a:buNone/>
              </a:pPr>
              <a:r>
                <a:rPr lang="en-US" altLang="en-US" sz="1600">
                  <a:solidFill>
                    <a:prstClr val="white"/>
                  </a:solidFill>
                </a:rPr>
                <a:t> Security level </a:t>
              </a:r>
              <a:r>
                <a:rPr lang="en-US" altLang="en-US" sz="1600">
                  <a:solidFill>
                    <a:srgbClr val="ED7D31"/>
                  </a:solidFill>
                </a:rPr>
                <a:t>100</a:t>
              </a:r>
            </a:p>
            <a:p>
              <a:pPr fontAlgn="base">
                <a:spcBef>
                  <a:spcPct val="20000"/>
                </a:spcBef>
                <a:spcAft>
                  <a:spcPct val="0"/>
                </a:spcAft>
                <a:buClr>
                  <a:srgbClr val="FF9933"/>
                </a:buClr>
                <a:buFont typeface="Wingdings" panose="05000000000000000000" pitchFamily="2" charset="2"/>
                <a:buNone/>
              </a:pPr>
              <a:r>
                <a:rPr lang="en-US" altLang="en-US" sz="1600">
                  <a:solidFill>
                    <a:prstClr val="white"/>
                  </a:solidFill>
                </a:rPr>
                <a:t> Interface name = inside</a:t>
              </a:r>
            </a:p>
          </p:txBody>
        </p:sp>
      </p:grpSp>
      <p:sp>
        <p:nvSpPr>
          <p:cNvPr id="75784" name="Rectangle 1048"/>
          <p:cNvSpPr>
            <a:spLocks noChangeArrowheads="1"/>
          </p:cNvSpPr>
          <p:nvPr/>
        </p:nvSpPr>
        <p:spPr bwMode="auto">
          <a:xfrm>
            <a:off x="5449889" y="4021137"/>
            <a:ext cx="533800" cy="308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723900">
              <a:defRPr>
                <a:solidFill>
                  <a:schemeClr val="tx1"/>
                </a:solidFill>
                <a:latin typeface="Arial" panose="020B0604020202020204" pitchFamily="34" charset="0"/>
                <a:cs typeface="Arial" panose="020B0604020202020204" pitchFamily="34" charset="0"/>
              </a:defRPr>
            </a:lvl1pPr>
            <a:lvl2pPr marL="742950" indent="-285750" defTabSz="723900">
              <a:defRPr>
                <a:solidFill>
                  <a:schemeClr val="tx1"/>
                </a:solidFill>
                <a:latin typeface="Arial" panose="020B0604020202020204" pitchFamily="34" charset="0"/>
                <a:cs typeface="Arial" panose="020B0604020202020204" pitchFamily="34" charset="0"/>
              </a:defRPr>
            </a:lvl2pPr>
            <a:lvl3pPr marL="1143000" indent="-228600" defTabSz="723900">
              <a:defRPr>
                <a:solidFill>
                  <a:schemeClr val="tx1"/>
                </a:solidFill>
                <a:latin typeface="Arial" panose="020B0604020202020204" pitchFamily="34" charset="0"/>
                <a:cs typeface="Arial" panose="020B0604020202020204" pitchFamily="34" charset="0"/>
              </a:defRPr>
            </a:lvl3pPr>
            <a:lvl4pPr marL="1600200" indent="-228600" defTabSz="723900">
              <a:defRPr>
                <a:solidFill>
                  <a:schemeClr val="tx1"/>
                </a:solidFill>
                <a:latin typeface="Arial" panose="020B0604020202020204" pitchFamily="34" charset="0"/>
                <a:cs typeface="Arial" panose="020B0604020202020204" pitchFamily="34" charset="0"/>
              </a:defRPr>
            </a:lvl4pPr>
            <a:lvl5pPr marL="2057400" indent="-228600" defTabSz="723900">
              <a:defRPr>
                <a:solidFill>
                  <a:schemeClr val="tx1"/>
                </a:solidFill>
                <a:latin typeface="Arial" panose="020B0604020202020204" pitchFamily="34" charset="0"/>
                <a:cs typeface="Arial" panose="020B0604020202020204" pitchFamily="34" charset="0"/>
              </a:defRPr>
            </a:lvl5pPr>
            <a:lvl6pPr marL="25146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400">
                <a:solidFill>
                  <a:prstClr val="black"/>
                </a:solidFill>
              </a:rPr>
              <a:t>g0/0</a:t>
            </a:r>
          </a:p>
        </p:txBody>
      </p:sp>
      <p:sp>
        <p:nvSpPr>
          <p:cNvPr id="75785" name="Rectangle 1049"/>
          <p:cNvSpPr>
            <a:spLocks noChangeArrowheads="1"/>
          </p:cNvSpPr>
          <p:nvPr/>
        </p:nvSpPr>
        <p:spPr bwMode="auto">
          <a:xfrm>
            <a:off x="6135689" y="3230563"/>
            <a:ext cx="533800" cy="308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723900">
              <a:defRPr>
                <a:solidFill>
                  <a:schemeClr val="tx1"/>
                </a:solidFill>
                <a:latin typeface="Arial" panose="020B0604020202020204" pitchFamily="34" charset="0"/>
                <a:cs typeface="Arial" panose="020B0604020202020204" pitchFamily="34" charset="0"/>
              </a:defRPr>
            </a:lvl1pPr>
            <a:lvl2pPr marL="742950" indent="-285750" defTabSz="723900">
              <a:defRPr>
                <a:solidFill>
                  <a:schemeClr val="tx1"/>
                </a:solidFill>
                <a:latin typeface="Arial" panose="020B0604020202020204" pitchFamily="34" charset="0"/>
                <a:cs typeface="Arial" panose="020B0604020202020204" pitchFamily="34" charset="0"/>
              </a:defRPr>
            </a:lvl2pPr>
            <a:lvl3pPr marL="1143000" indent="-228600" defTabSz="723900">
              <a:defRPr>
                <a:solidFill>
                  <a:schemeClr val="tx1"/>
                </a:solidFill>
                <a:latin typeface="Arial" panose="020B0604020202020204" pitchFamily="34" charset="0"/>
                <a:cs typeface="Arial" panose="020B0604020202020204" pitchFamily="34" charset="0"/>
              </a:defRPr>
            </a:lvl3pPr>
            <a:lvl4pPr marL="1600200" indent="-228600" defTabSz="723900">
              <a:defRPr>
                <a:solidFill>
                  <a:schemeClr val="tx1"/>
                </a:solidFill>
                <a:latin typeface="Arial" panose="020B0604020202020204" pitchFamily="34" charset="0"/>
                <a:cs typeface="Arial" panose="020B0604020202020204" pitchFamily="34" charset="0"/>
              </a:defRPr>
            </a:lvl4pPr>
            <a:lvl5pPr marL="2057400" indent="-228600" defTabSz="723900">
              <a:defRPr>
                <a:solidFill>
                  <a:schemeClr val="tx1"/>
                </a:solidFill>
                <a:latin typeface="Arial" panose="020B0604020202020204" pitchFamily="34" charset="0"/>
                <a:cs typeface="Arial" panose="020B0604020202020204" pitchFamily="34" charset="0"/>
              </a:defRPr>
            </a:lvl5pPr>
            <a:lvl6pPr marL="25146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400">
                <a:solidFill>
                  <a:prstClr val="black"/>
                </a:solidFill>
              </a:rPr>
              <a:t>g0/2</a:t>
            </a:r>
          </a:p>
        </p:txBody>
      </p:sp>
      <p:sp>
        <p:nvSpPr>
          <p:cNvPr id="75786" name="Rectangle 1050"/>
          <p:cNvSpPr>
            <a:spLocks noChangeArrowheads="1"/>
          </p:cNvSpPr>
          <p:nvPr/>
        </p:nvSpPr>
        <p:spPr bwMode="auto">
          <a:xfrm>
            <a:off x="6353177" y="3995737"/>
            <a:ext cx="533800" cy="308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723900">
              <a:defRPr>
                <a:solidFill>
                  <a:schemeClr val="tx1"/>
                </a:solidFill>
                <a:latin typeface="Arial" panose="020B0604020202020204" pitchFamily="34" charset="0"/>
                <a:cs typeface="Arial" panose="020B0604020202020204" pitchFamily="34" charset="0"/>
              </a:defRPr>
            </a:lvl1pPr>
            <a:lvl2pPr marL="742950" indent="-285750" defTabSz="723900">
              <a:defRPr>
                <a:solidFill>
                  <a:schemeClr val="tx1"/>
                </a:solidFill>
                <a:latin typeface="Arial" panose="020B0604020202020204" pitchFamily="34" charset="0"/>
                <a:cs typeface="Arial" panose="020B0604020202020204" pitchFamily="34" charset="0"/>
              </a:defRPr>
            </a:lvl2pPr>
            <a:lvl3pPr marL="1143000" indent="-228600" defTabSz="723900">
              <a:defRPr>
                <a:solidFill>
                  <a:schemeClr val="tx1"/>
                </a:solidFill>
                <a:latin typeface="Arial" panose="020B0604020202020204" pitchFamily="34" charset="0"/>
                <a:cs typeface="Arial" panose="020B0604020202020204" pitchFamily="34" charset="0"/>
              </a:defRPr>
            </a:lvl3pPr>
            <a:lvl4pPr marL="1600200" indent="-228600" defTabSz="723900">
              <a:defRPr>
                <a:solidFill>
                  <a:schemeClr val="tx1"/>
                </a:solidFill>
                <a:latin typeface="Arial" panose="020B0604020202020204" pitchFamily="34" charset="0"/>
                <a:cs typeface="Arial" panose="020B0604020202020204" pitchFamily="34" charset="0"/>
              </a:defRPr>
            </a:lvl4pPr>
            <a:lvl5pPr marL="2057400" indent="-228600" defTabSz="723900">
              <a:defRPr>
                <a:solidFill>
                  <a:schemeClr val="tx1"/>
                </a:solidFill>
                <a:latin typeface="Arial" panose="020B0604020202020204" pitchFamily="34" charset="0"/>
                <a:cs typeface="Arial" panose="020B0604020202020204" pitchFamily="34" charset="0"/>
              </a:defRPr>
            </a:lvl5pPr>
            <a:lvl6pPr marL="25146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400">
                <a:solidFill>
                  <a:prstClr val="black"/>
                </a:solidFill>
              </a:rPr>
              <a:t>g0/1</a:t>
            </a:r>
          </a:p>
        </p:txBody>
      </p:sp>
      <p:sp>
        <p:nvSpPr>
          <p:cNvPr id="75787" name="Arc 1143"/>
          <p:cNvSpPr>
            <a:spLocks/>
          </p:cNvSpPr>
          <p:nvPr/>
        </p:nvSpPr>
        <p:spPr bwMode="auto">
          <a:xfrm flipH="1" flipV="1">
            <a:off x="6670675" y="3098800"/>
            <a:ext cx="723900" cy="635000"/>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75788" name="Arc 1144"/>
          <p:cNvSpPr>
            <a:spLocks/>
          </p:cNvSpPr>
          <p:nvPr/>
        </p:nvSpPr>
        <p:spPr bwMode="auto">
          <a:xfrm rot="-5400000" flipH="1" flipV="1">
            <a:off x="5022851" y="3162300"/>
            <a:ext cx="723900" cy="635000"/>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75789" name="Line 1145"/>
          <p:cNvSpPr>
            <a:spLocks noChangeShapeType="1"/>
          </p:cNvSpPr>
          <p:nvPr/>
        </p:nvSpPr>
        <p:spPr bwMode="auto">
          <a:xfrm flipH="1">
            <a:off x="5270500" y="4419600"/>
            <a:ext cx="200660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lIns="73025" tIns="36512" rIns="73025" bIns="36512"/>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pic>
        <p:nvPicPr>
          <p:cNvPr id="75790" name="Picture 1149" descr="File-Application_Serve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67413" y="2312989"/>
            <a:ext cx="442912"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5791" name="Group 1161"/>
          <p:cNvGrpSpPr>
            <a:grpSpLocks/>
          </p:cNvGrpSpPr>
          <p:nvPr/>
        </p:nvGrpSpPr>
        <p:grpSpPr bwMode="auto">
          <a:xfrm>
            <a:off x="1970089" y="3508375"/>
            <a:ext cx="1698625" cy="865188"/>
            <a:chOff x="400" y="1552"/>
            <a:chExt cx="1070" cy="545"/>
          </a:xfrm>
        </p:grpSpPr>
        <p:pic>
          <p:nvPicPr>
            <p:cNvPr id="75795" name="Picture 1154" descr="Network_Cloud_Standard"/>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0" y="1552"/>
              <a:ext cx="1070" cy="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96" name="Rectangle 1155"/>
            <p:cNvSpPr>
              <a:spLocks noChangeArrowheads="1"/>
            </p:cNvSpPr>
            <p:nvPr/>
          </p:nvSpPr>
          <p:spPr bwMode="auto">
            <a:xfrm>
              <a:off x="635" y="1724"/>
              <a:ext cx="55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Internet</a:t>
              </a:r>
            </a:p>
          </p:txBody>
        </p:sp>
      </p:grpSp>
      <p:pic>
        <p:nvPicPr>
          <p:cNvPr id="75792" name="Picture 1158" descr="PC"/>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553326" y="3641726"/>
            <a:ext cx="636588"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93" name="Picture 1162" descr="Cisco_ASA5500"/>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927726" y="3640139"/>
            <a:ext cx="49371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94" name="Picture 1163" descr="Route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141789" y="3841751"/>
            <a:ext cx="585787"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60669569"/>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ChangeArrowheads="1"/>
          </p:cNvSpPr>
          <p:nvPr/>
        </p:nvSpPr>
        <p:spPr bwMode="auto">
          <a:xfrm>
            <a:off x="0" y="0"/>
            <a:ext cx="12192000" cy="6781800"/>
          </a:xfrm>
          <a:prstGeom prst="rect">
            <a:avLst/>
          </a:prstGeom>
          <a:solidFill>
            <a:srgbClr val="015F85"/>
          </a:solidFill>
          <a:ln>
            <a:noFill/>
          </a:ln>
          <a:extLst>
            <a:ext uri="{91240B29-F687-4F45-9708-019B960494DF}">
              <a14:hiddenLine xmlns:a14="http://schemas.microsoft.com/office/drawing/2010/main" w="25400"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Char char="v"/>
            </a:pPr>
            <a:endParaRPr lang="en-US" altLang="en-US">
              <a:solidFill>
                <a:prstClr val="black"/>
              </a:solidFill>
            </a:endParaRPr>
          </a:p>
        </p:txBody>
      </p:sp>
      <p:sp>
        <p:nvSpPr>
          <p:cNvPr id="77827" name="Text Box 3"/>
          <p:cNvSpPr txBox="1">
            <a:spLocks noChangeArrowheads="1"/>
          </p:cNvSpPr>
          <p:nvPr/>
        </p:nvSpPr>
        <p:spPr bwMode="auto">
          <a:xfrm>
            <a:off x="2336801" y="1803400"/>
            <a:ext cx="7996236" cy="2827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lIns="82124" tIns="41061" rIns="82124" bIns="41061" anchor="ctr"/>
          <a:lstStyle>
            <a:lvl1pPr defTabSz="814388">
              <a:defRPr>
                <a:solidFill>
                  <a:schemeClr val="tx1"/>
                </a:solidFill>
                <a:latin typeface="Arial" panose="020B0604020202020204" pitchFamily="34" charset="0"/>
                <a:cs typeface="Arial" panose="020B0604020202020204" pitchFamily="34" charset="0"/>
              </a:defRPr>
            </a:lvl1pPr>
            <a:lvl2pPr marL="742950" indent="-28575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r>
              <a:rPr lang="en-US" altLang="en-US" sz="6400" dirty="0">
                <a:solidFill>
                  <a:prstClr val="white"/>
                </a:solidFill>
              </a:rPr>
              <a:t>Examining Security </a:t>
            </a:r>
            <a:br>
              <a:rPr lang="en-US" altLang="en-US" sz="6400" dirty="0">
                <a:solidFill>
                  <a:prstClr val="white"/>
                </a:solidFill>
              </a:rPr>
            </a:br>
            <a:r>
              <a:rPr lang="en-US" altLang="en-US" sz="6400" dirty="0">
                <a:solidFill>
                  <a:prstClr val="white"/>
                </a:solidFill>
              </a:rPr>
              <a:t>Appliance Status</a:t>
            </a:r>
          </a:p>
        </p:txBody>
      </p:sp>
    </p:spTree>
    <p:extLst>
      <p:ext uri="{BB962C8B-B14F-4D97-AF65-F5344CB8AC3E}">
        <p14:creationId xmlns:p14="http://schemas.microsoft.com/office/powerpoint/2010/main" val="11803542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ext Box 2"/>
          <p:cNvSpPr txBox="1">
            <a:spLocks noChangeArrowheads="1"/>
          </p:cNvSpPr>
          <p:nvPr/>
        </p:nvSpPr>
        <p:spPr bwMode="auto">
          <a:xfrm>
            <a:off x="3738565" y="3714751"/>
            <a:ext cx="6759575" cy="2349874"/>
          </a:xfrm>
          <a:prstGeom prst="rect">
            <a:avLst/>
          </a:prstGeom>
          <a:solidFill>
            <a:schemeClr val="bg1"/>
          </a:solidFill>
          <a:ln w="28575">
            <a:solidFill>
              <a:schemeClr val="tx1"/>
            </a:solidFill>
            <a:miter lim="800000"/>
            <a:headEnd/>
            <a:tailEnd/>
          </a:ln>
        </p:spPr>
        <p:txBody>
          <a:bodyPr>
            <a:spAutoFit/>
          </a:bodyPr>
          <a:lstStyle>
            <a:lvl1pPr marL="228600" indent="-2286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r>
              <a:rPr lang="en-US" altLang="en-US" sz="900">
                <a:solidFill>
                  <a:prstClr val="black"/>
                </a:solidFill>
                <a:latin typeface="Courier New" panose="02070309020205020404" pitchFamily="49" charset="0"/>
              </a:rPr>
              <a:t>asa1# show interface</a:t>
            </a:r>
          </a:p>
          <a:p>
            <a:pPr fontAlgn="base">
              <a:lnSpc>
                <a:spcPct val="90000"/>
              </a:lnSpc>
              <a:spcBef>
                <a:spcPct val="20000"/>
              </a:spcBef>
              <a:spcAft>
                <a:spcPct val="0"/>
              </a:spcAft>
              <a:buClr>
                <a:srgbClr val="FF9933"/>
              </a:buClr>
              <a:buFont typeface="Wingdings" panose="05000000000000000000" pitchFamily="2" charset="2"/>
              <a:buNone/>
            </a:pPr>
            <a:r>
              <a:rPr lang="en-US" altLang="en-US" sz="900">
                <a:solidFill>
                  <a:prstClr val="black"/>
                </a:solidFill>
                <a:latin typeface="Courier New" panose="02070309020205020404" pitchFamily="49" charset="0"/>
              </a:rPr>
              <a:t>Interface GigabitEthernet0/0 "outside", is up, line protocol is up</a:t>
            </a:r>
          </a:p>
          <a:p>
            <a:pPr fontAlgn="base">
              <a:lnSpc>
                <a:spcPct val="90000"/>
              </a:lnSpc>
              <a:spcBef>
                <a:spcPct val="20000"/>
              </a:spcBef>
              <a:spcAft>
                <a:spcPct val="0"/>
              </a:spcAft>
              <a:buClr>
                <a:srgbClr val="FF9933"/>
              </a:buClr>
              <a:buFont typeface="Wingdings" panose="05000000000000000000" pitchFamily="2" charset="2"/>
              <a:buNone/>
            </a:pPr>
            <a:r>
              <a:rPr lang="en-US" altLang="en-US" sz="900">
                <a:solidFill>
                  <a:prstClr val="black"/>
                </a:solidFill>
                <a:latin typeface="Courier New" panose="02070309020205020404" pitchFamily="49" charset="0"/>
              </a:rPr>
              <a:t>        Detected: Speed 1000 Mbps, Full-duplex</a:t>
            </a:r>
          </a:p>
          <a:p>
            <a:pPr fontAlgn="base">
              <a:lnSpc>
                <a:spcPct val="90000"/>
              </a:lnSpc>
              <a:spcBef>
                <a:spcPct val="20000"/>
              </a:spcBef>
              <a:spcAft>
                <a:spcPct val="0"/>
              </a:spcAft>
              <a:buClr>
                <a:srgbClr val="FF9933"/>
              </a:buClr>
              <a:buFont typeface="Wingdings" panose="05000000000000000000" pitchFamily="2" charset="2"/>
              <a:buNone/>
            </a:pPr>
            <a:r>
              <a:rPr lang="en-US" altLang="en-US" sz="900">
                <a:solidFill>
                  <a:prstClr val="black"/>
                </a:solidFill>
                <a:latin typeface="Courier New" panose="02070309020205020404" pitchFamily="49" charset="0"/>
              </a:rPr>
              <a:t>        Requested: Auto</a:t>
            </a:r>
          </a:p>
          <a:p>
            <a:pPr fontAlgn="base">
              <a:lnSpc>
                <a:spcPct val="90000"/>
              </a:lnSpc>
              <a:spcBef>
                <a:spcPct val="20000"/>
              </a:spcBef>
              <a:spcAft>
                <a:spcPct val="0"/>
              </a:spcAft>
              <a:buClr>
                <a:srgbClr val="FF9933"/>
              </a:buClr>
              <a:buFont typeface="Wingdings" panose="05000000000000000000" pitchFamily="2" charset="2"/>
              <a:buNone/>
            </a:pPr>
            <a:r>
              <a:rPr lang="en-US" altLang="en-US" sz="900">
                <a:solidFill>
                  <a:prstClr val="black"/>
                </a:solidFill>
                <a:latin typeface="Courier New" panose="02070309020205020404" pitchFamily="49" charset="0"/>
              </a:rPr>
              <a:t>        MAC address 000b.fcf8.c538, MTU 1500</a:t>
            </a:r>
          </a:p>
          <a:p>
            <a:pPr fontAlgn="base">
              <a:lnSpc>
                <a:spcPct val="90000"/>
              </a:lnSpc>
              <a:spcBef>
                <a:spcPct val="20000"/>
              </a:spcBef>
              <a:spcAft>
                <a:spcPct val="0"/>
              </a:spcAft>
              <a:buClr>
                <a:srgbClr val="FF9933"/>
              </a:buClr>
              <a:buFont typeface="Wingdings" panose="05000000000000000000" pitchFamily="2" charset="2"/>
              <a:buNone/>
            </a:pPr>
            <a:r>
              <a:rPr lang="en-US" altLang="en-US" sz="900">
                <a:solidFill>
                  <a:prstClr val="black"/>
                </a:solidFill>
                <a:latin typeface="Courier New" panose="02070309020205020404" pitchFamily="49" charset="0"/>
              </a:rPr>
              <a:t>        IP address 192.168.1.2, subnet mask 255.255.255.0</a:t>
            </a:r>
          </a:p>
          <a:p>
            <a:pPr fontAlgn="base">
              <a:lnSpc>
                <a:spcPct val="90000"/>
              </a:lnSpc>
              <a:spcBef>
                <a:spcPct val="20000"/>
              </a:spcBef>
              <a:spcAft>
                <a:spcPct val="0"/>
              </a:spcAft>
              <a:buClr>
                <a:srgbClr val="FF9933"/>
              </a:buClr>
              <a:buFont typeface="Wingdings" panose="05000000000000000000" pitchFamily="2" charset="2"/>
              <a:buNone/>
            </a:pPr>
            <a:r>
              <a:rPr lang="en-US" altLang="en-US" sz="900">
                <a:solidFill>
                  <a:prstClr val="black"/>
                </a:solidFill>
                <a:latin typeface="Courier New" panose="02070309020205020404" pitchFamily="49" charset="0"/>
              </a:rPr>
              <a:t>        0 packets input, 0 bytes, 0 no buffer</a:t>
            </a:r>
          </a:p>
          <a:p>
            <a:pPr fontAlgn="base">
              <a:lnSpc>
                <a:spcPct val="90000"/>
              </a:lnSpc>
              <a:spcBef>
                <a:spcPct val="20000"/>
              </a:spcBef>
              <a:spcAft>
                <a:spcPct val="0"/>
              </a:spcAft>
              <a:buClr>
                <a:srgbClr val="FF9933"/>
              </a:buClr>
              <a:buFont typeface="Wingdings" panose="05000000000000000000" pitchFamily="2" charset="2"/>
              <a:buNone/>
            </a:pPr>
            <a:r>
              <a:rPr lang="en-US" altLang="en-US" sz="900">
                <a:solidFill>
                  <a:prstClr val="black"/>
                </a:solidFill>
                <a:latin typeface="Courier New" panose="02070309020205020404" pitchFamily="49" charset="0"/>
              </a:rPr>
              <a:t>        Received 0 broadcasts, 0 runts, 0 giants</a:t>
            </a:r>
          </a:p>
          <a:p>
            <a:pPr fontAlgn="base">
              <a:lnSpc>
                <a:spcPct val="90000"/>
              </a:lnSpc>
              <a:spcBef>
                <a:spcPct val="20000"/>
              </a:spcBef>
              <a:spcAft>
                <a:spcPct val="0"/>
              </a:spcAft>
              <a:buClr>
                <a:srgbClr val="FF9933"/>
              </a:buClr>
              <a:buFont typeface="Wingdings" panose="05000000000000000000" pitchFamily="2" charset="2"/>
              <a:buNone/>
            </a:pPr>
            <a:r>
              <a:rPr lang="en-US" altLang="en-US" sz="900">
                <a:solidFill>
                  <a:prstClr val="black"/>
                </a:solidFill>
                <a:latin typeface="Courier New" panose="02070309020205020404" pitchFamily="49" charset="0"/>
              </a:rPr>
              <a:t>        0 input errors, 0 CRC, 0 frame, 0 overrun, 0 ignored, 0 abort</a:t>
            </a:r>
          </a:p>
          <a:p>
            <a:pPr fontAlgn="base">
              <a:lnSpc>
                <a:spcPct val="90000"/>
              </a:lnSpc>
              <a:spcBef>
                <a:spcPct val="20000"/>
              </a:spcBef>
              <a:spcAft>
                <a:spcPct val="0"/>
              </a:spcAft>
              <a:buClr>
                <a:srgbClr val="FF9933"/>
              </a:buClr>
              <a:buFont typeface="Wingdings" panose="05000000000000000000" pitchFamily="2" charset="2"/>
              <a:buNone/>
            </a:pPr>
            <a:r>
              <a:rPr lang="en-US" altLang="en-US" sz="900">
                <a:solidFill>
                  <a:prstClr val="black"/>
                </a:solidFill>
                <a:latin typeface="Courier New" panose="02070309020205020404" pitchFamily="49" charset="0"/>
              </a:rPr>
              <a:t>        0 packets output, 0 bytes, 0 underruns</a:t>
            </a:r>
          </a:p>
          <a:p>
            <a:pPr fontAlgn="base">
              <a:lnSpc>
                <a:spcPct val="90000"/>
              </a:lnSpc>
              <a:spcBef>
                <a:spcPct val="20000"/>
              </a:spcBef>
              <a:spcAft>
                <a:spcPct val="0"/>
              </a:spcAft>
              <a:buClr>
                <a:srgbClr val="FF9933"/>
              </a:buClr>
              <a:buFont typeface="Wingdings" panose="05000000000000000000" pitchFamily="2" charset="2"/>
              <a:buNone/>
            </a:pPr>
            <a:r>
              <a:rPr lang="en-US" altLang="en-US" sz="900">
                <a:solidFill>
                  <a:prstClr val="black"/>
                </a:solidFill>
                <a:latin typeface="Courier New" panose="02070309020205020404" pitchFamily="49" charset="0"/>
              </a:rPr>
              <a:t>        input queue (curr/max blocks): hardware (0/0) software (0/0)</a:t>
            </a:r>
          </a:p>
          <a:p>
            <a:pPr fontAlgn="base">
              <a:lnSpc>
                <a:spcPct val="90000"/>
              </a:lnSpc>
              <a:spcBef>
                <a:spcPct val="20000"/>
              </a:spcBef>
              <a:spcAft>
                <a:spcPct val="0"/>
              </a:spcAft>
              <a:buClr>
                <a:srgbClr val="FF9933"/>
              </a:buClr>
              <a:buFont typeface="Wingdings" panose="05000000000000000000" pitchFamily="2" charset="2"/>
              <a:buNone/>
            </a:pPr>
            <a:r>
              <a:rPr lang="en-US" altLang="en-US" sz="900">
                <a:solidFill>
                  <a:prstClr val="black"/>
                </a:solidFill>
                <a:latin typeface="Courier New" panose="02070309020205020404" pitchFamily="49" charset="0"/>
              </a:rPr>
              <a:t>        output queue (curr/max blocks): hardware (0/0) software (0/0)</a:t>
            </a:r>
          </a:p>
          <a:p>
            <a:pPr fontAlgn="base">
              <a:lnSpc>
                <a:spcPct val="90000"/>
              </a:lnSpc>
              <a:spcBef>
                <a:spcPct val="20000"/>
              </a:spcBef>
              <a:spcAft>
                <a:spcPct val="0"/>
              </a:spcAft>
              <a:buClr>
                <a:srgbClr val="FF9933"/>
              </a:buClr>
              <a:buFont typeface="Wingdings" panose="05000000000000000000" pitchFamily="2" charset="2"/>
              <a:buNone/>
            </a:pPr>
            <a:r>
              <a:rPr lang="en-US" altLang="en-US" sz="900">
                <a:solidFill>
                  <a:prstClr val="black"/>
                </a:solidFill>
                <a:latin typeface="Courier New" panose="02070309020205020404" pitchFamily="49" charset="0"/>
              </a:rPr>
              <a:t>                Received 0 VLAN untagged packets, 0 bytes</a:t>
            </a:r>
          </a:p>
          <a:p>
            <a:pPr fontAlgn="base">
              <a:lnSpc>
                <a:spcPct val="90000"/>
              </a:lnSpc>
              <a:spcBef>
                <a:spcPct val="20000"/>
              </a:spcBef>
              <a:spcAft>
                <a:spcPct val="0"/>
              </a:spcAft>
              <a:buClr>
                <a:srgbClr val="FF9933"/>
              </a:buClr>
              <a:buFont typeface="Wingdings" panose="05000000000000000000" pitchFamily="2" charset="2"/>
              <a:buNone/>
            </a:pPr>
            <a:r>
              <a:rPr lang="en-US" altLang="en-US" sz="900">
                <a:solidFill>
                  <a:prstClr val="black"/>
                </a:solidFill>
                <a:latin typeface="Courier New" panose="02070309020205020404" pitchFamily="49" charset="0"/>
              </a:rPr>
              <a:t>                Transmitted 0 VLAN untagged packets, 0 bytes</a:t>
            </a:r>
          </a:p>
          <a:p>
            <a:pPr fontAlgn="base">
              <a:lnSpc>
                <a:spcPct val="90000"/>
              </a:lnSpc>
              <a:spcBef>
                <a:spcPct val="20000"/>
              </a:spcBef>
              <a:spcAft>
                <a:spcPct val="0"/>
              </a:spcAft>
              <a:buClr>
                <a:srgbClr val="FF9933"/>
              </a:buClr>
              <a:buFont typeface="Wingdings" panose="05000000000000000000" pitchFamily="2" charset="2"/>
              <a:buNone/>
            </a:pPr>
            <a:r>
              <a:rPr lang="en-US" altLang="en-US" sz="900">
                <a:solidFill>
                  <a:prstClr val="black"/>
                </a:solidFill>
                <a:latin typeface="Courier New" panose="02070309020205020404" pitchFamily="49" charset="0"/>
              </a:rPr>
              <a:t>                Dropped 0 VLAN untagged packets</a:t>
            </a:r>
          </a:p>
        </p:txBody>
      </p:sp>
      <p:sp>
        <p:nvSpPr>
          <p:cNvPr id="79875" name="Rectangle 3"/>
          <p:cNvSpPr>
            <a:spLocks noGrp="1" noChangeArrowheads="1"/>
          </p:cNvSpPr>
          <p:nvPr>
            <p:ph type="title"/>
          </p:nvPr>
        </p:nvSpPr>
        <p:spPr>
          <a:xfrm>
            <a:off x="1" y="0"/>
            <a:ext cx="8145463" cy="838200"/>
          </a:xfrm>
        </p:spPr>
        <p:txBody>
          <a:bodyPr/>
          <a:lstStyle/>
          <a:p>
            <a:pPr eaLnBrk="1" hangingPunct="1"/>
            <a:r>
              <a:rPr lang="en-US" altLang="en-US" sz="3733" dirty="0">
                <a:latin typeface="Arial" panose="020B0604020202020204" pitchFamily="34" charset="0"/>
                <a:cs typeface="Arial" panose="020B0604020202020204" pitchFamily="34" charset="0"/>
              </a:rPr>
              <a:t>show commands</a:t>
            </a:r>
          </a:p>
        </p:txBody>
      </p:sp>
      <p:sp>
        <p:nvSpPr>
          <p:cNvPr id="79876" name="Text Box 8"/>
          <p:cNvSpPr txBox="1">
            <a:spLocks noChangeArrowheads="1"/>
          </p:cNvSpPr>
          <p:nvPr/>
        </p:nvSpPr>
        <p:spPr bwMode="auto">
          <a:xfrm>
            <a:off x="1881189" y="1214439"/>
            <a:ext cx="5857875" cy="2349874"/>
          </a:xfrm>
          <a:prstGeom prst="rect">
            <a:avLst/>
          </a:prstGeom>
          <a:solidFill>
            <a:schemeClr val="bg1"/>
          </a:solidFill>
          <a:ln w="28575">
            <a:solidFill>
              <a:schemeClr val="tx1"/>
            </a:solidFill>
            <a:miter lim="800000"/>
            <a:headEnd/>
            <a:tailEnd/>
          </a:ln>
        </p:spPr>
        <p:txBody>
          <a:bodyPr>
            <a:spAutoFit/>
          </a:bodyPr>
          <a:lstStyle>
            <a:lvl1pPr marL="228600" indent="-2286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r>
              <a:rPr lang="en-US" altLang="en-US" sz="900">
                <a:solidFill>
                  <a:prstClr val="black"/>
                </a:solidFill>
                <a:latin typeface="Courier New" panose="02070309020205020404" pitchFamily="49" charset="0"/>
              </a:rPr>
              <a:t>asa1# show run interface</a:t>
            </a:r>
          </a:p>
          <a:p>
            <a:pPr fontAlgn="base">
              <a:lnSpc>
                <a:spcPct val="90000"/>
              </a:lnSpc>
              <a:spcBef>
                <a:spcPct val="20000"/>
              </a:spcBef>
              <a:spcAft>
                <a:spcPct val="0"/>
              </a:spcAft>
              <a:buClr>
                <a:srgbClr val="FF9933"/>
              </a:buClr>
              <a:buFont typeface="Wingdings" panose="05000000000000000000" pitchFamily="2" charset="2"/>
              <a:buNone/>
            </a:pPr>
            <a:r>
              <a:rPr lang="en-US" altLang="en-US" sz="900">
                <a:solidFill>
                  <a:prstClr val="black"/>
                </a:solidFill>
                <a:latin typeface="Courier New" panose="02070309020205020404" pitchFamily="49" charset="0"/>
              </a:rPr>
              <a:t>. . .</a:t>
            </a:r>
          </a:p>
          <a:p>
            <a:pPr fontAlgn="base">
              <a:lnSpc>
                <a:spcPct val="90000"/>
              </a:lnSpc>
              <a:spcBef>
                <a:spcPct val="20000"/>
              </a:spcBef>
              <a:spcAft>
                <a:spcPct val="0"/>
              </a:spcAft>
              <a:buClr>
                <a:srgbClr val="FF9933"/>
              </a:buClr>
              <a:buFont typeface="Wingdings" panose="05000000000000000000" pitchFamily="2" charset="2"/>
              <a:buNone/>
            </a:pPr>
            <a:r>
              <a:rPr lang="en-US" altLang="en-US" sz="900">
                <a:solidFill>
                  <a:prstClr val="black"/>
                </a:solidFill>
                <a:latin typeface="Courier New" panose="02070309020205020404" pitchFamily="49" charset="0"/>
              </a:rPr>
              <a:t>interface GigabitEthernet0/0</a:t>
            </a:r>
          </a:p>
          <a:p>
            <a:pPr fontAlgn="base">
              <a:lnSpc>
                <a:spcPct val="90000"/>
              </a:lnSpc>
              <a:spcBef>
                <a:spcPct val="20000"/>
              </a:spcBef>
              <a:spcAft>
                <a:spcPct val="0"/>
              </a:spcAft>
              <a:buClr>
                <a:srgbClr val="FF9933"/>
              </a:buClr>
              <a:buFont typeface="Wingdings" panose="05000000000000000000" pitchFamily="2" charset="2"/>
              <a:buNone/>
            </a:pPr>
            <a:r>
              <a:rPr lang="en-US" altLang="en-US" sz="900">
                <a:solidFill>
                  <a:prstClr val="black"/>
                </a:solidFill>
                <a:latin typeface="Courier New" panose="02070309020205020404" pitchFamily="49" charset="0"/>
              </a:rPr>
              <a:t> speed 1000</a:t>
            </a:r>
          </a:p>
          <a:p>
            <a:pPr fontAlgn="base">
              <a:lnSpc>
                <a:spcPct val="90000"/>
              </a:lnSpc>
              <a:spcBef>
                <a:spcPct val="20000"/>
              </a:spcBef>
              <a:spcAft>
                <a:spcPct val="0"/>
              </a:spcAft>
              <a:buClr>
                <a:srgbClr val="FF9933"/>
              </a:buClr>
              <a:buFont typeface="Wingdings" panose="05000000000000000000" pitchFamily="2" charset="2"/>
              <a:buNone/>
            </a:pPr>
            <a:r>
              <a:rPr lang="en-US" altLang="en-US" sz="900">
                <a:solidFill>
                  <a:prstClr val="black"/>
                </a:solidFill>
                <a:latin typeface="Courier New" panose="02070309020205020404" pitchFamily="49" charset="0"/>
              </a:rPr>
              <a:t> duplex full</a:t>
            </a:r>
          </a:p>
          <a:p>
            <a:pPr fontAlgn="base">
              <a:lnSpc>
                <a:spcPct val="90000"/>
              </a:lnSpc>
              <a:spcBef>
                <a:spcPct val="20000"/>
              </a:spcBef>
              <a:spcAft>
                <a:spcPct val="0"/>
              </a:spcAft>
              <a:buClr>
                <a:srgbClr val="FF9933"/>
              </a:buClr>
              <a:buFont typeface="Wingdings" panose="05000000000000000000" pitchFamily="2" charset="2"/>
              <a:buNone/>
            </a:pPr>
            <a:r>
              <a:rPr lang="en-US" altLang="en-US" sz="900">
                <a:solidFill>
                  <a:prstClr val="black"/>
                </a:solidFill>
                <a:latin typeface="Courier New" panose="02070309020205020404" pitchFamily="49" charset="0"/>
              </a:rPr>
              <a:t> nameif outside</a:t>
            </a:r>
          </a:p>
          <a:p>
            <a:pPr fontAlgn="base">
              <a:lnSpc>
                <a:spcPct val="90000"/>
              </a:lnSpc>
              <a:spcBef>
                <a:spcPct val="20000"/>
              </a:spcBef>
              <a:spcAft>
                <a:spcPct val="0"/>
              </a:spcAft>
              <a:buClr>
                <a:srgbClr val="FF9933"/>
              </a:buClr>
              <a:buFont typeface="Wingdings" panose="05000000000000000000" pitchFamily="2" charset="2"/>
              <a:buNone/>
            </a:pPr>
            <a:r>
              <a:rPr lang="en-US" altLang="en-US" sz="900">
                <a:solidFill>
                  <a:prstClr val="black"/>
                </a:solidFill>
                <a:latin typeface="Courier New" panose="02070309020205020404" pitchFamily="49" charset="0"/>
              </a:rPr>
              <a:t> security-level 0</a:t>
            </a:r>
          </a:p>
          <a:p>
            <a:pPr fontAlgn="base">
              <a:lnSpc>
                <a:spcPct val="90000"/>
              </a:lnSpc>
              <a:spcBef>
                <a:spcPct val="20000"/>
              </a:spcBef>
              <a:spcAft>
                <a:spcPct val="0"/>
              </a:spcAft>
              <a:buClr>
                <a:srgbClr val="FF9933"/>
              </a:buClr>
              <a:buFont typeface="Wingdings" panose="05000000000000000000" pitchFamily="2" charset="2"/>
              <a:buNone/>
            </a:pPr>
            <a:r>
              <a:rPr lang="en-US" altLang="en-US" sz="900">
                <a:solidFill>
                  <a:prstClr val="black"/>
                </a:solidFill>
                <a:latin typeface="Courier New" panose="02070309020205020404" pitchFamily="49" charset="0"/>
              </a:rPr>
              <a:t> ip address 192.168.1.2 255.255.255.0</a:t>
            </a:r>
          </a:p>
          <a:p>
            <a:pPr fontAlgn="base">
              <a:lnSpc>
                <a:spcPct val="90000"/>
              </a:lnSpc>
              <a:spcBef>
                <a:spcPct val="20000"/>
              </a:spcBef>
              <a:spcAft>
                <a:spcPct val="0"/>
              </a:spcAft>
              <a:buClr>
                <a:srgbClr val="FF9933"/>
              </a:buClr>
              <a:buFont typeface="Wingdings" panose="05000000000000000000" pitchFamily="2" charset="2"/>
              <a:buNone/>
            </a:pPr>
            <a:r>
              <a:rPr lang="en-US" altLang="en-US" sz="900">
                <a:solidFill>
                  <a:prstClr val="black"/>
                </a:solidFill>
                <a:latin typeface="Courier New" panose="02070309020205020404" pitchFamily="49" charset="0"/>
              </a:rPr>
              <a:t>!</a:t>
            </a:r>
          </a:p>
          <a:p>
            <a:pPr fontAlgn="base">
              <a:lnSpc>
                <a:spcPct val="90000"/>
              </a:lnSpc>
              <a:spcBef>
                <a:spcPct val="20000"/>
              </a:spcBef>
              <a:spcAft>
                <a:spcPct val="0"/>
              </a:spcAft>
              <a:buClr>
                <a:srgbClr val="FF9933"/>
              </a:buClr>
              <a:buFont typeface="Wingdings" panose="05000000000000000000" pitchFamily="2" charset="2"/>
              <a:buNone/>
            </a:pPr>
            <a:r>
              <a:rPr lang="en-US" altLang="en-US" sz="900">
                <a:solidFill>
                  <a:prstClr val="black"/>
                </a:solidFill>
                <a:latin typeface="Courier New" panose="02070309020205020404" pitchFamily="49" charset="0"/>
              </a:rPr>
              <a:t>interface GigabitEthernet0/1</a:t>
            </a:r>
          </a:p>
          <a:p>
            <a:pPr fontAlgn="base">
              <a:lnSpc>
                <a:spcPct val="90000"/>
              </a:lnSpc>
              <a:spcBef>
                <a:spcPct val="20000"/>
              </a:spcBef>
              <a:spcAft>
                <a:spcPct val="0"/>
              </a:spcAft>
              <a:buClr>
                <a:srgbClr val="FF9933"/>
              </a:buClr>
              <a:buFont typeface="Wingdings" panose="05000000000000000000" pitchFamily="2" charset="2"/>
              <a:buNone/>
            </a:pPr>
            <a:r>
              <a:rPr lang="en-US" altLang="en-US" sz="900">
                <a:solidFill>
                  <a:prstClr val="black"/>
                </a:solidFill>
                <a:latin typeface="Courier New" panose="02070309020205020404" pitchFamily="49" charset="0"/>
              </a:rPr>
              <a:t> speed 1000</a:t>
            </a:r>
          </a:p>
          <a:p>
            <a:pPr fontAlgn="base">
              <a:lnSpc>
                <a:spcPct val="90000"/>
              </a:lnSpc>
              <a:spcBef>
                <a:spcPct val="20000"/>
              </a:spcBef>
              <a:spcAft>
                <a:spcPct val="0"/>
              </a:spcAft>
              <a:buClr>
                <a:srgbClr val="FF9933"/>
              </a:buClr>
              <a:buFont typeface="Wingdings" panose="05000000000000000000" pitchFamily="2" charset="2"/>
              <a:buNone/>
            </a:pPr>
            <a:r>
              <a:rPr lang="en-US" altLang="en-US" sz="900">
                <a:solidFill>
                  <a:prstClr val="black"/>
                </a:solidFill>
                <a:latin typeface="Courier New" panose="02070309020205020404" pitchFamily="49" charset="0"/>
              </a:rPr>
              <a:t> duplex full</a:t>
            </a:r>
          </a:p>
          <a:p>
            <a:pPr fontAlgn="base">
              <a:lnSpc>
                <a:spcPct val="90000"/>
              </a:lnSpc>
              <a:spcBef>
                <a:spcPct val="20000"/>
              </a:spcBef>
              <a:spcAft>
                <a:spcPct val="0"/>
              </a:spcAft>
              <a:buClr>
                <a:srgbClr val="FF9933"/>
              </a:buClr>
              <a:buFont typeface="Wingdings" panose="05000000000000000000" pitchFamily="2" charset="2"/>
              <a:buNone/>
            </a:pPr>
            <a:r>
              <a:rPr lang="en-US" altLang="en-US" sz="900">
                <a:solidFill>
                  <a:prstClr val="black"/>
                </a:solidFill>
                <a:latin typeface="Courier New" panose="02070309020205020404" pitchFamily="49" charset="0"/>
              </a:rPr>
              <a:t> nameif inside</a:t>
            </a:r>
          </a:p>
          <a:p>
            <a:pPr fontAlgn="base">
              <a:lnSpc>
                <a:spcPct val="90000"/>
              </a:lnSpc>
              <a:spcBef>
                <a:spcPct val="20000"/>
              </a:spcBef>
              <a:spcAft>
                <a:spcPct val="0"/>
              </a:spcAft>
              <a:buClr>
                <a:srgbClr val="FF9933"/>
              </a:buClr>
              <a:buFont typeface="Wingdings" panose="05000000000000000000" pitchFamily="2" charset="2"/>
              <a:buNone/>
            </a:pPr>
            <a:r>
              <a:rPr lang="en-US" altLang="en-US" sz="900">
                <a:solidFill>
                  <a:prstClr val="black"/>
                </a:solidFill>
                <a:latin typeface="Courier New" panose="02070309020205020404" pitchFamily="49" charset="0"/>
              </a:rPr>
              <a:t> security-level 100</a:t>
            </a:r>
          </a:p>
          <a:p>
            <a:pPr fontAlgn="base">
              <a:lnSpc>
                <a:spcPct val="90000"/>
              </a:lnSpc>
              <a:spcBef>
                <a:spcPct val="20000"/>
              </a:spcBef>
              <a:spcAft>
                <a:spcPct val="0"/>
              </a:spcAft>
              <a:buClr>
                <a:srgbClr val="FF9933"/>
              </a:buClr>
              <a:buFont typeface="Wingdings" panose="05000000000000000000" pitchFamily="2" charset="2"/>
              <a:buNone/>
            </a:pPr>
            <a:r>
              <a:rPr lang="en-US" altLang="en-US" sz="900">
                <a:solidFill>
                  <a:prstClr val="black"/>
                </a:solidFill>
                <a:latin typeface="Courier New" panose="02070309020205020404" pitchFamily="49" charset="0"/>
              </a:rPr>
              <a:t> ip address 10.0.1.1 255.255.255.0 . . .</a:t>
            </a:r>
          </a:p>
        </p:txBody>
      </p:sp>
      <p:sp>
        <p:nvSpPr>
          <p:cNvPr id="79877" name="Text Box 10"/>
          <p:cNvSpPr txBox="1">
            <a:spLocks noChangeArrowheads="1"/>
          </p:cNvSpPr>
          <p:nvPr/>
        </p:nvSpPr>
        <p:spPr bwMode="auto">
          <a:xfrm>
            <a:off x="7954963" y="2239965"/>
            <a:ext cx="1842593" cy="304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type="none" w="sm" len="sm"/>
                <a:tailEnd type="none" w="sm" len="sm"/>
              </a14:hiddenLine>
            </a:ext>
          </a:extLst>
        </p:spPr>
        <p:txBody>
          <a:bodyPr wrap="none" lIns="82124" tIns="41061" rIns="82124" bIns="41061">
            <a:spAutoFit/>
          </a:bodyPr>
          <a:lstStyle>
            <a:lvl1pPr defTabSz="814388">
              <a:defRPr>
                <a:solidFill>
                  <a:schemeClr val="tx1"/>
                </a:solidFill>
                <a:latin typeface="Arial" panose="020B0604020202020204" pitchFamily="34" charset="0"/>
                <a:cs typeface="Arial" panose="020B0604020202020204" pitchFamily="34" charset="0"/>
              </a:defRPr>
            </a:lvl1pPr>
            <a:lvl2pPr marL="742950" indent="-28575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r>
              <a:rPr lang="en-US" altLang="en-US" sz="1600">
                <a:solidFill>
                  <a:prstClr val="black"/>
                </a:solidFill>
              </a:rPr>
              <a:t>show run interface</a:t>
            </a:r>
          </a:p>
        </p:txBody>
      </p:sp>
      <p:sp>
        <p:nvSpPr>
          <p:cNvPr id="79878" name="Text Box 11"/>
          <p:cNvSpPr txBox="1">
            <a:spLocks noChangeArrowheads="1"/>
          </p:cNvSpPr>
          <p:nvPr/>
        </p:nvSpPr>
        <p:spPr bwMode="auto">
          <a:xfrm>
            <a:off x="1816101" y="4997451"/>
            <a:ext cx="1488330" cy="304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lgn="ctr">
                <a:solidFill>
                  <a:srgbClr val="000000"/>
                </a:solidFill>
                <a:miter lim="800000"/>
                <a:headEnd type="none" w="sm" len="sm"/>
                <a:tailEnd type="none" w="sm" len="sm"/>
              </a14:hiddenLine>
            </a:ext>
          </a:extLst>
        </p:spPr>
        <p:txBody>
          <a:bodyPr wrap="none" lIns="82124" tIns="41061" rIns="82124" bIns="41061">
            <a:spAutoFit/>
          </a:bodyPr>
          <a:lstStyle>
            <a:lvl1pPr defTabSz="814388">
              <a:defRPr>
                <a:solidFill>
                  <a:schemeClr val="tx1"/>
                </a:solidFill>
                <a:latin typeface="Arial" panose="020B0604020202020204" pitchFamily="34" charset="0"/>
                <a:cs typeface="Arial" panose="020B0604020202020204" pitchFamily="34" charset="0"/>
              </a:defRPr>
            </a:lvl1pPr>
            <a:lvl2pPr marL="742950" indent="-28575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r>
              <a:rPr lang="en-US" altLang="en-US" sz="1600">
                <a:solidFill>
                  <a:prstClr val="black"/>
                </a:solidFill>
              </a:rPr>
              <a:t>show interface</a:t>
            </a:r>
          </a:p>
        </p:txBody>
      </p:sp>
    </p:spTree>
    <p:extLst>
      <p:ext uri="{BB962C8B-B14F-4D97-AF65-F5344CB8AC3E}">
        <p14:creationId xmlns:p14="http://schemas.microsoft.com/office/powerpoint/2010/main" val="3692539871"/>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ext Box 2"/>
          <p:cNvSpPr txBox="1">
            <a:spLocks noChangeArrowheads="1"/>
          </p:cNvSpPr>
          <p:nvPr/>
        </p:nvSpPr>
        <p:spPr bwMode="auto">
          <a:xfrm>
            <a:off x="2452688" y="3379788"/>
            <a:ext cx="7594600" cy="1938992"/>
          </a:xfrm>
          <a:prstGeom prst="rect">
            <a:avLst/>
          </a:prstGeom>
          <a:solidFill>
            <a:schemeClr val="bg1"/>
          </a:solidFill>
          <a:ln w="28575">
            <a:solidFill>
              <a:schemeClr val="tx1"/>
            </a:solidFill>
            <a:miter lim="800000"/>
            <a:headEnd/>
            <a:tailEnd/>
          </a:ln>
        </p:spPr>
        <p:txBody>
          <a:bodyPr>
            <a:spAutoFit/>
          </a:bodyPr>
          <a:lstStyle>
            <a:lvl1pPr marL="228600" indent="-2286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80000"/>
              </a:lnSpc>
              <a:spcBef>
                <a:spcPct val="50000"/>
              </a:spcBef>
              <a:spcAft>
                <a:spcPct val="0"/>
              </a:spcAft>
              <a:buClr>
                <a:srgbClr val="FF9933"/>
              </a:buClr>
              <a:buFont typeface="Wingdings" panose="05000000000000000000" pitchFamily="2" charset="2"/>
              <a:buNone/>
            </a:pPr>
            <a:r>
              <a:rPr lang="en-US" altLang="en-US" sz="2000">
                <a:solidFill>
                  <a:prstClr val="black"/>
                </a:solidFill>
                <a:latin typeface="Courier New" panose="02070309020205020404" pitchFamily="49" charset="0"/>
              </a:rPr>
              <a:t>asa1# show memory</a:t>
            </a:r>
          </a:p>
          <a:p>
            <a:pPr fontAlgn="base">
              <a:lnSpc>
                <a:spcPct val="80000"/>
              </a:lnSpc>
              <a:spcBef>
                <a:spcPct val="50000"/>
              </a:spcBef>
              <a:spcAft>
                <a:spcPct val="0"/>
              </a:spcAft>
              <a:buClr>
                <a:srgbClr val="FF9933"/>
              </a:buClr>
              <a:buFont typeface="Wingdings" panose="05000000000000000000" pitchFamily="2" charset="2"/>
              <a:buNone/>
            </a:pPr>
            <a:r>
              <a:rPr lang="en-US" altLang="en-US" sz="2000">
                <a:solidFill>
                  <a:prstClr val="black"/>
                </a:solidFill>
                <a:latin typeface="Courier New" panose="02070309020205020404" pitchFamily="49" charset="0"/>
              </a:rPr>
              <a:t>Free memory:        468962336 bytes (87%)</a:t>
            </a:r>
          </a:p>
          <a:p>
            <a:pPr fontAlgn="base">
              <a:lnSpc>
                <a:spcPct val="80000"/>
              </a:lnSpc>
              <a:spcBef>
                <a:spcPct val="50000"/>
              </a:spcBef>
              <a:spcAft>
                <a:spcPct val="0"/>
              </a:spcAft>
              <a:buClr>
                <a:srgbClr val="FF9933"/>
              </a:buClr>
              <a:buFont typeface="Wingdings" panose="05000000000000000000" pitchFamily="2" charset="2"/>
              <a:buNone/>
            </a:pPr>
            <a:r>
              <a:rPr lang="en-US" altLang="en-US" sz="2000">
                <a:solidFill>
                  <a:prstClr val="black"/>
                </a:solidFill>
                <a:latin typeface="Courier New" panose="02070309020205020404" pitchFamily="49" charset="0"/>
              </a:rPr>
              <a:t>Used memory:         67908576 bytes (13%)</a:t>
            </a:r>
          </a:p>
          <a:p>
            <a:pPr fontAlgn="base">
              <a:lnSpc>
                <a:spcPct val="80000"/>
              </a:lnSpc>
              <a:spcBef>
                <a:spcPct val="50000"/>
              </a:spcBef>
              <a:spcAft>
                <a:spcPct val="0"/>
              </a:spcAft>
              <a:buClr>
                <a:srgbClr val="FF9933"/>
              </a:buClr>
              <a:buFont typeface="Wingdings" panose="05000000000000000000" pitchFamily="2" charset="2"/>
              <a:buNone/>
            </a:pPr>
            <a:r>
              <a:rPr lang="en-US" altLang="en-US" sz="2000">
                <a:solidFill>
                  <a:prstClr val="black"/>
                </a:solidFill>
                <a:latin typeface="Courier New" panose="02070309020205020404" pitchFamily="49" charset="0"/>
              </a:rPr>
              <a:t>-------------     ----------------</a:t>
            </a:r>
          </a:p>
          <a:p>
            <a:pPr fontAlgn="base">
              <a:lnSpc>
                <a:spcPct val="80000"/>
              </a:lnSpc>
              <a:spcBef>
                <a:spcPct val="50000"/>
              </a:spcBef>
              <a:spcAft>
                <a:spcPct val="0"/>
              </a:spcAft>
              <a:buClr>
                <a:srgbClr val="FF9933"/>
              </a:buClr>
              <a:buFont typeface="Wingdings" panose="05000000000000000000" pitchFamily="2" charset="2"/>
              <a:buNone/>
            </a:pPr>
            <a:r>
              <a:rPr lang="en-US" altLang="en-US" sz="2000">
                <a:solidFill>
                  <a:prstClr val="black"/>
                </a:solidFill>
                <a:latin typeface="Courier New" panose="02070309020205020404" pitchFamily="49" charset="0"/>
              </a:rPr>
              <a:t>Total memory:       536870912 bytes (100%)</a:t>
            </a:r>
          </a:p>
        </p:txBody>
      </p:sp>
      <p:sp>
        <p:nvSpPr>
          <p:cNvPr id="81923" name="Rectangle 134"/>
          <p:cNvSpPr>
            <a:spLocks noGrp="1" noChangeArrowheads="1"/>
          </p:cNvSpPr>
          <p:nvPr>
            <p:ph type="title"/>
          </p:nvPr>
        </p:nvSpPr>
        <p:spPr>
          <a:xfrm>
            <a:off x="1" y="0"/>
            <a:ext cx="8145463" cy="838200"/>
          </a:xfrm>
        </p:spPr>
        <p:txBody>
          <a:bodyPr/>
          <a:lstStyle/>
          <a:p>
            <a:pPr eaLnBrk="1" hangingPunct="1"/>
            <a:r>
              <a:rPr lang="en-US" altLang="en-US" sz="3733" dirty="0">
                <a:latin typeface="Arial" panose="020B0604020202020204" pitchFamily="34" charset="0"/>
                <a:cs typeface="Arial" panose="020B0604020202020204" pitchFamily="34" charset="0"/>
              </a:rPr>
              <a:t>show memory</a:t>
            </a:r>
          </a:p>
        </p:txBody>
      </p:sp>
      <p:sp>
        <p:nvSpPr>
          <p:cNvPr id="81924" name="Text Box 5"/>
          <p:cNvSpPr txBox="1">
            <a:spLocks noChangeArrowheads="1"/>
          </p:cNvSpPr>
          <p:nvPr/>
        </p:nvSpPr>
        <p:spPr bwMode="auto">
          <a:xfrm>
            <a:off x="2452690" y="1338540"/>
            <a:ext cx="25034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ciscoasa#</a:t>
            </a:r>
          </a:p>
        </p:txBody>
      </p:sp>
      <p:sp>
        <p:nvSpPr>
          <p:cNvPr id="81925" name="Text Box 6"/>
          <p:cNvSpPr txBox="1">
            <a:spLocks noChangeArrowheads="1"/>
          </p:cNvSpPr>
          <p:nvPr/>
        </p:nvSpPr>
        <p:spPr bwMode="auto">
          <a:xfrm>
            <a:off x="2452690" y="1785939"/>
            <a:ext cx="7608887" cy="400110"/>
          </a:xfrm>
          <a:prstGeom prst="rect">
            <a:avLst/>
          </a:prstGeom>
          <a:solidFill>
            <a:schemeClr val="bg1"/>
          </a:solidFill>
          <a:ln w="28575">
            <a:solidFill>
              <a:schemeClr val="tx1"/>
            </a:solidFill>
            <a:miter lim="800000"/>
            <a:headEnd/>
            <a:tailEnd/>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50000"/>
              </a:spcBef>
              <a:spcAft>
                <a:spcPct val="0"/>
              </a:spcAft>
              <a:buClr>
                <a:srgbClr val="FF9933"/>
              </a:buClr>
              <a:buFont typeface="Wingdings" panose="05000000000000000000" pitchFamily="2" charset="2"/>
              <a:buNone/>
            </a:pPr>
            <a:r>
              <a:rPr lang="en-US" altLang="en-US" sz="2000">
                <a:solidFill>
                  <a:prstClr val="black"/>
                </a:solidFill>
                <a:latin typeface="Courier New" panose="02070309020205020404" pitchFamily="49" charset="0"/>
              </a:rPr>
              <a:t>show memory</a:t>
            </a:r>
          </a:p>
        </p:txBody>
      </p:sp>
    </p:spTree>
    <p:extLst>
      <p:ext uri="{BB962C8B-B14F-4D97-AF65-F5344CB8AC3E}">
        <p14:creationId xmlns:p14="http://schemas.microsoft.com/office/powerpoint/2010/main" val="2872617288"/>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ext Box 2"/>
          <p:cNvSpPr txBox="1">
            <a:spLocks noChangeArrowheads="1"/>
          </p:cNvSpPr>
          <p:nvPr/>
        </p:nvSpPr>
        <p:spPr bwMode="auto">
          <a:xfrm>
            <a:off x="2422526" y="4808539"/>
            <a:ext cx="7505700" cy="984885"/>
          </a:xfrm>
          <a:prstGeom prst="rect">
            <a:avLst/>
          </a:prstGeom>
          <a:solidFill>
            <a:schemeClr val="bg1"/>
          </a:solidFill>
          <a:ln w="28575">
            <a:solidFill>
              <a:schemeClr val="tx1"/>
            </a:solidFill>
            <a:miter lim="800000"/>
            <a:headEnd/>
            <a:tailEnd/>
          </a:ln>
        </p:spPr>
        <p:txBody>
          <a:bodyPr>
            <a:spAutoFit/>
          </a:bodyPr>
          <a:lstStyle>
            <a:lvl1pPr marL="228600" indent="-2286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80000"/>
              </a:lnSpc>
              <a:spcBef>
                <a:spcPct val="50000"/>
              </a:spcBef>
              <a:spcAft>
                <a:spcPct val="0"/>
              </a:spcAft>
              <a:buClr>
                <a:srgbClr val="FF9933"/>
              </a:buClr>
              <a:buFont typeface="Wingdings" panose="05000000000000000000" pitchFamily="2" charset="2"/>
              <a:buNone/>
            </a:pPr>
            <a:r>
              <a:rPr lang="en-US" altLang="en-US" sz="2000">
                <a:solidFill>
                  <a:prstClr val="black"/>
                </a:solidFill>
                <a:latin typeface="Courier New" panose="02070309020205020404" pitchFamily="49" charset="0"/>
              </a:rPr>
              <a:t>asa1# show cpu usage</a:t>
            </a:r>
          </a:p>
          <a:p>
            <a:pPr fontAlgn="base">
              <a:lnSpc>
                <a:spcPct val="80000"/>
              </a:lnSpc>
              <a:spcBef>
                <a:spcPct val="50000"/>
              </a:spcBef>
              <a:spcAft>
                <a:spcPct val="0"/>
              </a:spcAft>
              <a:buClr>
                <a:srgbClr val="FF9933"/>
              </a:buClr>
              <a:buFont typeface="Wingdings" panose="05000000000000000000" pitchFamily="2" charset="2"/>
              <a:buNone/>
            </a:pPr>
            <a:r>
              <a:rPr lang="en-US" altLang="en-US" sz="2000">
                <a:solidFill>
                  <a:prstClr val="black"/>
                </a:solidFill>
                <a:latin typeface="Courier New" panose="02070309020205020404" pitchFamily="49" charset="0"/>
              </a:rPr>
              <a:t>CPU utilization for 5 seconds = 0%; 1 minute: 0%; 5 minutes: 0%</a:t>
            </a:r>
          </a:p>
        </p:txBody>
      </p:sp>
      <p:sp>
        <p:nvSpPr>
          <p:cNvPr id="83971" name="Rectangle 133"/>
          <p:cNvSpPr>
            <a:spLocks noGrp="1" noChangeArrowheads="1"/>
          </p:cNvSpPr>
          <p:nvPr>
            <p:ph type="title"/>
          </p:nvPr>
        </p:nvSpPr>
        <p:spPr>
          <a:xfrm>
            <a:off x="0" y="16670"/>
            <a:ext cx="10515600" cy="568047"/>
          </a:xfrm>
        </p:spPr>
        <p:txBody>
          <a:bodyPr/>
          <a:lstStyle/>
          <a:p>
            <a:pPr eaLnBrk="1" hangingPunct="1"/>
            <a:r>
              <a:rPr lang="en-US" altLang="en-US" sz="3733" dirty="0">
                <a:latin typeface="Arial" panose="020B0604020202020204" pitchFamily="34" charset="0"/>
                <a:cs typeface="Arial" panose="020B0604020202020204" pitchFamily="34" charset="0"/>
              </a:rPr>
              <a:t>show </a:t>
            </a:r>
            <a:r>
              <a:rPr lang="en-US" altLang="en-US" sz="3733" dirty="0" err="1">
                <a:latin typeface="Arial" panose="020B0604020202020204" pitchFamily="34" charset="0"/>
                <a:cs typeface="Arial" panose="020B0604020202020204" pitchFamily="34" charset="0"/>
              </a:rPr>
              <a:t>cpu</a:t>
            </a:r>
            <a:r>
              <a:rPr lang="en-US" altLang="en-US" sz="3733" dirty="0">
                <a:latin typeface="Arial" panose="020B0604020202020204" pitchFamily="34" charset="0"/>
                <a:cs typeface="Arial" panose="020B0604020202020204" pitchFamily="34" charset="0"/>
              </a:rPr>
              <a:t> usage</a:t>
            </a:r>
          </a:p>
        </p:txBody>
      </p:sp>
      <p:sp>
        <p:nvSpPr>
          <p:cNvPr id="83972" name="Text Box 4"/>
          <p:cNvSpPr txBox="1">
            <a:spLocks noChangeArrowheads="1"/>
          </p:cNvSpPr>
          <p:nvPr/>
        </p:nvSpPr>
        <p:spPr bwMode="auto">
          <a:xfrm>
            <a:off x="2422525" y="3413712"/>
            <a:ext cx="288448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ciscoasa#</a:t>
            </a:r>
          </a:p>
        </p:txBody>
      </p:sp>
      <p:sp>
        <p:nvSpPr>
          <p:cNvPr id="83973" name="Text Box 5"/>
          <p:cNvSpPr txBox="1">
            <a:spLocks noChangeArrowheads="1"/>
          </p:cNvSpPr>
          <p:nvPr/>
        </p:nvSpPr>
        <p:spPr bwMode="auto">
          <a:xfrm>
            <a:off x="2422526" y="3836988"/>
            <a:ext cx="7505700" cy="400110"/>
          </a:xfrm>
          <a:prstGeom prst="rect">
            <a:avLst/>
          </a:prstGeom>
          <a:solidFill>
            <a:schemeClr val="bg1"/>
          </a:solidFill>
          <a:ln w="28575">
            <a:solidFill>
              <a:schemeClr val="tx1"/>
            </a:solidFill>
            <a:miter lim="800000"/>
            <a:headEnd/>
            <a:tailEnd/>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50000"/>
              </a:spcBef>
              <a:spcAft>
                <a:spcPct val="0"/>
              </a:spcAft>
              <a:buClr>
                <a:srgbClr val="FF9933"/>
              </a:buClr>
              <a:buFont typeface="Wingdings" panose="05000000000000000000" pitchFamily="2" charset="2"/>
              <a:buNone/>
            </a:pPr>
            <a:r>
              <a:rPr lang="en-US" altLang="en-US" sz="2000">
                <a:solidFill>
                  <a:prstClr val="black"/>
                </a:solidFill>
                <a:latin typeface="Courier New" panose="02070309020205020404" pitchFamily="49" charset="0"/>
              </a:rPr>
              <a:t>show cpu usage</a:t>
            </a:r>
          </a:p>
        </p:txBody>
      </p:sp>
      <p:sp>
        <p:nvSpPr>
          <p:cNvPr id="83974" name="Line 293"/>
          <p:cNvSpPr>
            <a:spLocks noChangeShapeType="1"/>
          </p:cNvSpPr>
          <p:nvPr/>
        </p:nvSpPr>
        <p:spPr bwMode="auto">
          <a:xfrm flipH="1" flipV="1">
            <a:off x="2738439" y="2143126"/>
            <a:ext cx="6134100" cy="127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83975" name="Freeform 296"/>
          <p:cNvSpPr>
            <a:spLocks/>
          </p:cNvSpPr>
          <p:nvPr/>
        </p:nvSpPr>
        <p:spPr bwMode="auto">
          <a:xfrm flipH="1">
            <a:off x="8859837" y="1870075"/>
            <a:ext cx="450851" cy="979488"/>
          </a:xfrm>
          <a:custGeom>
            <a:avLst/>
            <a:gdLst>
              <a:gd name="T0" fmla="*/ 0 w 253"/>
              <a:gd name="T1" fmla="*/ 0 h 777"/>
              <a:gd name="T2" fmla="*/ 2147483646 w 253"/>
              <a:gd name="T3" fmla="*/ 0 h 777"/>
              <a:gd name="T4" fmla="*/ 2147483646 w 253"/>
              <a:gd name="T5" fmla="*/ 2147483646 h 777"/>
              <a:gd name="T6" fmla="*/ 0 w 253"/>
              <a:gd name="T7" fmla="*/ 2147483646 h 777"/>
              <a:gd name="T8" fmla="*/ 0 60000 65536"/>
              <a:gd name="T9" fmla="*/ 0 60000 65536"/>
              <a:gd name="T10" fmla="*/ 0 60000 65536"/>
              <a:gd name="T11" fmla="*/ 0 60000 65536"/>
              <a:gd name="T12" fmla="*/ 0 w 253"/>
              <a:gd name="T13" fmla="*/ 0 h 777"/>
              <a:gd name="T14" fmla="*/ 253 w 253"/>
              <a:gd name="T15" fmla="*/ 777 h 777"/>
            </a:gdLst>
            <a:ahLst/>
            <a:cxnLst>
              <a:cxn ang="T8">
                <a:pos x="T0" y="T1"/>
              </a:cxn>
              <a:cxn ang="T9">
                <a:pos x="T2" y="T3"/>
              </a:cxn>
              <a:cxn ang="T10">
                <a:pos x="T4" y="T5"/>
              </a:cxn>
              <a:cxn ang="T11">
                <a:pos x="T6" y="T7"/>
              </a:cxn>
            </a:cxnLst>
            <a:rect l="T12" t="T13" r="T14" b="T15"/>
            <a:pathLst>
              <a:path w="253" h="777">
                <a:moveTo>
                  <a:pt x="0" y="0"/>
                </a:moveTo>
                <a:lnTo>
                  <a:pt x="252" y="0"/>
                </a:lnTo>
                <a:lnTo>
                  <a:pt x="252" y="776"/>
                </a:lnTo>
                <a:lnTo>
                  <a:pt x="0" y="776"/>
                </a:lnTo>
              </a:path>
            </a:pathLst>
          </a:custGeom>
          <a:noFill/>
          <a:ln w="38100" cap="rnd">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83976" name="Rectangle 297"/>
          <p:cNvSpPr>
            <a:spLocks noChangeArrowheads="1"/>
          </p:cNvSpPr>
          <p:nvPr/>
        </p:nvSpPr>
        <p:spPr bwMode="auto">
          <a:xfrm flipH="1">
            <a:off x="9004041" y="2197100"/>
            <a:ext cx="833698" cy="285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1763" tIns="49988" rIns="101763" bIns="49988">
            <a:spAutoFit/>
          </a:bodyPr>
          <a:lstStyle>
            <a:lvl1pPr defTabSz="1028700">
              <a:defRPr>
                <a:solidFill>
                  <a:schemeClr val="tx1"/>
                </a:solidFill>
                <a:latin typeface="Arial" panose="020B0604020202020204" pitchFamily="34" charset="0"/>
                <a:cs typeface="Arial" panose="020B0604020202020204" pitchFamily="34" charset="0"/>
              </a:defRPr>
            </a:lvl1pPr>
            <a:lvl2pPr marL="742950" indent="-285750" defTabSz="1028700">
              <a:defRPr>
                <a:solidFill>
                  <a:schemeClr val="tx1"/>
                </a:solidFill>
                <a:latin typeface="Arial" panose="020B0604020202020204" pitchFamily="34" charset="0"/>
                <a:cs typeface="Arial" panose="020B0604020202020204" pitchFamily="34" charset="0"/>
              </a:defRPr>
            </a:lvl2pPr>
            <a:lvl3pPr marL="1143000" indent="-228600" defTabSz="1028700">
              <a:defRPr>
                <a:solidFill>
                  <a:schemeClr val="tx1"/>
                </a:solidFill>
                <a:latin typeface="Arial" panose="020B0604020202020204" pitchFamily="34" charset="0"/>
                <a:cs typeface="Arial" panose="020B0604020202020204" pitchFamily="34" charset="0"/>
              </a:defRPr>
            </a:lvl3pPr>
            <a:lvl4pPr marL="1600200" indent="-228600" defTabSz="1028700">
              <a:defRPr>
                <a:solidFill>
                  <a:schemeClr val="tx1"/>
                </a:solidFill>
                <a:latin typeface="Arial" panose="020B0604020202020204" pitchFamily="34" charset="0"/>
                <a:cs typeface="Arial" panose="020B0604020202020204" pitchFamily="34" charset="0"/>
              </a:defRPr>
            </a:lvl4pPr>
            <a:lvl5pPr marL="2057400" indent="-228600" defTabSz="1028700">
              <a:defRPr>
                <a:solidFill>
                  <a:schemeClr val="tx1"/>
                </a:solidFill>
                <a:latin typeface="Arial" panose="020B0604020202020204" pitchFamily="34" charset="0"/>
                <a:cs typeface="Arial" panose="020B0604020202020204" pitchFamily="34" charset="0"/>
              </a:defRPr>
            </a:lvl5pPr>
            <a:lvl6pPr marL="25146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20000"/>
              </a:spcBef>
              <a:spcAft>
                <a:spcPct val="0"/>
              </a:spcAft>
              <a:buClr>
                <a:srgbClr val="FF9933"/>
              </a:buClr>
              <a:buFont typeface="Wingdings" panose="05000000000000000000" pitchFamily="2" charset="2"/>
              <a:buNone/>
            </a:pPr>
            <a:r>
              <a:rPr lang="en-US" altLang="en-US" sz="1200">
                <a:solidFill>
                  <a:srgbClr val="E7E6E6"/>
                </a:solidFill>
              </a:rPr>
              <a:t>10.0.1.11</a:t>
            </a:r>
          </a:p>
        </p:txBody>
      </p:sp>
      <p:sp>
        <p:nvSpPr>
          <p:cNvPr id="83977" name="Rectangle 298"/>
          <p:cNvSpPr>
            <a:spLocks noChangeArrowheads="1"/>
          </p:cNvSpPr>
          <p:nvPr/>
        </p:nvSpPr>
        <p:spPr bwMode="auto">
          <a:xfrm flipH="1">
            <a:off x="9118600" y="3178175"/>
            <a:ext cx="820739" cy="285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01763" tIns="49988" rIns="101763" bIns="49988">
            <a:spAutoFit/>
          </a:bodyPr>
          <a:lstStyle>
            <a:lvl1pPr defTabSz="1028700">
              <a:defRPr>
                <a:solidFill>
                  <a:schemeClr val="tx1"/>
                </a:solidFill>
                <a:latin typeface="Arial" panose="020B0604020202020204" pitchFamily="34" charset="0"/>
                <a:cs typeface="Arial" panose="020B0604020202020204" pitchFamily="34" charset="0"/>
              </a:defRPr>
            </a:lvl1pPr>
            <a:lvl2pPr marL="742950" indent="-285750" defTabSz="1028700">
              <a:defRPr>
                <a:solidFill>
                  <a:schemeClr val="tx1"/>
                </a:solidFill>
                <a:latin typeface="Arial" panose="020B0604020202020204" pitchFamily="34" charset="0"/>
                <a:cs typeface="Arial" panose="020B0604020202020204" pitchFamily="34" charset="0"/>
              </a:defRPr>
            </a:lvl2pPr>
            <a:lvl3pPr marL="1143000" indent="-228600" defTabSz="1028700">
              <a:defRPr>
                <a:solidFill>
                  <a:schemeClr val="tx1"/>
                </a:solidFill>
                <a:latin typeface="Arial" panose="020B0604020202020204" pitchFamily="34" charset="0"/>
                <a:cs typeface="Arial" panose="020B0604020202020204" pitchFamily="34" charset="0"/>
              </a:defRPr>
            </a:lvl3pPr>
            <a:lvl4pPr marL="1600200" indent="-228600" defTabSz="1028700">
              <a:defRPr>
                <a:solidFill>
                  <a:schemeClr val="tx1"/>
                </a:solidFill>
                <a:latin typeface="Arial" panose="020B0604020202020204" pitchFamily="34" charset="0"/>
                <a:cs typeface="Arial" panose="020B0604020202020204" pitchFamily="34" charset="0"/>
              </a:defRPr>
            </a:lvl4pPr>
            <a:lvl5pPr marL="2057400" indent="-228600" defTabSz="1028700">
              <a:defRPr>
                <a:solidFill>
                  <a:schemeClr val="tx1"/>
                </a:solidFill>
                <a:latin typeface="Arial" panose="020B0604020202020204" pitchFamily="34" charset="0"/>
                <a:cs typeface="Arial" panose="020B0604020202020204" pitchFamily="34" charset="0"/>
              </a:defRPr>
            </a:lvl5pPr>
            <a:lvl6pPr marL="25146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20000"/>
              </a:spcBef>
              <a:spcAft>
                <a:spcPct val="0"/>
              </a:spcAft>
              <a:buClr>
                <a:srgbClr val="FF9933"/>
              </a:buClr>
              <a:buFont typeface="Wingdings" panose="05000000000000000000" pitchFamily="2" charset="2"/>
              <a:buNone/>
            </a:pPr>
            <a:r>
              <a:rPr lang="en-US" altLang="en-US" sz="1200">
                <a:solidFill>
                  <a:srgbClr val="E7E6E6"/>
                </a:solidFill>
              </a:rPr>
              <a:t>10.0.1.4</a:t>
            </a:r>
          </a:p>
        </p:txBody>
      </p:sp>
      <p:grpSp>
        <p:nvGrpSpPr>
          <p:cNvPr id="83978" name="Group 299"/>
          <p:cNvGrpSpPr>
            <a:grpSpLocks/>
          </p:cNvGrpSpPr>
          <p:nvPr/>
        </p:nvGrpSpPr>
        <p:grpSpPr bwMode="auto">
          <a:xfrm>
            <a:off x="3157539" y="1722440"/>
            <a:ext cx="1538287" cy="784225"/>
            <a:chOff x="775" y="3234"/>
            <a:chExt cx="969" cy="494"/>
          </a:xfrm>
        </p:grpSpPr>
        <p:pic>
          <p:nvPicPr>
            <p:cNvPr id="83985" name="Picture 300" descr="Network_Cloud_Standard"/>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5" y="3234"/>
              <a:ext cx="969" cy="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986" name="Rectangle 301"/>
            <p:cNvSpPr>
              <a:spLocks noChangeArrowheads="1"/>
            </p:cNvSpPr>
            <p:nvPr/>
          </p:nvSpPr>
          <p:spPr bwMode="auto">
            <a:xfrm>
              <a:off x="970" y="3384"/>
              <a:ext cx="55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Internet</a:t>
              </a:r>
            </a:p>
          </p:txBody>
        </p:sp>
      </p:grpSp>
      <p:pic>
        <p:nvPicPr>
          <p:cNvPr id="83979" name="Picture 303" descr="File-Application_Serve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376488" y="1719263"/>
            <a:ext cx="503237"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980" name="Picture 304" descr="Route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949826" y="1965325"/>
            <a:ext cx="585788"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981" name="Picture 305" descr="PC"/>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174164" y="2508251"/>
            <a:ext cx="636587"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982" name="Picture 306" descr="PC"/>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153526" y="1552575"/>
            <a:ext cx="636588"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983" name="Picture 308" descr="Cisco_ASA5500"/>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953252" y="1827214"/>
            <a:ext cx="493713" cy="641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3984" name="Picture 309" descr="Route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949826" y="1965326"/>
            <a:ext cx="585788"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60928596"/>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a:xfrm>
            <a:off x="0" y="0"/>
            <a:ext cx="10860616" cy="838200"/>
          </a:xfrm>
        </p:spPr>
        <p:txBody>
          <a:bodyPr/>
          <a:lstStyle/>
          <a:p>
            <a:pPr eaLnBrk="1" hangingPunct="1"/>
            <a:r>
              <a:rPr lang="en-US" altLang="en-US" sz="3733" dirty="0">
                <a:latin typeface="Arial" panose="020B0604020202020204" pitchFamily="34" charset="0"/>
                <a:cs typeface="Arial" panose="020B0604020202020204" pitchFamily="34" charset="0"/>
              </a:rPr>
              <a:t>show version</a:t>
            </a:r>
          </a:p>
        </p:txBody>
      </p:sp>
      <p:sp>
        <p:nvSpPr>
          <p:cNvPr id="86019" name="Text Box 6"/>
          <p:cNvSpPr txBox="1">
            <a:spLocks noChangeArrowheads="1"/>
          </p:cNvSpPr>
          <p:nvPr/>
        </p:nvSpPr>
        <p:spPr bwMode="auto">
          <a:xfrm>
            <a:off x="2238375" y="1357313"/>
            <a:ext cx="7823200" cy="4304255"/>
          </a:xfrm>
          <a:prstGeom prst="rect">
            <a:avLst/>
          </a:prstGeom>
          <a:solidFill>
            <a:schemeClr val="bg1"/>
          </a:solidFill>
          <a:ln w="28575">
            <a:solidFill>
              <a:schemeClr val="tx1"/>
            </a:solidFill>
            <a:miter lim="800000"/>
            <a:headEnd/>
            <a:tailEnd/>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r>
              <a:rPr lang="en-US" altLang="en-US" sz="1700">
                <a:solidFill>
                  <a:prstClr val="black"/>
                </a:solidFill>
                <a:latin typeface="Courier New" panose="02070309020205020404" pitchFamily="49" charset="0"/>
              </a:rPr>
              <a:t>asa1# </a:t>
            </a:r>
            <a:r>
              <a:rPr lang="en-US" altLang="en-US" sz="1700">
                <a:solidFill>
                  <a:srgbClr val="5B9BD5"/>
                </a:solidFill>
                <a:latin typeface="Courier New" panose="02070309020205020404" pitchFamily="49" charset="0"/>
              </a:rPr>
              <a:t>show version</a:t>
            </a:r>
          </a:p>
          <a:p>
            <a:pPr fontAlgn="base">
              <a:lnSpc>
                <a:spcPct val="90000"/>
              </a:lnSpc>
              <a:spcBef>
                <a:spcPct val="20000"/>
              </a:spcBef>
              <a:spcAft>
                <a:spcPct val="0"/>
              </a:spcAft>
              <a:buClr>
                <a:srgbClr val="FF9933"/>
              </a:buClr>
              <a:buFont typeface="Wingdings" panose="05000000000000000000" pitchFamily="2" charset="2"/>
              <a:buNone/>
            </a:pPr>
            <a:r>
              <a:rPr lang="en-US" altLang="en-US" sz="1700">
                <a:solidFill>
                  <a:prstClr val="black"/>
                </a:solidFill>
                <a:latin typeface="Courier New" panose="02070309020205020404" pitchFamily="49" charset="0"/>
              </a:rPr>
              <a:t>Cisco Adaptive Security Appliance Software Version 7.2(1)</a:t>
            </a:r>
          </a:p>
          <a:p>
            <a:pPr fontAlgn="base">
              <a:lnSpc>
                <a:spcPct val="90000"/>
              </a:lnSpc>
              <a:spcBef>
                <a:spcPct val="20000"/>
              </a:spcBef>
              <a:spcAft>
                <a:spcPct val="0"/>
              </a:spcAft>
              <a:buClr>
                <a:srgbClr val="FF9933"/>
              </a:buClr>
              <a:buFont typeface="Wingdings" panose="05000000000000000000" pitchFamily="2" charset="2"/>
              <a:buNone/>
            </a:pPr>
            <a:r>
              <a:rPr lang="en-US" altLang="en-US" sz="1700">
                <a:solidFill>
                  <a:prstClr val="black"/>
                </a:solidFill>
                <a:latin typeface="Courier New" panose="02070309020205020404" pitchFamily="49" charset="0"/>
              </a:rPr>
              <a:t>Device Manager Version 5.2(1)</a:t>
            </a:r>
          </a:p>
          <a:p>
            <a:pPr fontAlgn="base">
              <a:lnSpc>
                <a:spcPct val="90000"/>
              </a:lnSpc>
              <a:spcBef>
                <a:spcPct val="20000"/>
              </a:spcBef>
              <a:spcAft>
                <a:spcPct val="0"/>
              </a:spcAft>
              <a:buClr>
                <a:srgbClr val="FF9933"/>
              </a:buClr>
              <a:buFont typeface="Wingdings" panose="05000000000000000000" pitchFamily="2" charset="2"/>
              <a:buNone/>
            </a:pPr>
            <a:endParaRPr lang="en-US" altLang="en-US" sz="1700">
              <a:solidFill>
                <a:prstClr val="black"/>
              </a:solidFill>
              <a:latin typeface="Courier New" panose="02070309020205020404" pitchFamily="49" charset="0"/>
            </a:endParaRPr>
          </a:p>
          <a:p>
            <a:pPr fontAlgn="base">
              <a:lnSpc>
                <a:spcPct val="90000"/>
              </a:lnSpc>
              <a:spcBef>
                <a:spcPct val="20000"/>
              </a:spcBef>
              <a:spcAft>
                <a:spcPct val="0"/>
              </a:spcAft>
              <a:buClr>
                <a:srgbClr val="FF9933"/>
              </a:buClr>
              <a:buFont typeface="Wingdings" panose="05000000000000000000" pitchFamily="2" charset="2"/>
              <a:buNone/>
            </a:pPr>
            <a:r>
              <a:rPr lang="en-US" altLang="en-US" sz="1700">
                <a:solidFill>
                  <a:prstClr val="black"/>
                </a:solidFill>
                <a:latin typeface="Courier New" panose="02070309020205020404" pitchFamily="49" charset="0"/>
              </a:rPr>
              <a:t>Compiled on Wed 31-May-06 14:45 by root</a:t>
            </a:r>
          </a:p>
          <a:p>
            <a:pPr fontAlgn="base">
              <a:lnSpc>
                <a:spcPct val="90000"/>
              </a:lnSpc>
              <a:spcBef>
                <a:spcPct val="20000"/>
              </a:spcBef>
              <a:spcAft>
                <a:spcPct val="0"/>
              </a:spcAft>
              <a:buClr>
                <a:srgbClr val="FF9933"/>
              </a:buClr>
              <a:buFont typeface="Wingdings" panose="05000000000000000000" pitchFamily="2" charset="2"/>
              <a:buNone/>
            </a:pPr>
            <a:r>
              <a:rPr lang="en-US" altLang="en-US" sz="1700">
                <a:solidFill>
                  <a:prstClr val="black"/>
                </a:solidFill>
                <a:latin typeface="Courier New" panose="02070309020205020404" pitchFamily="49" charset="0"/>
              </a:rPr>
              <a:t>System image file is "disk0:/asa721-k8.bin"</a:t>
            </a:r>
          </a:p>
          <a:p>
            <a:pPr fontAlgn="base">
              <a:lnSpc>
                <a:spcPct val="90000"/>
              </a:lnSpc>
              <a:spcBef>
                <a:spcPct val="20000"/>
              </a:spcBef>
              <a:spcAft>
                <a:spcPct val="0"/>
              </a:spcAft>
              <a:buClr>
                <a:srgbClr val="FF9933"/>
              </a:buClr>
              <a:buFont typeface="Wingdings" panose="05000000000000000000" pitchFamily="2" charset="2"/>
              <a:buNone/>
            </a:pPr>
            <a:r>
              <a:rPr lang="en-US" altLang="en-US" sz="1700">
                <a:solidFill>
                  <a:prstClr val="black"/>
                </a:solidFill>
                <a:latin typeface="Courier New" panose="02070309020205020404" pitchFamily="49" charset="0"/>
              </a:rPr>
              <a:t>Config file at boot was "startup-config"</a:t>
            </a:r>
          </a:p>
          <a:p>
            <a:pPr fontAlgn="base">
              <a:lnSpc>
                <a:spcPct val="90000"/>
              </a:lnSpc>
              <a:spcBef>
                <a:spcPct val="20000"/>
              </a:spcBef>
              <a:spcAft>
                <a:spcPct val="0"/>
              </a:spcAft>
              <a:buClr>
                <a:srgbClr val="FF9933"/>
              </a:buClr>
              <a:buFont typeface="Wingdings" panose="05000000000000000000" pitchFamily="2" charset="2"/>
              <a:buNone/>
            </a:pPr>
            <a:endParaRPr lang="en-US" altLang="en-US" sz="1700">
              <a:solidFill>
                <a:prstClr val="black"/>
              </a:solidFill>
              <a:latin typeface="Courier New" panose="02070309020205020404" pitchFamily="49" charset="0"/>
            </a:endParaRPr>
          </a:p>
          <a:p>
            <a:pPr fontAlgn="base">
              <a:lnSpc>
                <a:spcPct val="90000"/>
              </a:lnSpc>
              <a:spcBef>
                <a:spcPct val="20000"/>
              </a:spcBef>
              <a:spcAft>
                <a:spcPct val="0"/>
              </a:spcAft>
              <a:buClr>
                <a:srgbClr val="FF9933"/>
              </a:buClr>
              <a:buFont typeface="Wingdings" panose="05000000000000000000" pitchFamily="2" charset="2"/>
              <a:buNone/>
            </a:pPr>
            <a:r>
              <a:rPr lang="en-US" altLang="en-US" sz="1700">
                <a:solidFill>
                  <a:prstClr val="black"/>
                </a:solidFill>
                <a:latin typeface="Courier New" panose="02070309020205020404" pitchFamily="49" charset="0"/>
              </a:rPr>
              <a:t>ciscoasa up 2 mins 51 secs</a:t>
            </a:r>
          </a:p>
          <a:p>
            <a:pPr fontAlgn="base">
              <a:lnSpc>
                <a:spcPct val="90000"/>
              </a:lnSpc>
              <a:spcBef>
                <a:spcPct val="20000"/>
              </a:spcBef>
              <a:spcAft>
                <a:spcPct val="0"/>
              </a:spcAft>
              <a:buClr>
                <a:srgbClr val="FF9933"/>
              </a:buClr>
              <a:buFont typeface="Wingdings" panose="05000000000000000000" pitchFamily="2" charset="2"/>
              <a:buNone/>
            </a:pPr>
            <a:endParaRPr lang="en-US" altLang="en-US" sz="1700">
              <a:solidFill>
                <a:prstClr val="black"/>
              </a:solidFill>
              <a:latin typeface="Courier New" panose="02070309020205020404" pitchFamily="49" charset="0"/>
            </a:endParaRPr>
          </a:p>
          <a:p>
            <a:pPr fontAlgn="base">
              <a:lnSpc>
                <a:spcPct val="90000"/>
              </a:lnSpc>
              <a:spcBef>
                <a:spcPct val="20000"/>
              </a:spcBef>
              <a:spcAft>
                <a:spcPct val="0"/>
              </a:spcAft>
              <a:buClr>
                <a:srgbClr val="FF9933"/>
              </a:buClr>
              <a:buFont typeface="Wingdings" panose="05000000000000000000" pitchFamily="2" charset="2"/>
              <a:buNone/>
            </a:pPr>
            <a:r>
              <a:rPr lang="en-US" altLang="en-US" sz="1700">
                <a:solidFill>
                  <a:prstClr val="black"/>
                </a:solidFill>
                <a:latin typeface="Courier New" panose="02070309020205020404" pitchFamily="49" charset="0"/>
              </a:rPr>
              <a:t>Hardware:   ASA5520, 512 MB RAM, CPU Pentium 4 Celeron 2000 MHz</a:t>
            </a:r>
          </a:p>
          <a:p>
            <a:pPr fontAlgn="base">
              <a:lnSpc>
                <a:spcPct val="90000"/>
              </a:lnSpc>
              <a:spcBef>
                <a:spcPct val="20000"/>
              </a:spcBef>
              <a:spcAft>
                <a:spcPct val="0"/>
              </a:spcAft>
              <a:buClr>
                <a:srgbClr val="FF9933"/>
              </a:buClr>
              <a:buFont typeface="Wingdings" panose="05000000000000000000" pitchFamily="2" charset="2"/>
              <a:buNone/>
            </a:pPr>
            <a:r>
              <a:rPr lang="en-US" altLang="en-US" sz="1700">
                <a:solidFill>
                  <a:prstClr val="black"/>
                </a:solidFill>
                <a:latin typeface="Courier New" panose="02070309020205020404" pitchFamily="49" charset="0"/>
              </a:rPr>
              <a:t>Internal ATA Compact Flash, 64MB</a:t>
            </a:r>
          </a:p>
          <a:p>
            <a:pPr fontAlgn="base">
              <a:lnSpc>
                <a:spcPct val="90000"/>
              </a:lnSpc>
              <a:spcBef>
                <a:spcPct val="20000"/>
              </a:spcBef>
              <a:spcAft>
                <a:spcPct val="0"/>
              </a:spcAft>
              <a:buClr>
                <a:srgbClr val="FF9933"/>
              </a:buClr>
              <a:buFont typeface="Wingdings" panose="05000000000000000000" pitchFamily="2" charset="2"/>
              <a:buNone/>
            </a:pPr>
            <a:r>
              <a:rPr lang="en-US" altLang="en-US" sz="1700">
                <a:solidFill>
                  <a:prstClr val="black"/>
                </a:solidFill>
                <a:latin typeface="Courier New" panose="02070309020205020404" pitchFamily="49" charset="0"/>
              </a:rPr>
              <a:t>BIOS Flash AT49LW080 @ 0xffe00000, 1024KB</a:t>
            </a:r>
          </a:p>
          <a:p>
            <a:pPr fontAlgn="base">
              <a:lnSpc>
                <a:spcPct val="90000"/>
              </a:lnSpc>
              <a:spcBef>
                <a:spcPct val="20000"/>
              </a:spcBef>
              <a:spcAft>
                <a:spcPct val="0"/>
              </a:spcAft>
              <a:buClr>
                <a:srgbClr val="FF9933"/>
              </a:buClr>
              <a:buFont typeface="Wingdings" panose="05000000000000000000" pitchFamily="2" charset="2"/>
              <a:buNone/>
            </a:pPr>
            <a:r>
              <a:rPr lang="en-US" altLang="en-US" sz="1700">
                <a:solidFill>
                  <a:prstClr val="black"/>
                </a:solidFill>
                <a:latin typeface="Courier New" panose="02070309020205020404" pitchFamily="49" charset="0"/>
              </a:rPr>
              <a:t>. . .</a:t>
            </a:r>
          </a:p>
        </p:txBody>
      </p:sp>
    </p:spTree>
    <p:extLst>
      <p:ext uri="{BB962C8B-B14F-4D97-AF65-F5344CB8AC3E}">
        <p14:creationId xmlns:p14="http://schemas.microsoft.com/office/powerpoint/2010/main" val="3237974000"/>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ext Box 2"/>
          <p:cNvSpPr txBox="1">
            <a:spLocks noChangeArrowheads="1"/>
          </p:cNvSpPr>
          <p:nvPr/>
        </p:nvSpPr>
        <p:spPr bwMode="auto">
          <a:xfrm>
            <a:off x="2381251" y="3214690"/>
            <a:ext cx="7381875" cy="2659190"/>
          </a:xfrm>
          <a:prstGeom prst="rect">
            <a:avLst/>
          </a:prstGeom>
          <a:solidFill>
            <a:schemeClr val="bg1"/>
          </a:solidFill>
          <a:ln w="28575">
            <a:solidFill>
              <a:schemeClr val="tx1"/>
            </a:solidFill>
            <a:miter lim="800000"/>
            <a:headEnd/>
            <a:tailEnd/>
          </a:ln>
        </p:spPr>
        <p:txBody>
          <a:bodyPr>
            <a:spAutoFit/>
          </a:bodyPr>
          <a:lstStyle>
            <a:lvl1pPr>
              <a:tabLst>
                <a:tab pos="2235200" algn="l"/>
                <a:tab pos="3208338" algn="l"/>
                <a:tab pos="3309938" algn="l"/>
                <a:tab pos="5311775" algn="l"/>
              </a:tabLst>
              <a:defRPr>
                <a:solidFill>
                  <a:schemeClr val="tx1"/>
                </a:solidFill>
                <a:latin typeface="Arial" panose="020B0604020202020204" pitchFamily="34" charset="0"/>
                <a:cs typeface="Arial" panose="020B0604020202020204" pitchFamily="34" charset="0"/>
              </a:defRPr>
            </a:lvl1pPr>
            <a:lvl2pPr marL="742950" indent="-285750">
              <a:tabLst>
                <a:tab pos="2235200" algn="l"/>
                <a:tab pos="3208338" algn="l"/>
                <a:tab pos="3309938" algn="l"/>
                <a:tab pos="5311775" algn="l"/>
              </a:tabLst>
              <a:defRPr>
                <a:solidFill>
                  <a:schemeClr val="tx1"/>
                </a:solidFill>
                <a:latin typeface="Arial" panose="020B0604020202020204" pitchFamily="34" charset="0"/>
                <a:cs typeface="Arial" panose="020B0604020202020204" pitchFamily="34" charset="0"/>
              </a:defRPr>
            </a:lvl2pPr>
            <a:lvl3pPr marL="1143000" indent="-228600">
              <a:tabLst>
                <a:tab pos="2235200" algn="l"/>
                <a:tab pos="3208338" algn="l"/>
                <a:tab pos="3309938" algn="l"/>
                <a:tab pos="5311775" algn="l"/>
              </a:tabLst>
              <a:defRPr>
                <a:solidFill>
                  <a:schemeClr val="tx1"/>
                </a:solidFill>
                <a:latin typeface="Arial" panose="020B0604020202020204" pitchFamily="34" charset="0"/>
                <a:cs typeface="Arial" panose="020B0604020202020204" pitchFamily="34" charset="0"/>
              </a:defRPr>
            </a:lvl3pPr>
            <a:lvl4pPr marL="1600200" indent="-228600">
              <a:tabLst>
                <a:tab pos="2235200" algn="l"/>
                <a:tab pos="3208338" algn="l"/>
                <a:tab pos="3309938" algn="l"/>
                <a:tab pos="5311775" algn="l"/>
              </a:tabLst>
              <a:defRPr>
                <a:solidFill>
                  <a:schemeClr val="tx1"/>
                </a:solidFill>
                <a:latin typeface="Arial" panose="020B0604020202020204" pitchFamily="34" charset="0"/>
                <a:cs typeface="Arial" panose="020B0604020202020204" pitchFamily="34" charset="0"/>
              </a:defRPr>
            </a:lvl4pPr>
            <a:lvl5pPr marL="2057400" indent="-228600">
              <a:tabLst>
                <a:tab pos="2235200" algn="l"/>
                <a:tab pos="3208338" algn="l"/>
                <a:tab pos="3309938" algn="l"/>
                <a:tab pos="5311775"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2235200" algn="l"/>
                <a:tab pos="3208338" algn="l"/>
                <a:tab pos="3309938" algn="l"/>
                <a:tab pos="5311775"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2235200" algn="l"/>
                <a:tab pos="3208338" algn="l"/>
                <a:tab pos="3309938" algn="l"/>
                <a:tab pos="5311775"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2235200" algn="l"/>
                <a:tab pos="3208338" algn="l"/>
                <a:tab pos="3309938" algn="l"/>
                <a:tab pos="5311775"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2235200" algn="l"/>
                <a:tab pos="3208338" algn="l"/>
                <a:tab pos="3309938" algn="l"/>
                <a:tab pos="5311775" algn="l"/>
              </a:tabLs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Courier New" panose="02070309020205020404" pitchFamily="49" charset="0"/>
              </a:rPr>
              <a:t>asa1# show ip address</a:t>
            </a:r>
          </a:p>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Courier New" panose="02070309020205020404" pitchFamily="49" charset="0"/>
              </a:rPr>
              <a:t>System IP Addresses:</a:t>
            </a:r>
          </a:p>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Courier New" panose="02070309020205020404" pitchFamily="49" charset="0"/>
              </a:rPr>
              <a:t>Interface       	Name         IP address      Subnet mask	Method</a:t>
            </a:r>
          </a:p>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Courier New" panose="02070309020205020404" pitchFamily="49" charset="0"/>
              </a:rPr>
              <a:t>GigabitEthernet0/0  	outside      192.168.1.2     255.255.255.0 	CONFIG</a:t>
            </a:r>
          </a:p>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Courier New" panose="02070309020205020404" pitchFamily="49" charset="0"/>
              </a:rPr>
              <a:t>GigabitEthernet0/1   	inside       10.0.1.1        255.255.255.0 	CONFIG </a:t>
            </a:r>
          </a:p>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Courier New" panose="02070309020205020404" pitchFamily="49" charset="0"/>
              </a:rPr>
              <a:t>GigabitEthernet0/2   	dmz          172.16.1.1      255.255.255.0 	CONFIG</a:t>
            </a:r>
          </a:p>
          <a:p>
            <a:pPr fontAlgn="base">
              <a:spcBef>
                <a:spcPct val="20000"/>
              </a:spcBef>
              <a:spcAft>
                <a:spcPct val="0"/>
              </a:spcAft>
              <a:buClr>
                <a:srgbClr val="FF9933"/>
              </a:buClr>
              <a:buFont typeface="Wingdings" panose="05000000000000000000" pitchFamily="2" charset="2"/>
              <a:buNone/>
            </a:pPr>
            <a:endParaRPr lang="en-US" altLang="en-US" sz="1200">
              <a:solidFill>
                <a:prstClr val="black"/>
              </a:solidFill>
              <a:latin typeface="Courier New" panose="02070309020205020404" pitchFamily="49" charset="0"/>
            </a:endParaRPr>
          </a:p>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Courier New" panose="02070309020205020404" pitchFamily="49" charset="0"/>
              </a:rPr>
              <a:t>Current IP Addresses:</a:t>
            </a:r>
          </a:p>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Courier New" panose="02070309020205020404" pitchFamily="49" charset="0"/>
              </a:rPr>
              <a:t>Interface       	Name         IP address      Subnet mask	Method</a:t>
            </a:r>
          </a:p>
          <a:p>
            <a:pPr fontAlgn="base">
              <a:lnSpc>
                <a:spcPct val="90000"/>
              </a:lnSpc>
              <a:spcBef>
                <a:spcPct val="20000"/>
              </a:spcBef>
              <a:spcAft>
                <a:spcPct val="0"/>
              </a:spcAft>
              <a:buClr>
                <a:srgbClr val="FF9933"/>
              </a:buClr>
              <a:buFont typeface="Wingdings" panose="05000000000000000000" pitchFamily="2" charset="2"/>
              <a:buNone/>
            </a:pPr>
            <a:r>
              <a:rPr lang="en-US" altLang="en-US" sz="1200">
                <a:solidFill>
                  <a:prstClr val="black"/>
                </a:solidFill>
                <a:latin typeface="Courier New" panose="02070309020205020404" pitchFamily="49" charset="0"/>
              </a:rPr>
              <a:t>GigabitEthernet0/0      outside      192.168.1.2     255.255.255.0    CONFIG</a:t>
            </a:r>
          </a:p>
          <a:p>
            <a:pPr fontAlgn="base">
              <a:lnSpc>
                <a:spcPct val="90000"/>
              </a:lnSpc>
              <a:spcBef>
                <a:spcPct val="20000"/>
              </a:spcBef>
              <a:spcAft>
                <a:spcPct val="0"/>
              </a:spcAft>
              <a:buClr>
                <a:srgbClr val="FF9933"/>
              </a:buClr>
              <a:buFont typeface="Wingdings" panose="05000000000000000000" pitchFamily="2" charset="2"/>
              <a:buNone/>
            </a:pPr>
            <a:r>
              <a:rPr lang="en-US" altLang="en-US" sz="1200">
                <a:solidFill>
                  <a:prstClr val="black"/>
                </a:solidFill>
                <a:latin typeface="Courier New" panose="02070309020205020404" pitchFamily="49" charset="0"/>
              </a:rPr>
              <a:t>GigabitEthernet0/1      inside       10.0.1.1        255.255.255.0    CONFIG </a:t>
            </a:r>
          </a:p>
          <a:p>
            <a:pPr fontAlgn="base">
              <a:lnSpc>
                <a:spcPct val="90000"/>
              </a:lnSpc>
              <a:spcBef>
                <a:spcPct val="20000"/>
              </a:spcBef>
              <a:spcAft>
                <a:spcPct val="0"/>
              </a:spcAft>
              <a:buClr>
                <a:srgbClr val="FF9933"/>
              </a:buClr>
              <a:buFont typeface="Wingdings" panose="05000000000000000000" pitchFamily="2" charset="2"/>
              <a:buNone/>
            </a:pPr>
            <a:r>
              <a:rPr lang="en-US" altLang="en-US" sz="1200">
                <a:solidFill>
                  <a:prstClr val="black"/>
                </a:solidFill>
                <a:latin typeface="Courier New" panose="02070309020205020404" pitchFamily="49" charset="0"/>
              </a:rPr>
              <a:t>GigabitEthernet0/2      dmz          172.16.1.1      255.255.255.0    CONFIG</a:t>
            </a:r>
          </a:p>
        </p:txBody>
      </p:sp>
      <p:sp>
        <p:nvSpPr>
          <p:cNvPr id="88067" name="Rectangle 3"/>
          <p:cNvSpPr>
            <a:spLocks noGrp="1" noChangeArrowheads="1"/>
          </p:cNvSpPr>
          <p:nvPr>
            <p:ph type="title"/>
          </p:nvPr>
        </p:nvSpPr>
        <p:spPr>
          <a:xfrm>
            <a:off x="0" y="7768"/>
            <a:ext cx="10515600" cy="474832"/>
          </a:xfrm>
        </p:spPr>
        <p:txBody>
          <a:bodyPr/>
          <a:lstStyle/>
          <a:p>
            <a:pPr eaLnBrk="1" hangingPunct="1"/>
            <a:r>
              <a:rPr lang="en-US" altLang="en-US" sz="3733" dirty="0">
                <a:latin typeface="Arial" panose="020B0604020202020204" pitchFamily="34" charset="0"/>
                <a:cs typeface="Arial" panose="020B0604020202020204" pitchFamily="34" charset="0"/>
              </a:rPr>
              <a:t>show </a:t>
            </a:r>
            <a:r>
              <a:rPr lang="en-US" altLang="en-US" sz="3733" dirty="0" err="1">
                <a:latin typeface="Arial" panose="020B0604020202020204" pitchFamily="34" charset="0"/>
                <a:cs typeface="Arial" panose="020B0604020202020204" pitchFamily="34" charset="0"/>
              </a:rPr>
              <a:t>ip</a:t>
            </a:r>
            <a:r>
              <a:rPr lang="en-US" altLang="en-US" sz="3733" dirty="0">
                <a:latin typeface="Arial" panose="020B0604020202020204" pitchFamily="34" charset="0"/>
                <a:cs typeface="Arial" panose="020B0604020202020204" pitchFamily="34" charset="0"/>
              </a:rPr>
              <a:t> address</a:t>
            </a:r>
          </a:p>
        </p:txBody>
      </p:sp>
      <p:sp>
        <p:nvSpPr>
          <p:cNvPr id="88068" name="Line 126"/>
          <p:cNvSpPr>
            <a:spLocks noChangeShapeType="1"/>
          </p:cNvSpPr>
          <p:nvPr/>
        </p:nvSpPr>
        <p:spPr bwMode="auto">
          <a:xfrm flipH="1" flipV="1">
            <a:off x="3190876" y="2676525"/>
            <a:ext cx="6162675" cy="44451"/>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88069" name="Rectangle 128"/>
          <p:cNvSpPr>
            <a:spLocks noChangeArrowheads="1"/>
          </p:cNvSpPr>
          <p:nvPr/>
        </p:nvSpPr>
        <p:spPr bwMode="auto">
          <a:xfrm flipH="1">
            <a:off x="4308475" y="2662239"/>
            <a:ext cx="2032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grpSp>
        <p:nvGrpSpPr>
          <p:cNvPr id="88070" name="Group 129"/>
          <p:cNvGrpSpPr>
            <a:grpSpLocks/>
          </p:cNvGrpSpPr>
          <p:nvPr/>
        </p:nvGrpSpPr>
        <p:grpSpPr bwMode="auto">
          <a:xfrm>
            <a:off x="2171700" y="2271714"/>
            <a:ext cx="1538288" cy="784225"/>
            <a:chOff x="775" y="3234"/>
            <a:chExt cx="969" cy="494"/>
          </a:xfrm>
        </p:grpSpPr>
        <p:pic>
          <p:nvPicPr>
            <p:cNvPr id="88085" name="Picture 130" descr="Network_Cloud_Standard"/>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5" y="3234"/>
              <a:ext cx="969" cy="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86" name="Rectangle 131"/>
            <p:cNvSpPr>
              <a:spLocks noChangeArrowheads="1"/>
            </p:cNvSpPr>
            <p:nvPr/>
          </p:nvSpPr>
          <p:spPr bwMode="auto">
            <a:xfrm>
              <a:off x="970" y="3384"/>
              <a:ext cx="55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Internet</a:t>
              </a:r>
            </a:p>
          </p:txBody>
        </p:sp>
      </p:grpSp>
      <p:pic>
        <p:nvPicPr>
          <p:cNvPr id="88071" name="Picture 133" descr="PC"/>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44001" y="2405063"/>
            <a:ext cx="636588"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72" name="Rectangle 134"/>
          <p:cNvSpPr>
            <a:spLocks noChangeArrowheads="1"/>
          </p:cNvSpPr>
          <p:nvPr/>
        </p:nvSpPr>
        <p:spPr bwMode="auto">
          <a:xfrm flipH="1">
            <a:off x="4813302" y="2429283"/>
            <a:ext cx="99418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192.168.1.0</a:t>
            </a:r>
          </a:p>
        </p:txBody>
      </p:sp>
      <p:sp>
        <p:nvSpPr>
          <p:cNvPr id="88073" name="Rectangle 135"/>
          <p:cNvSpPr>
            <a:spLocks noChangeArrowheads="1"/>
          </p:cNvSpPr>
          <p:nvPr/>
        </p:nvSpPr>
        <p:spPr bwMode="auto">
          <a:xfrm flipH="1">
            <a:off x="6802698" y="2428875"/>
            <a:ext cx="760153" cy="285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1763" tIns="49988" rIns="101763" bIns="49988">
            <a:spAutoFit/>
          </a:bodyPr>
          <a:lstStyle>
            <a:lvl1pPr defTabSz="1028700">
              <a:defRPr>
                <a:solidFill>
                  <a:schemeClr val="tx1"/>
                </a:solidFill>
                <a:latin typeface="Arial" panose="020B0604020202020204" pitchFamily="34" charset="0"/>
                <a:cs typeface="Arial" panose="020B0604020202020204" pitchFamily="34" charset="0"/>
              </a:defRPr>
            </a:lvl1pPr>
            <a:lvl2pPr marL="742950" indent="-285750" defTabSz="1028700">
              <a:defRPr>
                <a:solidFill>
                  <a:schemeClr val="tx1"/>
                </a:solidFill>
                <a:latin typeface="Arial" panose="020B0604020202020204" pitchFamily="34" charset="0"/>
                <a:cs typeface="Arial" panose="020B0604020202020204" pitchFamily="34" charset="0"/>
              </a:defRPr>
            </a:lvl2pPr>
            <a:lvl3pPr marL="1143000" indent="-228600" defTabSz="1028700">
              <a:defRPr>
                <a:solidFill>
                  <a:schemeClr val="tx1"/>
                </a:solidFill>
                <a:latin typeface="Arial" panose="020B0604020202020204" pitchFamily="34" charset="0"/>
                <a:cs typeface="Arial" panose="020B0604020202020204" pitchFamily="34" charset="0"/>
              </a:defRPr>
            </a:lvl3pPr>
            <a:lvl4pPr marL="1600200" indent="-228600" defTabSz="1028700">
              <a:defRPr>
                <a:solidFill>
                  <a:schemeClr val="tx1"/>
                </a:solidFill>
                <a:latin typeface="Arial" panose="020B0604020202020204" pitchFamily="34" charset="0"/>
                <a:cs typeface="Arial" panose="020B0604020202020204" pitchFamily="34" charset="0"/>
              </a:defRPr>
            </a:lvl4pPr>
            <a:lvl5pPr marL="2057400" indent="-228600" defTabSz="1028700">
              <a:defRPr>
                <a:solidFill>
                  <a:schemeClr val="tx1"/>
                </a:solidFill>
                <a:latin typeface="Arial" panose="020B0604020202020204" pitchFamily="34" charset="0"/>
                <a:cs typeface="Arial" panose="020B0604020202020204" pitchFamily="34" charset="0"/>
              </a:defRPr>
            </a:lvl5pPr>
            <a:lvl6pPr marL="25146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20000"/>
              </a:spcBef>
              <a:spcAft>
                <a:spcPct val="0"/>
              </a:spcAft>
              <a:buClr>
                <a:srgbClr val="FF9933"/>
              </a:buClr>
              <a:buFont typeface="Wingdings" panose="05000000000000000000" pitchFamily="2" charset="2"/>
              <a:buNone/>
            </a:pPr>
            <a:r>
              <a:rPr lang="en-US" altLang="en-US" sz="1200">
                <a:solidFill>
                  <a:srgbClr val="E7E6E6"/>
                </a:solidFill>
              </a:rPr>
              <a:t>10.0.1.0</a:t>
            </a:r>
          </a:p>
        </p:txBody>
      </p:sp>
      <p:sp>
        <p:nvSpPr>
          <p:cNvPr id="88074" name="Rectangle 136"/>
          <p:cNvSpPr>
            <a:spLocks noChangeArrowheads="1"/>
          </p:cNvSpPr>
          <p:nvPr/>
        </p:nvSpPr>
        <p:spPr bwMode="auto">
          <a:xfrm flipH="1">
            <a:off x="8437824" y="2428875"/>
            <a:ext cx="760153" cy="285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1763" tIns="49988" rIns="101763" bIns="49988">
            <a:spAutoFit/>
          </a:bodyPr>
          <a:lstStyle>
            <a:lvl1pPr defTabSz="1028700">
              <a:defRPr>
                <a:solidFill>
                  <a:schemeClr val="tx1"/>
                </a:solidFill>
                <a:latin typeface="Arial" panose="020B0604020202020204" pitchFamily="34" charset="0"/>
                <a:cs typeface="Arial" panose="020B0604020202020204" pitchFamily="34" charset="0"/>
              </a:defRPr>
            </a:lvl1pPr>
            <a:lvl2pPr marL="742950" indent="-285750" defTabSz="1028700">
              <a:defRPr>
                <a:solidFill>
                  <a:schemeClr val="tx1"/>
                </a:solidFill>
                <a:latin typeface="Arial" panose="020B0604020202020204" pitchFamily="34" charset="0"/>
                <a:cs typeface="Arial" panose="020B0604020202020204" pitchFamily="34" charset="0"/>
              </a:defRPr>
            </a:lvl2pPr>
            <a:lvl3pPr marL="1143000" indent="-228600" defTabSz="1028700">
              <a:defRPr>
                <a:solidFill>
                  <a:schemeClr val="tx1"/>
                </a:solidFill>
                <a:latin typeface="Arial" panose="020B0604020202020204" pitchFamily="34" charset="0"/>
                <a:cs typeface="Arial" panose="020B0604020202020204" pitchFamily="34" charset="0"/>
              </a:defRPr>
            </a:lvl3pPr>
            <a:lvl4pPr marL="1600200" indent="-228600" defTabSz="1028700">
              <a:defRPr>
                <a:solidFill>
                  <a:schemeClr val="tx1"/>
                </a:solidFill>
                <a:latin typeface="Arial" panose="020B0604020202020204" pitchFamily="34" charset="0"/>
                <a:cs typeface="Arial" panose="020B0604020202020204" pitchFamily="34" charset="0"/>
              </a:defRPr>
            </a:lvl4pPr>
            <a:lvl5pPr marL="2057400" indent="-228600" defTabSz="1028700">
              <a:defRPr>
                <a:solidFill>
                  <a:schemeClr val="tx1"/>
                </a:solidFill>
                <a:latin typeface="Arial" panose="020B0604020202020204" pitchFamily="34" charset="0"/>
                <a:cs typeface="Arial" panose="020B0604020202020204" pitchFamily="34" charset="0"/>
              </a:defRPr>
            </a:lvl5pPr>
            <a:lvl6pPr marL="25146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20000"/>
              </a:spcBef>
              <a:spcAft>
                <a:spcPct val="0"/>
              </a:spcAft>
              <a:buClr>
                <a:srgbClr val="FF9933"/>
              </a:buClr>
              <a:buFont typeface="Wingdings" panose="05000000000000000000" pitchFamily="2" charset="2"/>
              <a:buNone/>
            </a:pPr>
            <a:r>
              <a:rPr lang="en-US" altLang="en-US" sz="1200">
                <a:solidFill>
                  <a:srgbClr val="E7E6E6"/>
                </a:solidFill>
              </a:rPr>
              <a:t>10.1.1.0</a:t>
            </a:r>
          </a:p>
        </p:txBody>
      </p:sp>
      <p:sp>
        <p:nvSpPr>
          <p:cNvPr id="88075" name="Line 139"/>
          <p:cNvSpPr>
            <a:spLocks noChangeShapeType="1"/>
          </p:cNvSpPr>
          <p:nvPr/>
        </p:nvSpPr>
        <p:spPr bwMode="auto">
          <a:xfrm flipV="1">
            <a:off x="6194425" y="1565277"/>
            <a:ext cx="4763" cy="754063"/>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pic>
        <p:nvPicPr>
          <p:cNvPr id="88076" name="Picture 141" descr="File-Application_Serve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961064" y="1154113"/>
            <a:ext cx="473075" cy="6794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77" name="Rectangle 142"/>
          <p:cNvSpPr>
            <a:spLocks noChangeArrowheads="1"/>
          </p:cNvSpPr>
          <p:nvPr/>
        </p:nvSpPr>
        <p:spPr bwMode="auto">
          <a:xfrm flipH="1">
            <a:off x="5276852" y="1868896"/>
            <a:ext cx="90922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172.16.1.0</a:t>
            </a:r>
          </a:p>
        </p:txBody>
      </p:sp>
      <p:sp>
        <p:nvSpPr>
          <p:cNvPr id="88078" name="Rectangle 143"/>
          <p:cNvSpPr>
            <a:spLocks noChangeArrowheads="1"/>
          </p:cNvSpPr>
          <p:nvPr/>
        </p:nvSpPr>
        <p:spPr bwMode="auto">
          <a:xfrm flipH="1">
            <a:off x="5730875" y="2668996"/>
            <a:ext cx="31290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.2</a:t>
            </a:r>
          </a:p>
        </p:txBody>
      </p:sp>
      <p:sp>
        <p:nvSpPr>
          <p:cNvPr id="88079" name="Rectangle 144"/>
          <p:cNvSpPr>
            <a:spLocks noChangeArrowheads="1"/>
          </p:cNvSpPr>
          <p:nvPr/>
        </p:nvSpPr>
        <p:spPr bwMode="auto">
          <a:xfrm flipH="1">
            <a:off x="6172200" y="2007008"/>
            <a:ext cx="31290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.1</a:t>
            </a:r>
          </a:p>
        </p:txBody>
      </p:sp>
      <p:sp>
        <p:nvSpPr>
          <p:cNvPr id="88080" name="Rectangle 145"/>
          <p:cNvSpPr>
            <a:spLocks noChangeArrowheads="1"/>
          </p:cNvSpPr>
          <p:nvPr/>
        </p:nvSpPr>
        <p:spPr bwMode="auto">
          <a:xfrm flipH="1">
            <a:off x="6448425" y="2675345"/>
            <a:ext cx="31290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.1</a:t>
            </a:r>
          </a:p>
        </p:txBody>
      </p:sp>
      <p:sp>
        <p:nvSpPr>
          <p:cNvPr id="88081" name="Rectangle 146"/>
          <p:cNvSpPr>
            <a:spLocks noChangeArrowheads="1"/>
          </p:cNvSpPr>
          <p:nvPr/>
        </p:nvSpPr>
        <p:spPr bwMode="auto">
          <a:xfrm flipH="1">
            <a:off x="8255000" y="2710271"/>
            <a:ext cx="31290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.1</a:t>
            </a:r>
          </a:p>
        </p:txBody>
      </p:sp>
      <p:pic>
        <p:nvPicPr>
          <p:cNvPr id="88082" name="Picture 148" descr="Cisco_ASA5500"/>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967414" y="2255839"/>
            <a:ext cx="547687"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083" name="Picture 149" descr="Route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121151" y="2516190"/>
            <a:ext cx="585788"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084" name="Picture 150" descr="Route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735889" y="2536826"/>
            <a:ext cx="585787"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34096614"/>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4"/>
          <p:cNvSpPr txBox="1">
            <a:spLocks noChangeArrowheads="1"/>
          </p:cNvSpPr>
          <p:nvPr/>
        </p:nvSpPr>
        <p:spPr bwMode="auto">
          <a:xfrm>
            <a:off x="2239963" y="1519239"/>
            <a:ext cx="7580312" cy="4490588"/>
          </a:xfrm>
          <a:prstGeom prst="rect">
            <a:avLst/>
          </a:prstGeom>
          <a:solidFill>
            <a:schemeClr val="bg1"/>
          </a:solidFill>
          <a:ln w="28575">
            <a:solidFill>
              <a:schemeClr val="tx1"/>
            </a:solidFill>
            <a:miter lim="800000"/>
            <a:headEnd/>
            <a:tailEnd/>
          </a:ln>
        </p:spPr>
        <p:txBody>
          <a:bodyPr>
            <a:spAutoFit/>
          </a:bodyPr>
          <a:lstStyle/>
          <a:p>
            <a:pPr fontAlgn="base">
              <a:lnSpc>
                <a:spcPct val="80000"/>
              </a:lnSpc>
              <a:spcBef>
                <a:spcPct val="50000"/>
              </a:spcBef>
              <a:spcAft>
                <a:spcPct val="0"/>
              </a:spcAft>
              <a:buClr>
                <a:srgbClr val="FF9933"/>
              </a:buClr>
              <a:buFont typeface="Wingdings" panose="05000000000000000000" pitchFamily="2" charset="2"/>
              <a:buNone/>
              <a:defRPr/>
            </a:pPr>
            <a:r>
              <a:rPr lang="en-US" sz="1051" dirty="0">
                <a:solidFill>
                  <a:prstClr val="black"/>
                </a:solidFill>
                <a:latin typeface="Courier New" pitchFamily="49" charset="0"/>
                <a:cs typeface="Arial" charset="0"/>
              </a:rPr>
              <a:t>asa1# show interface</a:t>
            </a:r>
          </a:p>
          <a:p>
            <a:pPr fontAlgn="base">
              <a:lnSpc>
                <a:spcPct val="90000"/>
              </a:lnSpc>
              <a:spcBef>
                <a:spcPct val="20000"/>
              </a:spcBef>
              <a:spcAft>
                <a:spcPct val="0"/>
              </a:spcAft>
              <a:buClr>
                <a:srgbClr val="FF9933"/>
              </a:buClr>
              <a:buFont typeface="Wingdings" panose="05000000000000000000" pitchFamily="2" charset="2"/>
              <a:buNone/>
              <a:defRPr/>
            </a:pPr>
            <a:r>
              <a:rPr lang="en-US" sz="1051" dirty="0">
                <a:solidFill>
                  <a:prstClr val="black"/>
                </a:solidFill>
                <a:latin typeface="Courier New" pitchFamily="49" charset="0"/>
                <a:cs typeface="Arial" charset="0"/>
              </a:rPr>
              <a:t>Interface GigabitEthernet0/0 "outside", is up, line protocol is up</a:t>
            </a:r>
          </a:p>
          <a:p>
            <a:pPr fontAlgn="base">
              <a:lnSpc>
                <a:spcPct val="90000"/>
              </a:lnSpc>
              <a:spcBef>
                <a:spcPct val="20000"/>
              </a:spcBef>
              <a:spcAft>
                <a:spcPct val="0"/>
              </a:spcAft>
              <a:buClr>
                <a:srgbClr val="FF9933"/>
              </a:buClr>
              <a:buFont typeface="Wingdings" panose="05000000000000000000" pitchFamily="2" charset="2"/>
              <a:buNone/>
              <a:defRPr/>
            </a:pPr>
            <a:r>
              <a:rPr lang="en-US" sz="1051" dirty="0">
                <a:solidFill>
                  <a:prstClr val="black"/>
                </a:solidFill>
                <a:latin typeface="Courier New" pitchFamily="49" charset="0"/>
                <a:cs typeface="Arial" charset="0"/>
              </a:rPr>
              <a:t>  Hardware is i82546GB rev03, BW 1000 Mbps</a:t>
            </a:r>
          </a:p>
          <a:p>
            <a:pPr fontAlgn="base">
              <a:lnSpc>
                <a:spcPct val="90000"/>
              </a:lnSpc>
              <a:spcBef>
                <a:spcPct val="20000"/>
              </a:spcBef>
              <a:spcAft>
                <a:spcPct val="0"/>
              </a:spcAft>
              <a:buClr>
                <a:srgbClr val="FF9933"/>
              </a:buClr>
              <a:buFont typeface="Wingdings" panose="05000000000000000000" pitchFamily="2" charset="2"/>
              <a:buNone/>
              <a:defRPr/>
            </a:pPr>
            <a:r>
              <a:rPr lang="en-US" sz="1051" dirty="0">
                <a:solidFill>
                  <a:prstClr val="black"/>
                </a:solidFill>
                <a:latin typeface="Courier New" pitchFamily="49" charset="0"/>
                <a:cs typeface="Arial" charset="0"/>
              </a:rPr>
              <a:t>        Full-Duplex(Full-duplex), 100 Mbps(100 Mbps)</a:t>
            </a:r>
          </a:p>
          <a:p>
            <a:pPr fontAlgn="base">
              <a:lnSpc>
                <a:spcPct val="90000"/>
              </a:lnSpc>
              <a:spcBef>
                <a:spcPct val="20000"/>
              </a:spcBef>
              <a:spcAft>
                <a:spcPct val="0"/>
              </a:spcAft>
              <a:buClr>
                <a:srgbClr val="FF9933"/>
              </a:buClr>
              <a:buFont typeface="Wingdings" panose="05000000000000000000" pitchFamily="2" charset="2"/>
              <a:buNone/>
              <a:defRPr/>
            </a:pPr>
            <a:r>
              <a:rPr lang="en-US" sz="1051" dirty="0">
                <a:solidFill>
                  <a:prstClr val="black"/>
                </a:solidFill>
                <a:latin typeface="Courier New" pitchFamily="49" charset="0"/>
                <a:cs typeface="Arial" charset="0"/>
              </a:rPr>
              <a:t>        MAC address 0013.c482.2e4c, MTU 1500</a:t>
            </a:r>
          </a:p>
          <a:p>
            <a:pPr fontAlgn="base">
              <a:lnSpc>
                <a:spcPct val="90000"/>
              </a:lnSpc>
              <a:spcBef>
                <a:spcPct val="20000"/>
              </a:spcBef>
              <a:spcAft>
                <a:spcPct val="0"/>
              </a:spcAft>
              <a:buClr>
                <a:srgbClr val="FF9933"/>
              </a:buClr>
              <a:buFont typeface="Wingdings" panose="05000000000000000000" pitchFamily="2" charset="2"/>
              <a:buNone/>
              <a:defRPr/>
            </a:pPr>
            <a:r>
              <a:rPr lang="en-US" sz="1051" dirty="0">
                <a:solidFill>
                  <a:prstClr val="black"/>
                </a:solidFill>
                <a:latin typeface="Courier New" pitchFamily="49" charset="0"/>
                <a:cs typeface="Arial" charset="0"/>
              </a:rPr>
              <a:t>        IP address 192.168.1.2, subnet mask 255.255.255.0</a:t>
            </a:r>
          </a:p>
          <a:p>
            <a:pPr fontAlgn="base">
              <a:lnSpc>
                <a:spcPct val="90000"/>
              </a:lnSpc>
              <a:spcBef>
                <a:spcPct val="20000"/>
              </a:spcBef>
              <a:spcAft>
                <a:spcPct val="0"/>
              </a:spcAft>
              <a:buClr>
                <a:srgbClr val="FF9933"/>
              </a:buClr>
              <a:buFont typeface="Wingdings" panose="05000000000000000000" pitchFamily="2" charset="2"/>
              <a:buNone/>
              <a:defRPr/>
            </a:pPr>
            <a:r>
              <a:rPr lang="en-US" sz="1051" dirty="0">
                <a:solidFill>
                  <a:prstClr val="black"/>
                </a:solidFill>
                <a:latin typeface="Courier New" pitchFamily="49" charset="0"/>
                <a:cs typeface="Arial" charset="0"/>
              </a:rPr>
              <a:t>        8 packets input, 1078 bytes, 0 no buffer</a:t>
            </a:r>
          </a:p>
          <a:p>
            <a:pPr fontAlgn="base">
              <a:lnSpc>
                <a:spcPct val="90000"/>
              </a:lnSpc>
              <a:spcBef>
                <a:spcPct val="20000"/>
              </a:spcBef>
              <a:spcAft>
                <a:spcPct val="0"/>
              </a:spcAft>
              <a:buClr>
                <a:srgbClr val="FF9933"/>
              </a:buClr>
              <a:buFont typeface="Wingdings" panose="05000000000000000000" pitchFamily="2" charset="2"/>
              <a:buNone/>
              <a:defRPr/>
            </a:pPr>
            <a:r>
              <a:rPr lang="en-US" sz="1051" dirty="0">
                <a:solidFill>
                  <a:prstClr val="black"/>
                </a:solidFill>
                <a:latin typeface="Courier New" pitchFamily="49" charset="0"/>
                <a:cs typeface="Arial" charset="0"/>
              </a:rPr>
              <a:t>        Received 8 broadcasts, 0 runts, 0 giants</a:t>
            </a:r>
          </a:p>
          <a:p>
            <a:pPr fontAlgn="base">
              <a:lnSpc>
                <a:spcPct val="90000"/>
              </a:lnSpc>
              <a:spcBef>
                <a:spcPct val="20000"/>
              </a:spcBef>
              <a:spcAft>
                <a:spcPct val="0"/>
              </a:spcAft>
              <a:buClr>
                <a:srgbClr val="FF9933"/>
              </a:buClr>
              <a:buFont typeface="Wingdings" panose="05000000000000000000" pitchFamily="2" charset="2"/>
              <a:buNone/>
              <a:defRPr/>
            </a:pPr>
            <a:r>
              <a:rPr lang="en-US" sz="1051" dirty="0">
                <a:solidFill>
                  <a:prstClr val="black"/>
                </a:solidFill>
                <a:latin typeface="Courier New" pitchFamily="49" charset="0"/>
                <a:cs typeface="Arial" charset="0"/>
              </a:rPr>
              <a:t>        0 input errors, 0 CRC, 0 frame, 0 overrun, 0 ignored, 0 abort</a:t>
            </a:r>
          </a:p>
          <a:p>
            <a:pPr fontAlgn="base">
              <a:lnSpc>
                <a:spcPct val="90000"/>
              </a:lnSpc>
              <a:spcBef>
                <a:spcPct val="20000"/>
              </a:spcBef>
              <a:spcAft>
                <a:spcPct val="0"/>
              </a:spcAft>
              <a:buClr>
                <a:srgbClr val="FF9933"/>
              </a:buClr>
              <a:buFont typeface="Wingdings" panose="05000000000000000000" pitchFamily="2" charset="2"/>
              <a:buNone/>
              <a:defRPr/>
            </a:pPr>
            <a:r>
              <a:rPr lang="en-US" sz="1051" dirty="0">
                <a:solidFill>
                  <a:prstClr val="black"/>
                </a:solidFill>
                <a:latin typeface="Courier New" pitchFamily="49" charset="0"/>
                <a:cs typeface="Arial" charset="0"/>
              </a:rPr>
              <a:t>        0 L2 decode drops</a:t>
            </a:r>
          </a:p>
          <a:p>
            <a:pPr fontAlgn="base">
              <a:lnSpc>
                <a:spcPct val="90000"/>
              </a:lnSpc>
              <a:spcBef>
                <a:spcPct val="20000"/>
              </a:spcBef>
              <a:spcAft>
                <a:spcPct val="0"/>
              </a:spcAft>
              <a:buClr>
                <a:srgbClr val="FF9933"/>
              </a:buClr>
              <a:buFont typeface="Wingdings" panose="05000000000000000000" pitchFamily="2" charset="2"/>
              <a:buNone/>
              <a:defRPr/>
            </a:pPr>
            <a:r>
              <a:rPr lang="en-US" sz="1051" dirty="0">
                <a:solidFill>
                  <a:prstClr val="black"/>
                </a:solidFill>
                <a:latin typeface="Courier New" pitchFamily="49" charset="0"/>
                <a:cs typeface="Arial" charset="0"/>
              </a:rPr>
              <a:t>        0 packets output, 0 bytes, 0 </a:t>
            </a:r>
            <a:r>
              <a:rPr lang="en-US" sz="1051" dirty="0" err="1">
                <a:solidFill>
                  <a:prstClr val="black"/>
                </a:solidFill>
                <a:latin typeface="Courier New" pitchFamily="49" charset="0"/>
                <a:cs typeface="Arial" charset="0"/>
              </a:rPr>
              <a:t>underruns</a:t>
            </a:r>
            <a:endParaRPr lang="en-US" sz="1051" dirty="0">
              <a:solidFill>
                <a:prstClr val="black"/>
              </a:solidFill>
              <a:latin typeface="Courier New" pitchFamily="49" charset="0"/>
              <a:cs typeface="Arial" charset="0"/>
            </a:endParaRPr>
          </a:p>
          <a:p>
            <a:pPr fontAlgn="base">
              <a:lnSpc>
                <a:spcPct val="90000"/>
              </a:lnSpc>
              <a:spcBef>
                <a:spcPct val="20000"/>
              </a:spcBef>
              <a:spcAft>
                <a:spcPct val="0"/>
              </a:spcAft>
              <a:buClr>
                <a:srgbClr val="FF9933"/>
              </a:buClr>
              <a:buFont typeface="Wingdings" panose="05000000000000000000" pitchFamily="2" charset="2"/>
              <a:buNone/>
              <a:defRPr/>
            </a:pPr>
            <a:r>
              <a:rPr lang="en-US" sz="1051" dirty="0">
                <a:solidFill>
                  <a:prstClr val="black"/>
                </a:solidFill>
                <a:latin typeface="Courier New" pitchFamily="49" charset="0"/>
                <a:cs typeface="Arial" charset="0"/>
              </a:rPr>
              <a:t>        0 output errors, 0 collisions</a:t>
            </a:r>
          </a:p>
          <a:p>
            <a:pPr fontAlgn="base">
              <a:lnSpc>
                <a:spcPct val="90000"/>
              </a:lnSpc>
              <a:spcBef>
                <a:spcPct val="20000"/>
              </a:spcBef>
              <a:spcAft>
                <a:spcPct val="0"/>
              </a:spcAft>
              <a:buClr>
                <a:srgbClr val="FF9933"/>
              </a:buClr>
              <a:buFont typeface="Wingdings" panose="05000000000000000000" pitchFamily="2" charset="2"/>
              <a:buNone/>
              <a:defRPr/>
            </a:pPr>
            <a:r>
              <a:rPr lang="en-US" sz="1051" dirty="0">
                <a:solidFill>
                  <a:prstClr val="black"/>
                </a:solidFill>
                <a:latin typeface="Courier New" pitchFamily="49" charset="0"/>
                <a:cs typeface="Arial" charset="0"/>
              </a:rPr>
              <a:t>        0 late collisions, 0 deferred</a:t>
            </a:r>
          </a:p>
          <a:p>
            <a:pPr fontAlgn="base">
              <a:lnSpc>
                <a:spcPct val="90000"/>
              </a:lnSpc>
              <a:spcBef>
                <a:spcPct val="20000"/>
              </a:spcBef>
              <a:spcAft>
                <a:spcPct val="0"/>
              </a:spcAft>
              <a:buClr>
                <a:srgbClr val="FF9933"/>
              </a:buClr>
              <a:buFont typeface="Wingdings" panose="05000000000000000000" pitchFamily="2" charset="2"/>
              <a:buNone/>
              <a:defRPr/>
            </a:pPr>
            <a:r>
              <a:rPr lang="en-US" sz="1051" dirty="0">
                <a:solidFill>
                  <a:prstClr val="black"/>
                </a:solidFill>
                <a:latin typeface="Courier New" pitchFamily="49" charset="0"/>
                <a:cs typeface="Arial" charset="0"/>
              </a:rPr>
              <a:t>        input queue (</a:t>
            </a:r>
            <a:r>
              <a:rPr lang="en-US" sz="1051" dirty="0" err="1">
                <a:solidFill>
                  <a:prstClr val="black"/>
                </a:solidFill>
                <a:latin typeface="Courier New" pitchFamily="49" charset="0"/>
                <a:cs typeface="Arial" charset="0"/>
              </a:rPr>
              <a:t>curr</a:t>
            </a:r>
            <a:r>
              <a:rPr lang="en-US" sz="1051" dirty="0">
                <a:solidFill>
                  <a:prstClr val="black"/>
                </a:solidFill>
                <a:latin typeface="Courier New" pitchFamily="49" charset="0"/>
                <a:cs typeface="Arial" charset="0"/>
              </a:rPr>
              <a:t>/max blocks): hardware (8/0) software (0/0)</a:t>
            </a:r>
          </a:p>
          <a:p>
            <a:pPr fontAlgn="base">
              <a:lnSpc>
                <a:spcPct val="90000"/>
              </a:lnSpc>
              <a:spcBef>
                <a:spcPct val="20000"/>
              </a:spcBef>
              <a:spcAft>
                <a:spcPct val="0"/>
              </a:spcAft>
              <a:buClr>
                <a:srgbClr val="FF9933"/>
              </a:buClr>
              <a:buFont typeface="Wingdings" panose="05000000000000000000" pitchFamily="2" charset="2"/>
              <a:buNone/>
              <a:defRPr/>
            </a:pPr>
            <a:r>
              <a:rPr lang="en-US" sz="1051" dirty="0">
                <a:solidFill>
                  <a:prstClr val="black"/>
                </a:solidFill>
                <a:latin typeface="Courier New" pitchFamily="49" charset="0"/>
                <a:cs typeface="Arial" charset="0"/>
              </a:rPr>
              <a:t>        output queue (</a:t>
            </a:r>
            <a:r>
              <a:rPr lang="en-US" sz="1051" dirty="0" err="1">
                <a:solidFill>
                  <a:prstClr val="black"/>
                </a:solidFill>
                <a:latin typeface="Courier New" pitchFamily="49" charset="0"/>
                <a:cs typeface="Arial" charset="0"/>
              </a:rPr>
              <a:t>curr</a:t>
            </a:r>
            <a:r>
              <a:rPr lang="en-US" sz="1051" dirty="0">
                <a:solidFill>
                  <a:prstClr val="black"/>
                </a:solidFill>
                <a:latin typeface="Courier New" pitchFamily="49" charset="0"/>
                <a:cs typeface="Arial" charset="0"/>
              </a:rPr>
              <a:t>/max blocks): hardware (0/0) software (0/0)</a:t>
            </a:r>
          </a:p>
          <a:p>
            <a:pPr fontAlgn="base">
              <a:lnSpc>
                <a:spcPct val="90000"/>
              </a:lnSpc>
              <a:spcBef>
                <a:spcPct val="20000"/>
              </a:spcBef>
              <a:spcAft>
                <a:spcPct val="0"/>
              </a:spcAft>
              <a:buClr>
                <a:srgbClr val="FF9933"/>
              </a:buClr>
              <a:buFont typeface="Wingdings" panose="05000000000000000000" pitchFamily="2" charset="2"/>
              <a:buNone/>
              <a:defRPr/>
            </a:pPr>
            <a:r>
              <a:rPr lang="en-US" sz="1051" dirty="0">
                <a:solidFill>
                  <a:prstClr val="black"/>
                </a:solidFill>
                <a:latin typeface="Courier New" pitchFamily="49" charset="0"/>
                <a:cs typeface="Arial" charset="0"/>
              </a:rPr>
              <a:t>  Traffic Statistics for "outside":</a:t>
            </a:r>
          </a:p>
          <a:p>
            <a:pPr fontAlgn="base">
              <a:lnSpc>
                <a:spcPct val="90000"/>
              </a:lnSpc>
              <a:spcBef>
                <a:spcPct val="20000"/>
              </a:spcBef>
              <a:spcAft>
                <a:spcPct val="0"/>
              </a:spcAft>
              <a:buClr>
                <a:srgbClr val="FF9933"/>
              </a:buClr>
              <a:buFont typeface="Wingdings" panose="05000000000000000000" pitchFamily="2" charset="2"/>
              <a:buNone/>
              <a:defRPr/>
            </a:pPr>
            <a:r>
              <a:rPr lang="en-US" sz="1051" dirty="0">
                <a:solidFill>
                  <a:prstClr val="black"/>
                </a:solidFill>
                <a:latin typeface="Courier New" pitchFamily="49" charset="0"/>
                <a:cs typeface="Arial" charset="0"/>
              </a:rPr>
              <a:t>        8 packets input, 934 bytes</a:t>
            </a:r>
          </a:p>
          <a:p>
            <a:pPr fontAlgn="base">
              <a:lnSpc>
                <a:spcPct val="90000"/>
              </a:lnSpc>
              <a:spcBef>
                <a:spcPct val="20000"/>
              </a:spcBef>
              <a:spcAft>
                <a:spcPct val="0"/>
              </a:spcAft>
              <a:buClr>
                <a:srgbClr val="FF9933"/>
              </a:buClr>
              <a:buFont typeface="Wingdings" panose="05000000000000000000" pitchFamily="2" charset="2"/>
              <a:buNone/>
              <a:defRPr/>
            </a:pPr>
            <a:r>
              <a:rPr lang="en-US" sz="1051" dirty="0">
                <a:solidFill>
                  <a:prstClr val="black"/>
                </a:solidFill>
                <a:latin typeface="Courier New" pitchFamily="49" charset="0"/>
                <a:cs typeface="Arial" charset="0"/>
              </a:rPr>
              <a:t>        0 packets output, 0 bytes</a:t>
            </a:r>
          </a:p>
          <a:p>
            <a:pPr fontAlgn="base">
              <a:lnSpc>
                <a:spcPct val="90000"/>
              </a:lnSpc>
              <a:spcBef>
                <a:spcPct val="20000"/>
              </a:spcBef>
              <a:spcAft>
                <a:spcPct val="0"/>
              </a:spcAft>
              <a:buClr>
                <a:srgbClr val="FF9933"/>
              </a:buClr>
              <a:buFont typeface="Wingdings" panose="05000000000000000000" pitchFamily="2" charset="2"/>
              <a:buNone/>
              <a:defRPr/>
            </a:pPr>
            <a:r>
              <a:rPr lang="en-US" sz="1051" dirty="0">
                <a:solidFill>
                  <a:prstClr val="black"/>
                </a:solidFill>
                <a:latin typeface="Courier New" pitchFamily="49" charset="0"/>
                <a:cs typeface="Arial" charset="0"/>
              </a:rPr>
              <a:t>        8 packets dropped</a:t>
            </a:r>
          </a:p>
          <a:p>
            <a:pPr fontAlgn="base">
              <a:lnSpc>
                <a:spcPct val="90000"/>
              </a:lnSpc>
              <a:spcBef>
                <a:spcPct val="20000"/>
              </a:spcBef>
              <a:spcAft>
                <a:spcPct val="0"/>
              </a:spcAft>
              <a:buClr>
                <a:srgbClr val="FF9933"/>
              </a:buClr>
              <a:buFont typeface="Wingdings" panose="05000000000000000000" pitchFamily="2" charset="2"/>
              <a:buNone/>
              <a:defRPr/>
            </a:pPr>
            <a:r>
              <a:rPr lang="en-US" sz="1051" dirty="0">
                <a:solidFill>
                  <a:prstClr val="black"/>
                </a:solidFill>
                <a:latin typeface="Courier New" pitchFamily="49" charset="0"/>
                <a:cs typeface="Arial" charset="0"/>
              </a:rPr>
              <a:t>      1 minute input rate 0 </a:t>
            </a:r>
            <a:r>
              <a:rPr lang="en-US" sz="1051" dirty="0" err="1">
                <a:solidFill>
                  <a:prstClr val="black"/>
                </a:solidFill>
                <a:latin typeface="Courier New" pitchFamily="49" charset="0"/>
                <a:cs typeface="Arial" charset="0"/>
              </a:rPr>
              <a:t>pkts</a:t>
            </a:r>
            <a:r>
              <a:rPr lang="en-US" sz="1051" dirty="0">
                <a:solidFill>
                  <a:prstClr val="black"/>
                </a:solidFill>
                <a:latin typeface="Courier New" pitchFamily="49" charset="0"/>
                <a:cs typeface="Arial" charset="0"/>
              </a:rPr>
              <a:t>/sec,  0 bytes/sec</a:t>
            </a:r>
          </a:p>
          <a:p>
            <a:pPr fontAlgn="base">
              <a:lnSpc>
                <a:spcPct val="90000"/>
              </a:lnSpc>
              <a:spcBef>
                <a:spcPct val="20000"/>
              </a:spcBef>
              <a:spcAft>
                <a:spcPct val="0"/>
              </a:spcAft>
              <a:buClr>
                <a:srgbClr val="FF9933"/>
              </a:buClr>
              <a:buFont typeface="Wingdings" panose="05000000000000000000" pitchFamily="2" charset="2"/>
              <a:buNone/>
              <a:defRPr/>
            </a:pPr>
            <a:r>
              <a:rPr lang="en-US" sz="1051" dirty="0">
                <a:solidFill>
                  <a:prstClr val="black"/>
                </a:solidFill>
                <a:latin typeface="Courier New" pitchFamily="49" charset="0"/>
                <a:cs typeface="Arial" charset="0"/>
              </a:rPr>
              <a:t>      1 minute output rate 0 </a:t>
            </a:r>
            <a:r>
              <a:rPr lang="en-US" sz="1051" dirty="0" err="1">
                <a:solidFill>
                  <a:prstClr val="black"/>
                </a:solidFill>
                <a:latin typeface="Courier New" pitchFamily="49" charset="0"/>
                <a:cs typeface="Arial" charset="0"/>
              </a:rPr>
              <a:t>pkts</a:t>
            </a:r>
            <a:r>
              <a:rPr lang="en-US" sz="1051" dirty="0">
                <a:solidFill>
                  <a:prstClr val="black"/>
                </a:solidFill>
                <a:latin typeface="Courier New" pitchFamily="49" charset="0"/>
                <a:cs typeface="Arial" charset="0"/>
              </a:rPr>
              <a:t>/sec,  0 bytes/sec</a:t>
            </a:r>
          </a:p>
          <a:p>
            <a:pPr fontAlgn="base">
              <a:lnSpc>
                <a:spcPct val="90000"/>
              </a:lnSpc>
              <a:spcBef>
                <a:spcPct val="20000"/>
              </a:spcBef>
              <a:spcAft>
                <a:spcPct val="0"/>
              </a:spcAft>
              <a:buClr>
                <a:srgbClr val="FF9933"/>
              </a:buClr>
              <a:buFont typeface="Wingdings" panose="05000000000000000000" pitchFamily="2" charset="2"/>
              <a:buNone/>
              <a:defRPr/>
            </a:pPr>
            <a:r>
              <a:rPr lang="en-US" sz="1051" dirty="0">
                <a:solidFill>
                  <a:prstClr val="black"/>
                </a:solidFill>
                <a:latin typeface="Courier New" pitchFamily="49" charset="0"/>
                <a:cs typeface="Arial" charset="0"/>
              </a:rPr>
              <a:t>      1 minute drop rate, 0 </a:t>
            </a:r>
            <a:r>
              <a:rPr lang="en-US" sz="1051" dirty="0" err="1">
                <a:solidFill>
                  <a:prstClr val="black"/>
                </a:solidFill>
                <a:latin typeface="Courier New" pitchFamily="49" charset="0"/>
                <a:cs typeface="Arial" charset="0"/>
              </a:rPr>
              <a:t>pkts</a:t>
            </a:r>
            <a:r>
              <a:rPr lang="en-US" sz="1051" dirty="0">
                <a:solidFill>
                  <a:prstClr val="black"/>
                </a:solidFill>
                <a:latin typeface="Courier New" pitchFamily="49" charset="0"/>
                <a:cs typeface="Arial" charset="0"/>
              </a:rPr>
              <a:t>/sec</a:t>
            </a:r>
          </a:p>
          <a:p>
            <a:pPr fontAlgn="base">
              <a:lnSpc>
                <a:spcPct val="90000"/>
              </a:lnSpc>
              <a:spcBef>
                <a:spcPct val="20000"/>
              </a:spcBef>
              <a:spcAft>
                <a:spcPct val="0"/>
              </a:spcAft>
              <a:buClr>
                <a:srgbClr val="FF9933"/>
              </a:buClr>
              <a:buFont typeface="Wingdings" panose="05000000000000000000" pitchFamily="2" charset="2"/>
              <a:buNone/>
              <a:defRPr/>
            </a:pPr>
            <a:r>
              <a:rPr lang="en-US" sz="1051" dirty="0">
                <a:solidFill>
                  <a:prstClr val="black"/>
                </a:solidFill>
                <a:latin typeface="Courier New" pitchFamily="49" charset="0"/>
                <a:cs typeface="Arial" charset="0"/>
              </a:rPr>
              <a:t>      5 minute input rate 0 </a:t>
            </a:r>
            <a:r>
              <a:rPr lang="en-US" sz="1051" dirty="0" err="1">
                <a:solidFill>
                  <a:prstClr val="black"/>
                </a:solidFill>
                <a:latin typeface="Courier New" pitchFamily="49" charset="0"/>
                <a:cs typeface="Arial" charset="0"/>
              </a:rPr>
              <a:t>pkts</a:t>
            </a:r>
            <a:r>
              <a:rPr lang="en-US" sz="1051" dirty="0">
                <a:solidFill>
                  <a:prstClr val="black"/>
                </a:solidFill>
                <a:latin typeface="Courier New" pitchFamily="49" charset="0"/>
                <a:cs typeface="Arial" charset="0"/>
              </a:rPr>
              <a:t>/sec,  0 bytes/sec</a:t>
            </a:r>
          </a:p>
          <a:p>
            <a:pPr fontAlgn="base">
              <a:lnSpc>
                <a:spcPct val="90000"/>
              </a:lnSpc>
              <a:spcBef>
                <a:spcPct val="20000"/>
              </a:spcBef>
              <a:spcAft>
                <a:spcPct val="0"/>
              </a:spcAft>
              <a:buClr>
                <a:srgbClr val="FF9933"/>
              </a:buClr>
              <a:buFont typeface="Wingdings" panose="05000000000000000000" pitchFamily="2" charset="2"/>
              <a:buNone/>
              <a:defRPr/>
            </a:pPr>
            <a:r>
              <a:rPr lang="en-US" sz="1051" dirty="0">
                <a:solidFill>
                  <a:prstClr val="black"/>
                </a:solidFill>
                <a:latin typeface="Courier New" pitchFamily="49" charset="0"/>
                <a:cs typeface="Arial" charset="0"/>
              </a:rPr>
              <a:t>      5 minute output rate 0 </a:t>
            </a:r>
            <a:r>
              <a:rPr lang="en-US" sz="1051" dirty="0" err="1">
                <a:solidFill>
                  <a:prstClr val="black"/>
                </a:solidFill>
                <a:latin typeface="Courier New" pitchFamily="49" charset="0"/>
                <a:cs typeface="Arial" charset="0"/>
              </a:rPr>
              <a:t>pkts</a:t>
            </a:r>
            <a:r>
              <a:rPr lang="en-US" sz="1051" dirty="0">
                <a:solidFill>
                  <a:prstClr val="black"/>
                </a:solidFill>
                <a:latin typeface="Courier New" pitchFamily="49" charset="0"/>
                <a:cs typeface="Arial" charset="0"/>
              </a:rPr>
              <a:t>/sec,  0 bytes/sec</a:t>
            </a:r>
          </a:p>
          <a:p>
            <a:pPr fontAlgn="base">
              <a:lnSpc>
                <a:spcPct val="90000"/>
              </a:lnSpc>
              <a:spcBef>
                <a:spcPct val="20000"/>
              </a:spcBef>
              <a:spcAft>
                <a:spcPct val="0"/>
              </a:spcAft>
              <a:buClr>
                <a:srgbClr val="FF9933"/>
              </a:buClr>
              <a:buFont typeface="Wingdings" panose="05000000000000000000" pitchFamily="2" charset="2"/>
              <a:buNone/>
              <a:defRPr/>
            </a:pPr>
            <a:r>
              <a:rPr lang="en-US" sz="1051" dirty="0">
                <a:solidFill>
                  <a:prstClr val="black"/>
                </a:solidFill>
                <a:latin typeface="Courier New" pitchFamily="49" charset="0"/>
                <a:cs typeface="Arial" charset="0"/>
              </a:rPr>
              <a:t>      5 minute drop rate, 0 </a:t>
            </a:r>
            <a:r>
              <a:rPr lang="en-US" sz="1051" dirty="0" err="1">
                <a:solidFill>
                  <a:prstClr val="black"/>
                </a:solidFill>
                <a:latin typeface="Courier New" pitchFamily="49" charset="0"/>
                <a:cs typeface="Arial" charset="0"/>
              </a:rPr>
              <a:t>pkts</a:t>
            </a:r>
            <a:r>
              <a:rPr lang="en-US" sz="1051" dirty="0">
                <a:solidFill>
                  <a:prstClr val="black"/>
                </a:solidFill>
                <a:latin typeface="Courier New" pitchFamily="49" charset="0"/>
                <a:cs typeface="Arial" charset="0"/>
              </a:rPr>
              <a:t>/sec      </a:t>
            </a:r>
          </a:p>
        </p:txBody>
      </p:sp>
      <p:sp>
        <p:nvSpPr>
          <p:cNvPr id="90115" name="Rectangle 5"/>
          <p:cNvSpPr>
            <a:spLocks noGrp="1" noChangeArrowheads="1"/>
          </p:cNvSpPr>
          <p:nvPr>
            <p:ph type="title"/>
          </p:nvPr>
        </p:nvSpPr>
        <p:spPr>
          <a:xfrm>
            <a:off x="0" y="12608"/>
            <a:ext cx="10515600" cy="469992"/>
          </a:xfrm>
        </p:spPr>
        <p:txBody>
          <a:bodyPr/>
          <a:lstStyle/>
          <a:p>
            <a:pPr eaLnBrk="1" hangingPunct="1"/>
            <a:r>
              <a:rPr lang="en-US" altLang="en-US" sz="3733" dirty="0">
                <a:latin typeface="Arial" panose="020B0604020202020204" pitchFamily="34" charset="0"/>
                <a:cs typeface="Arial" panose="020B0604020202020204" pitchFamily="34" charset="0"/>
              </a:rPr>
              <a:t>show interface</a:t>
            </a:r>
          </a:p>
        </p:txBody>
      </p:sp>
    </p:spTree>
    <p:extLst>
      <p:ext uri="{BB962C8B-B14F-4D97-AF65-F5344CB8AC3E}">
        <p14:creationId xmlns:p14="http://schemas.microsoft.com/office/powerpoint/2010/main" val="488725449"/>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a:xfrm>
            <a:off x="0" y="-14286"/>
            <a:ext cx="10515600" cy="647553"/>
          </a:xfrm>
        </p:spPr>
        <p:txBody>
          <a:bodyPr/>
          <a:lstStyle/>
          <a:p>
            <a:pPr eaLnBrk="1" hangingPunct="1"/>
            <a:r>
              <a:rPr lang="en-US" altLang="en-US" sz="3733" dirty="0">
                <a:latin typeface="Arial" panose="020B0604020202020204" pitchFamily="34" charset="0"/>
                <a:cs typeface="Arial" panose="020B0604020202020204" pitchFamily="34" charset="0"/>
              </a:rPr>
              <a:t>show </a:t>
            </a:r>
            <a:r>
              <a:rPr lang="en-US" altLang="en-US" sz="3733" dirty="0" err="1">
                <a:latin typeface="Arial" panose="020B0604020202020204" pitchFamily="34" charset="0"/>
                <a:cs typeface="Arial" panose="020B0604020202020204" pitchFamily="34" charset="0"/>
              </a:rPr>
              <a:t>nameif</a:t>
            </a:r>
            <a:endParaRPr lang="en-US" altLang="en-US" sz="3733" dirty="0">
              <a:latin typeface="Arial" panose="020B0604020202020204" pitchFamily="34" charset="0"/>
              <a:cs typeface="Arial" panose="020B0604020202020204" pitchFamily="34" charset="0"/>
            </a:endParaRPr>
          </a:p>
        </p:txBody>
      </p:sp>
      <p:sp>
        <p:nvSpPr>
          <p:cNvPr id="92163" name="Text Box 4"/>
          <p:cNvSpPr txBox="1">
            <a:spLocks noChangeArrowheads="1"/>
          </p:cNvSpPr>
          <p:nvPr/>
        </p:nvSpPr>
        <p:spPr bwMode="auto">
          <a:xfrm>
            <a:off x="1952626" y="4643439"/>
            <a:ext cx="8232775" cy="1301895"/>
          </a:xfrm>
          <a:prstGeom prst="rect">
            <a:avLst/>
          </a:prstGeom>
          <a:solidFill>
            <a:schemeClr val="bg1"/>
          </a:solidFill>
          <a:ln w="28575">
            <a:solidFill>
              <a:schemeClr val="tx1"/>
            </a:solidFill>
            <a:miter lim="800000"/>
            <a:headEnd/>
            <a:tailEnd/>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r>
              <a:rPr lang="en-US" altLang="en-US" sz="1400">
                <a:solidFill>
                  <a:prstClr val="black"/>
                </a:solidFill>
                <a:latin typeface="Courier New" panose="02070309020205020404" pitchFamily="49" charset="0"/>
              </a:rPr>
              <a:t>asa1# show nameif</a:t>
            </a:r>
          </a:p>
          <a:p>
            <a:pPr fontAlgn="base">
              <a:lnSpc>
                <a:spcPct val="90000"/>
              </a:lnSpc>
              <a:spcBef>
                <a:spcPct val="20000"/>
              </a:spcBef>
              <a:spcAft>
                <a:spcPct val="0"/>
              </a:spcAft>
              <a:buClr>
                <a:srgbClr val="FF9933"/>
              </a:buClr>
              <a:buFont typeface="Wingdings" panose="05000000000000000000" pitchFamily="2" charset="2"/>
              <a:buNone/>
            </a:pPr>
            <a:r>
              <a:rPr lang="en-US" altLang="en-US" sz="1400">
                <a:solidFill>
                  <a:prstClr val="black"/>
                </a:solidFill>
                <a:latin typeface="Courier New" panose="02070309020205020404" pitchFamily="49" charset="0"/>
              </a:rPr>
              <a:t>Interface           		Name                   Security</a:t>
            </a:r>
          </a:p>
          <a:p>
            <a:pPr fontAlgn="base">
              <a:lnSpc>
                <a:spcPct val="90000"/>
              </a:lnSpc>
              <a:spcBef>
                <a:spcPct val="20000"/>
              </a:spcBef>
              <a:spcAft>
                <a:spcPct val="0"/>
              </a:spcAft>
              <a:buClr>
                <a:srgbClr val="FF9933"/>
              </a:buClr>
              <a:buFont typeface="Wingdings" panose="05000000000000000000" pitchFamily="2" charset="2"/>
              <a:buNone/>
            </a:pPr>
            <a:r>
              <a:rPr lang="en-US" altLang="en-US" sz="1400">
                <a:solidFill>
                  <a:prstClr val="black"/>
                </a:solidFill>
                <a:latin typeface="Courier New" panose="02070309020205020404" pitchFamily="49" charset="0"/>
              </a:rPr>
              <a:t>GigabitEthernet0/0       	outside                    0</a:t>
            </a:r>
          </a:p>
          <a:p>
            <a:pPr fontAlgn="base">
              <a:lnSpc>
                <a:spcPct val="90000"/>
              </a:lnSpc>
              <a:spcBef>
                <a:spcPct val="20000"/>
              </a:spcBef>
              <a:spcAft>
                <a:spcPct val="0"/>
              </a:spcAft>
              <a:buClr>
                <a:srgbClr val="FF9933"/>
              </a:buClr>
              <a:buFont typeface="Wingdings" panose="05000000000000000000" pitchFamily="2" charset="2"/>
              <a:buNone/>
            </a:pPr>
            <a:r>
              <a:rPr lang="en-US" altLang="en-US" sz="1400">
                <a:solidFill>
                  <a:prstClr val="black"/>
                </a:solidFill>
                <a:latin typeface="Courier New" panose="02070309020205020404" pitchFamily="49" charset="0"/>
              </a:rPr>
              <a:t>GigabitEthernet0/1       	inside                   100</a:t>
            </a:r>
          </a:p>
          <a:p>
            <a:pPr fontAlgn="base">
              <a:lnSpc>
                <a:spcPct val="90000"/>
              </a:lnSpc>
              <a:spcBef>
                <a:spcPct val="20000"/>
              </a:spcBef>
              <a:spcAft>
                <a:spcPct val="0"/>
              </a:spcAft>
              <a:buClr>
                <a:srgbClr val="FF9933"/>
              </a:buClr>
              <a:buFont typeface="Wingdings" panose="05000000000000000000" pitchFamily="2" charset="2"/>
              <a:buNone/>
            </a:pPr>
            <a:r>
              <a:rPr lang="en-US" altLang="en-US" sz="1400">
                <a:solidFill>
                  <a:prstClr val="black"/>
                </a:solidFill>
                <a:latin typeface="Courier New" panose="02070309020205020404" pitchFamily="49" charset="0"/>
              </a:rPr>
              <a:t>GigabitEthernet0/2       	dmz                       </a:t>
            </a:r>
            <a:r>
              <a:rPr lang="en-US" altLang="en-US">
                <a:solidFill>
                  <a:prstClr val="black"/>
                </a:solidFill>
                <a:latin typeface="Courier New" panose="02070309020205020404" pitchFamily="49" charset="0"/>
              </a:rPr>
              <a:t>50</a:t>
            </a:r>
          </a:p>
        </p:txBody>
      </p:sp>
      <p:sp>
        <p:nvSpPr>
          <p:cNvPr id="92164" name="Rectangle 154"/>
          <p:cNvSpPr>
            <a:spLocks noChangeArrowheads="1"/>
          </p:cNvSpPr>
          <p:nvPr/>
        </p:nvSpPr>
        <p:spPr bwMode="auto">
          <a:xfrm>
            <a:off x="3060701" y="3306765"/>
            <a:ext cx="2510303" cy="930129"/>
          </a:xfrm>
          <a:prstGeom prst="rect">
            <a:avLst/>
          </a:prstGeom>
          <a:solidFill>
            <a:schemeClr val="folHlink"/>
          </a:solidFill>
          <a:ln w="9525">
            <a:solidFill>
              <a:schemeClr val="tx1"/>
            </a:solidFill>
            <a:miter lim="800000"/>
            <a:headEnd/>
            <a:tailEnd/>
          </a:ln>
        </p:spPr>
        <p:txBody>
          <a:bodyPr wrap="none" lIns="92075" tIns="46039" rIns="92075" bIns="46039">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white"/>
                </a:solidFill>
              </a:rPr>
              <a:t>GigabitEthernet0/0</a:t>
            </a:r>
          </a:p>
          <a:p>
            <a:pPr fontAlgn="base">
              <a:spcBef>
                <a:spcPct val="20000"/>
              </a:spcBef>
              <a:spcAft>
                <a:spcPct val="0"/>
              </a:spcAft>
              <a:buClr>
                <a:srgbClr val="FF9933"/>
              </a:buClr>
              <a:buFont typeface="Wingdings" panose="05000000000000000000" pitchFamily="2" charset="2"/>
              <a:buNone/>
            </a:pPr>
            <a:r>
              <a:rPr lang="en-US" altLang="en-US" sz="1600">
                <a:solidFill>
                  <a:prstClr val="white"/>
                </a:solidFill>
              </a:rPr>
              <a:t> Interface name = outside</a:t>
            </a:r>
          </a:p>
          <a:p>
            <a:pPr fontAlgn="base">
              <a:spcBef>
                <a:spcPct val="20000"/>
              </a:spcBef>
              <a:spcAft>
                <a:spcPct val="0"/>
              </a:spcAft>
              <a:buClr>
                <a:srgbClr val="FF9933"/>
              </a:buClr>
              <a:buFont typeface="Wingdings" panose="05000000000000000000" pitchFamily="2" charset="2"/>
              <a:buNone/>
            </a:pPr>
            <a:r>
              <a:rPr lang="en-US" altLang="en-US" sz="1600">
                <a:solidFill>
                  <a:prstClr val="white"/>
                </a:solidFill>
              </a:rPr>
              <a:t> Security level = 0</a:t>
            </a:r>
          </a:p>
        </p:txBody>
      </p:sp>
      <p:sp>
        <p:nvSpPr>
          <p:cNvPr id="92165" name="Rectangle 155"/>
          <p:cNvSpPr>
            <a:spLocks noChangeArrowheads="1"/>
          </p:cNvSpPr>
          <p:nvPr/>
        </p:nvSpPr>
        <p:spPr bwMode="auto">
          <a:xfrm>
            <a:off x="6969126" y="1617665"/>
            <a:ext cx="2237792" cy="930129"/>
          </a:xfrm>
          <a:prstGeom prst="rect">
            <a:avLst/>
          </a:prstGeom>
          <a:solidFill>
            <a:schemeClr val="folHlink"/>
          </a:solidFill>
          <a:ln w="9525">
            <a:solidFill>
              <a:schemeClr val="tx1"/>
            </a:solidFill>
            <a:miter lim="800000"/>
            <a:headEnd/>
            <a:tailEnd/>
          </a:ln>
        </p:spPr>
        <p:txBody>
          <a:bodyPr wrap="none" lIns="92075" tIns="46039" rIns="92075" bIns="46039">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white"/>
                </a:solidFill>
              </a:rPr>
              <a:t>GigabitEthernet0/2</a:t>
            </a:r>
          </a:p>
          <a:p>
            <a:pPr fontAlgn="base">
              <a:spcBef>
                <a:spcPct val="20000"/>
              </a:spcBef>
              <a:spcAft>
                <a:spcPct val="0"/>
              </a:spcAft>
              <a:buClr>
                <a:srgbClr val="FF9933"/>
              </a:buClr>
              <a:buFont typeface="Wingdings" panose="05000000000000000000" pitchFamily="2" charset="2"/>
              <a:buNone/>
            </a:pPr>
            <a:r>
              <a:rPr lang="en-US" altLang="en-US" sz="1600">
                <a:solidFill>
                  <a:prstClr val="white"/>
                </a:solidFill>
              </a:rPr>
              <a:t> Interface name = dmz</a:t>
            </a:r>
          </a:p>
          <a:p>
            <a:pPr fontAlgn="base">
              <a:spcBef>
                <a:spcPct val="20000"/>
              </a:spcBef>
              <a:spcAft>
                <a:spcPct val="0"/>
              </a:spcAft>
              <a:buClr>
                <a:srgbClr val="FF9933"/>
              </a:buClr>
              <a:buFont typeface="Wingdings" panose="05000000000000000000" pitchFamily="2" charset="2"/>
              <a:buNone/>
            </a:pPr>
            <a:r>
              <a:rPr lang="en-US" altLang="en-US" sz="1600">
                <a:solidFill>
                  <a:prstClr val="white"/>
                </a:solidFill>
              </a:rPr>
              <a:t> Security level = 50</a:t>
            </a:r>
          </a:p>
        </p:txBody>
      </p:sp>
      <p:sp>
        <p:nvSpPr>
          <p:cNvPr id="92166" name="Rectangle 156"/>
          <p:cNvSpPr>
            <a:spLocks noChangeArrowheads="1"/>
          </p:cNvSpPr>
          <p:nvPr/>
        </p:nvSpPr>
        <p:spPr bwMode="auto">
          <a:xfrm>
            <a:off x="6731002" y="3290890"/>
            <a:ext cx="2441374" cy="930129"/>
          </a:xfrm>
          <a:prstGeom prst="rect">
            <a:avLst/>
          </a:prstGeom>
          <a:solidFill>
            <a:schemeClr val="folHlink"/>
          </a:solidFill>
          <a:ln w="9525">
            <a:solidFill>
              <a:schemeClr val="tx1"/>
            </a:solidFill>
            <a:miter lim="800000"/>
            <a:headEnd/>
            <a:tailEnd/>
          </a:ln>
        </p:spPr>
        <p:txBody>
          <a:bodyPr wrap="none" lIns="92075" tIns="46039" rIns="92075" bIns="46039">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white"/>
                </a:solidFill>
              </a:rPr>
              <a:t>GigabitEthernet0/1</a:t>
            </a:r>
          </a:p>
          <a:p>
            <a:pPr fontAlgn="base">
              <a:spcBef>
                <a:spcPct val="20000"/>
              </a:spcBef>
              <a:spcAft>
                <a:spcPct val="0"/>
              </a:spcAft>
              <a:buClr>
                <a:srgbClr val="FF9933"/>
              </a:buClr>
              <a:buFont typeface="Wingdings" panose="05000000000000000000" pitchFamily="2" charset="2"/>
              <a:buNone/>
            </a:pPr>
            <a:r>
              <a:rPr lang="en-US" altLang="en-US" sz="1600">
                <a:solidFill>
                  <a:prstClr val="white"/>
                </a:solidFill>
              </a:rPr>
              <a:t> Interface name = inside </a:t>
            </a:r>
          </a:p>
          <a:p>
            <a:pPr fontAlgn="base">
              <a:spcBef>
                <a:spcPct val="20000"/>
              </a:spcBef>
              <a:spcAft>
                <a:spcPct val="0"/>
              </a:spcAft>
              <a:buClr>
                <a:srgbClr val="FF9933"/>
              </a:buClr>
              <a:buFont typeface="Wingdings" panose="05000000000000000000" pitchFamily="2" charset="2"/>
              <a:buNone/>
            </a:pPr>
            <a:r>
              <a:rPr lang="en-US" altLang="en-US" sz="1600">
                <a:solidFill>
                  <a:prstClr val="white"/>
                </a:solidFill>
              </a:rPr>
              <a:t> Security level = 100</a:t>
            </a:r>
          </a:p>
        </p:txBody>
      </p:sp>
      <p:sp>
        <p:nvSpPr>
          <p:cNvPr id="92167" name="Line 157"/>
          <p:cNvSpPr>
            <a:spLocks noChangeShapeType="1"/>
          </p:cNvSpPr>
          <p:nvPr/>
        </p:nvSpPr>
        <p:spPr bwMode="auto">
          <a:xfrm flipV="1">
            <a:off x="6030914" y="2884490"/>
            <a:ext cx="1457325" cy="317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92168" name="Line 158"/>
          <p:cNvSpPr>
            <a:spLocks noChangeShapeType="1"/>
          </p:cNvSpPr>
          <p:nvPr/>
        </p:nvSpPr>
        <p:spPr bwMode="auto">
          <a:xfrm>
            <a:off x="3597276" y="2876551"/>
            <a:ext cx="2447925" cy="3492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92169" name="Line 159"/>
          <p:cNvSpPr>
            <a:spLocks noChangeShapeType="1"/>
          </p:cNvSpPr>
          <p:nvPr/>
        </p:nvSpPr>
        <p:spPr bwMode="auto">
          <a:xfrm flipH="1">
            <a:off x="6275389" y="1657349"/>
            <a:ext cx="12700" cy="1481139"/>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92170" name="Rectangle 160"/>
          <p:cNvSpPr>
            <a:spLocks noChangeArrowheads="1"/>
          </p:cNvSpPr>
          <p:nvPr/>
        </p:nvSpPr>
        <p:spPr bwMode="auto">
          <a:xfrm>
            <a:off x="5394325" y="2898775"/>
            <a:ext cx="634789" cy="369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723900">
              <a:defRPr>
                <a:solidFill>
                  <a:schemeClr val="tx1"/>
                </a:solidFill>
                <a:latin typeface="Arial" panose="020B0604020202020204" pitchFamily="34" charset="0"/>
                <a:cs typeface="Arial" panose="020B0604020202020204" pitchFamily="34" charset="0"/>
              </a:defRPr>
            </a:lvl1pPr>
            <a:lvl2pPr marL="742950" indent="-285750" defTabSz="723900">
              <a:defRPr>
                <a:solidFill>
                  <a:schemeClr val="tx1"/>
                </a:solidFill>
                <a:latin typeface="Arial" panose="020B0604020202020204" pitchFamily="34" charset="0"/>
                <a:cs typeface="Arial" panose="020B0604020202020204" pitchFamily="34" charset="0"/>
              </a:defRPr>
            </a:lvl2pPr>
            <a:lvl3pPr marL="1143000" indent="-228600" defTabSz="723900">
              <a:defRPr>
                <a:solidFill>
                  <a:schemeClr val="tx1"/>
                </a:solidFill>
                <a:latin typeface="Arial" panose="020B0604020202020204" pitchFamily="34" charset="0"/>
                <a:cs typeface="Arial" panose="020B0604020202020204" pitchFamily="34" charset="0"/>
              </a:defRPr>
            </a:lvl3pPr>
            <a:lvl4pPr marL="1600200" indent="-228600" defTabSz="723900">
              <a:defRPr>
                <a:solidFill>
                  <a:schemeClr val="tx1"/>
                </a:solidFill>
                <a:latin typeface="Arial" panose="020B0604020202020204" pitchFamily="34" charset="0"/>
                <a:cs typeface="Arial" panose="020B0604020202020204" pitchFamily="34" charset="0"/>
              </a:defRPr>
            </a:lvl4pPr>
            <a:lvl5pPr marL="2057400" indent="-228600" defTabSz="723900">
              <a:defRPr>
                <a:solidFill>
                  <a:schemeClr val="tx1"/>
                </a:solidFill>
                <a:latin typeface="Arial" panose="020B0604020202020204" pitchFamily="34" charset="0"/>
                <a:cs typeface="Arial" panose="020B0604020202020204" pitchFamily="34" charset="0"/>
              </a:defRPr>
            </a:lvl5pPr>
            <a:lvl6pPr marL="25146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g0/0</a:t>
            </a:r>
            <a:endParaRPr lang="en-US" altLang="en-US" sz="1400">
              <a:solidFill>
                <a:prstClr val="black"/>
              </a:solidFill>
            </a:endParaRPr>
          </a:p>
        </p:txBody>
      </p:sp>
      <p:sp>
        <p:nvSpPr>
          <p:cNvPr id="92171" name="Rectangle 161"/>
          <p:cNvSpPr>
            <a:spLocks noChangeArrowheads="1"/>
          </p:cNvSpPr>
          <p:nvPr/>
        </p:nvSpPr>
        <p:spPr bwMode="auto">
          <a:xfrm>
            <a:off x="6265864" y="2393951"/>
            <a:ext cx="634789" cy="369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723900">
              <a:defRPr>
                <a:solidFill>
                  <a:schemeClr val="tx1"/>
                </a:solidFill>
                <a:latin typeface="Arial" panose="020B0604020202020204" pitchFamily="34" charset="0"/>
                <a:cs typeface="Arial" panose="020B0604020202020204" pitchFamily="34" charset="0"/>
              </a:defRPr>
            </a:lvl1pPr>
            <a:lvl2pPr marL="742950" indent="-285750" defTabSz="723900">
              <a:defRPr>
                <a:solidFill>
                  <a:schemeClr val="tx1"/>
                </a:solidFill>
                <a:latin typeface="Arial" panose="020B0604020202020204" pitchFamily="34" charset="0"/>
                <a:cs typeface="Arial" panose="020B0604020202020204" pitchFamily="34" charset="0"/>
              </a:defRPr>
            </a:lvl2pPr>
            <a:lvl3pPr marL="1143000" indent="-228600" defTabSz="723900">
              <a:defRPr>
                <a:solidFill>
                  <a:schemeClr val="tx1"/>
                </a:solidFill>
                <a:latin typeface="Arial" panose="020B0604020202020204" pitchFamily="34" charset="0"/>
                <a:cs typeface="Arial" panose="020B0604020202020204" pitchFamily="34" charset="0"/>
              </a:defRPr>
            </a:lvl3pPr>
            <a:lvl4pPr marL="1600200" indent="-228600" defTabSz="723900">
              <a:defRPr>
                <a:solidFill>
                  <a:schemeClr val="tx1"/>
                </a:solidFill>
                <a:latin typeface="Arial" panose="020B0604020202020204" pitchFamily="34" charset="0"/>
                <a:cs typeface="Arial" panose="020B0604020202020204" pitchFamily="34" charset="0"/>
              </a:defRPr>
            </a:lvl4pPr>
            <a:lvl5pPr marL="2057400" indent="-228600" defTabSz="723900">
              <a:defRPr>
                <a:solidFill>
                  <a:schemeClr val="tx1"/>
                </a:solidFill>
                <a:latin typeface="Arial" panose="020B0604020202020204" pitchFamily="34" charset="0"/>
                <a:cs typeface="Arial" panose="020B0604020202020204" pitchFamily="34" charset="0"/>
              </a:defRPr>
            </a:lvl5pPr>
            <a:lvl6pPr marL="25146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g0/2</a:t>
            </a:r>
          </a:p>
        </p:txBody>
      </p:sp>
      <p:sp>
        <p:nvSpPr>
          <p:cNvPr id="92172" name="Rectangle 162"/>
          <p:cNvSpPr>
            <a:spLocks noChangeArrowheads="1"/>
          </p:cNvSpPr>
          <p:nvPr/>
        </p:nvSpPr>
        <p:spPr bwMode="auto">
          <a:xfrm>
            <a:off x="6483351" y="2844801"/>
            <a:ext cx="634789" cy="369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723900">
              <a:defRPr>
                <a:solidFill>
                  <a:schemeClr val="tx1"/>
                </a:solidFill>
                <a:latin typeface="Arial" panose="020B0604020202020204" pitchFamily="34" charset="0"/>
                <a:cs typeface="Arial" panose="020B0604020202020204" pitchFamily="34" charset="0"/>
              </a:defRPr>
            </a:lvl1pPr>
            <a:lvl2pPr marL="742950" indent="-285750" defTabSz="723900">
              <a:defRPr>
                <a:solidFill>
                  <a:schemeClr val="tx1"/>
                </a:solidFill>
                <a:latin typeface="Arial" panose="020B0604020202020204" pitchFamily="34" charset="0"/>
                <a:cs typeface="Arial" panose="020B0604020202020204" pitchFamily="34" charset="0"/>
              </a:defRPr>
            </a:lvl2pPr>
            <a:lvl3pPr marL="1143000" indent="-228600" defTabSz="723900">
              <a:defRPr>
                <a:solidFill>
                  <a:schemeClr val="tx1"/>
                </a:solidFill>
                <a:latin typeface="Arial" panose="020B0604020202020204" pitchFamily="34" charset="0"/>
                <a:cs typeface="Arial" panose="020B0604020202020204" pitchFamily="34" charset="0"/>
              </a:defRPr>
            </a:lvl3pPr>
            <a:lvl4pPr marL="1600200" indent="-228600" defTabSz="723900">
              <a:defRPr>
                <a:solidFill>
                  <a:schemeClr val="tx1"/>
                </a:solidFill>
                <a:latin typeface="Arial" panose="020B0604020202020204" pitchFamily="34" charset="0"/>
                <a:cs typeface="Arial" panose="020B0604020202020204" pitchFamily="34" charset="0"/>
              </a:defRPr>
            </a:lvl4pPr>
            <a:lvl5pPr marL="2057400" indent="-228600" defTabSz="723900">
              <a:defRPr>
                <a:solidFill>
                  <a:schemeClr val="tx1"/>
                </a:solidFill>
                <a:latin typeface="Arial" panose="020B0604020202020204" pitchFamily="34" charset="0"/>
                <a:cs typeface="Arial" panose="020B0604020202020204" pitchFamily="34" charset="0"/>
              </a:defRPr>
            </a:lvl5pPr>
            <a:lvl6pPr marL="25146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g0/1</a:t>
            </a:r>
          </a:p>
        </p:txBody>
      </p:sp>
      <p:grpSp>
        <p:nvGrpSpPr>
          <p:cNvPr id="92173" name="Group 163"/>
          <p:cNvGrpSpPr>
            <a:grpSpLocks/>
          </p:cNvGrpSpPr>
          <p:nvPr/>
        </p:nvGrpSpPr>
        <p:grpSpPr bwMode="auto">
          <a:xfrm>
            <a:off x="2187575" y="2392365"/>
            <a:ext cx="1538288" cy="784225"/>
            <a:chOff x="775" y="3234"/>
            <a:chExt cx="969" cy="494"/>
          </a:xfrm>
        </p:grpSpPr>
        <p:pic>
          <p:nvPicPr>
            <p:cNvPr id="92178" name="Picture 164" descr="Network_Cloud_Standard"/>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5" y="3234"/>
              <a:ext cx="969" cy="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79" name="Rectangle 165"/>
            <p:cNvSpPr>
              <a:spLocks noChangeArrowheads="1"/>
            </p:cNvSpPr>
            <p:nvPr/>
          </p:nvSpPr>
          <p:spPr bwMode="auto">
            <a:xfrm>
              <a:off x="970" y="3384"/>
              <a:ext cx="55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Internet</a:t>
              </a:r>
            </a:p>
          </p:txBody>
        </p:sp>
      </p:grpSp>
      <p:pic>
        <p:nvPicPr>
          <p:cNvPr id="92174" name="Picture 167" descr="PC"/>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45351" y="2582863"/>
            <a:ext cx="636588"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175" name="Picture 169" descr="File-Application_Serve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035676" y="1376363"/>
            <a:ext cx="473075" cy="6794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176" name="Picture 170" descr="Cisco_ASA5500"/>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000751" y="2727325"/>
            <a:ext cx="547688" cy="71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2177" name="Picture 171" descr="Route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252913" y="2681290"/>
            <a:ext cx="585787"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232689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a:xfrm>
            <a:off x="0" y="14615"/>
            <a:ext cx="10515600" cy="544703"/>
          </a:xfrm>
        </p:spPr>
        <p:txBody>
          <a:bodyPr/>
          <a:lstStyle/>
          <a:p>
            <a:pPr eaLnBrk="1" hangingPunct="1"/>
            <a:r>
              <a:rPr lang="en-US" altLang="en-US" sz="3733" dirty="0">
                <a:latin typeface="Arial" panose="020B0604020202020204" pitchFamily="34" charset="0"/>
                <a:cs typeface="Arial" panose="020B0604020202020204" pitchFamily="34" charset="0"/>
              </a:rPr>
              <a:t>show run </a:t>
            </a:r>
            <a:r>
              <a:rPr lang="en-US" altLang="en-US" sz="3733" dirty="0" err="1">
                <a:latin typeface="Arial" panose="020B0604020202020204" pitchFamily="34" charset="0"/>
                <a:cs typeface="Arial" panose="020B0604020202020204" pitchFamily="34" charset="0"/>
              </a:rPr>
              <a:t>nat</a:t>
            </a:r>
            <a:endParaRPr lang="en-US" altLang="en-US" sz="3733" dirty="0">
              <a:latin typeface="Arial" panose="020B0604020202020204" pitchFamily="34" charset="0"/>
              <a:cs typeface="Arial" panose="020B0604020202020204" pitchFamily="34" charset="0"/>
            </a:endParaRPr>
          </a:p>
        </p:txBody>
      </p:sp>
      <p:sp>
        <p:nvSpPr>
          <p:cNvPr id="94211" name="Text Box 3"/>
          <p:cNvSpPr txBox="1">
            <a:spLocks noChangeArrowheads="1"/>
          </p:cNvSpPr>
          <p:nvPr/>
        </p:nvSpPr>
        <p:spPr bwMode="auto">
          <a:xfrm>
            <a:off x="2452688" y="5072063"/>
            <a:ext cx="7391400" cy="769441"/>
          </a:xfrm>
          <a:prstGeom prst="rect">
            <a:avLst/>
          </a:prstGeom>
          <a:solidFill>
            <a:schemeClr val="bg1"/>
          </a:solidFill>
          <a:ln w="28575">
            <a:solidFill>
              <a:schemeClr val="tx1"/>
            </a:solidFill>
            <a:miter lim="800000"/>
            <a:headEnd/>
            <a:tailEnd/>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2000">
                <a:solidFill>
                  <a:prstClr val="black"/>
                </a:solidFill>
                <a:latin typeface="Courier New" panose="02070309020205020404" pitchFamily="49" charset="0"/>
                <a:cs typeface="Times New Roman" panose="02020603050405020304" pitchFamily="18" charset="0"/>
              </a:rPr>
              <a:t>asa1# show run nat</a:t>
            </a:r>
          </a:p>
          <a:p>
            <a:pPr fontAlgn="base">
              <a:spcBef>
                <a:spcPct val="20000"/>
              </a:spcBef>
              <a:spcAft>
                <a:spcPct val="0"/>
              </a:spcAft>
              <a:buClr>
                <a:srgbClr val="FF9933"/>
              </a:buClr>
              <a:buFont typeface="Wingdings" panose="05000000000000000000" pitchFamily="2" charset="2"/>
              <a:buNone/>
            </a:pPr>
            <a:r>
              <a:rPr lang="en-US" altLang="en-US" sz="2000">
                <a:solidFill>
                  <a:prstClr val="black"/>
                </a:solidFill>
                <a:latin typeface="Courier New" panose="02070309020205020404" pitchFamily="49" charset="0"/>
                <a:cs typeface="Times New Roman" panose="02020603050405020304" pitchFamily="18" charset="0"/>
              </a:rPr>
              <a:t>nat (inside) 1 10.0.1.0 255.255.255.0 0 0</a:t>
            </a:r>
          </a:p>
        </p:txBody>
      </p:sp>
      <p:sp>
        <p:nvSpPr>
          <p:cNvPr id="94212" name="Rectangle 122"/>
          <p:cNvSpPr>
            <a:spLocks noChangeArrowheads="1"/>
          </p:cNvSpPr>
          <p:nvPr/>
        </p:nvSpPr>
        <p:spPr bwMode="auto">
          <a:xfrm>
            <a:off x="2438401" y="4614865"/>
            <a:ext cx="7986713"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124" tIns="41061" rIns="82124" bIns="41061"/>
          <a:lstStyle>
            <a:lvl1pPr marL="342900" indent="-342900" defTabSz="814388">
              <a:defRPr>
                <a:solidFill>
                  <a:schemeClr val="tx1"/>
                </a:solidFill>
                <a:latin typeface="Arial" panose="020B0604020202020204" pitchFamily="34" charset="0"/>
                <a:cs typeface="Arial" panose="020B0604020202020204" pitchFamily="34" charset="0"/>
              </a:defRPr>
            </a:lvl1pPr>
            <a:lvl2pPr marL="342900" indent="-22860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fontAlgn="base">
              <a:lnSpc>
                <a:spcPct val="95000"/>
              </a:lnSpc>
              <a:spcBef>
                <a:spcPct val="35000"/>
              </a:spcBef>
              <a:spcAft>
                <a:spcPct val="0"/>
              </a:spcAft>
              <a:buClr>
                <a:srgbClr val="5B9BD5"/>
              </a:buClr>
              <a:buFont typeface="Wingdings" panose="05000000000000000000" pitchFamily="2" charset="2"/>
              <a:buNone/>
            </a:pPr>
            <a:r>
              <a:rPr lang="en-US" altLang="en-US">
                <a:solidFill>
                  <a:prstClr val="black"/>
                </a:solidFill>
              </a:rPr>
              <a:t>Displays a single host or range of hosts to be translated</a:t>
            </a:r>
          </a:p>
        </p:txBody>
      </p:sp>
      <p:sp>
        <p:nvSpPr>
          <p:cNvPr id="94213" name="Text Box 123"/>
          <p:cNvSpPr txBox="1">
            <a:spLocks noChangeArrowheads="1"/>
          </p:cNvSpPr>
          <p:nvPr/>
        </p:nvSpPr>
        <p:spPr bwMode="auto">
          <a:xfrm>
            <a:off x="2438400" y="3737252"/>
            <a:ext cx="25034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ciscoasa#</a:t>
            </a:r>
          </a:p>
        </p:txBody>
      </p:sp>
      <p:sp>
        <p:nvSpPr>
          <p:cNvPr id="94214" name="Text Box 124"/>
          <p:cNvSpPr txBox="1">
            <a:spLocks noChangeArrowheads="1"/>
          </p:cNvSpPr>
          <p:nvPr/>
        </p:nvSpPr>
        <p:spPr bwMode="auto">
          <a:xfrm>
            <a:off x="2438400" y="4152900"/>
            <a:ext cx="7416800" cy="400110"/>
          </a:xfrm>
          <a:prstGeom prst="rect">
            <a:avLst/>
          </a:prstGeom>
          <a:solidFill>
            <a:schemeClr val="bg1"/>
          </a:solidFill>
          <a:ln w="28575">
            <a:solidFill>
              <a:schemeClr val="tx1"/>
            </a:solidFill>
            <a:miter lim="800000"/>
            <a:headEnd/>
            <a:tailEnd/>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50000"/>
              </a:spcBef>
              <a:spcAft>
                <a:spcPct val="0"/>
              </a:spcAft>
              <a:buClr>
                <a:srgbClr val="FF9933"/>
              </a:buClr>
              <a:buFont typeface="Wingdings" panose="05000000000000000000" pitchFamily="2" charset="2"/>
              <a:buNone/>
            </a:pPr>
            <a:r>
              <a:rPr lang="en-US" altLang="en-US" sz="2000">
                <a:solidFill>
                  <a:prstClr val="black"/>
                </a:solidFill>
                <a:latin typeface="Courier New" panose="02070309020205020404" pitchFamily="49" charset="0"/>
              </a:rPr>
              <a:t>show run nat</a:t>
            </a:r>
          </a:p>
        </p:txBody>
      </p:sp>
      <p:grpSp>
        <p:nvGrpSpPr>
          <p:cNvPr id="94215" name="Group 163"/>
          <p:cNvGrpSpPr>
            <a:grpSpLocks/>
          </p:cNvGrpSpPr>
          <p:nvPr/>
        </p:nvGrpSpPr>
        <p:grpSpPr bwMode="auto">
          <a:xfrm flipH="1">
            <a:off x="2495549" y="1738313"/>
            <a:ext cx="6546851" cy="355600"/>
            <a:chOff x="2688" y="1312"/>
            <a:chExt cx="876" cy="224"/>
          </a:xfrm>
        </p:grpSpPr>
        <p:sp>
          <p:nvSpPr>
            <p:cNvPr id="94237" name="Arc 164"/>
            <p:cNvSpPr>
              <a:spLocks/>
            </p:cNvSpPr>
            <p:nvPr/>
          </p:nvSpPr>
          <p:spPr bwMode="auto">
            <a:xfrm rot="10800000" flipV="1">
              <a:off x="2688" y="1312"/>
              <a:ext cx="440" cy="22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type="none" w="sm" len="sm"/>
              <a:tailEnd/>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94238" name="Arc 165"/>
            <p:cNvSpPr>
              <a:spLocks/>
            </p:cNvSpPr>
            <p:nvPr/>
          </p:nvSpPr>
          <p:spPr bwMode="auto">
            <a:xfrm rot="10800000" flipH="1" flipV="1">
              <a:off x="3124" y="1312"/>
              <a:ext cx="440" cy="22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grpSp>
      <p:sp>
        <p:nvSpPr>
          <p:cNvPr id="94216" name="Line 166"/>
          <p:cNvSpPr>
            <a:spLocks noChangeShapeType="1"/>
          </p:cNvSpPr>
          <p:nvPr/>
        </p:nvSpPr>
        <p:spPr bwMode="auto">
          <a:xfrm flipH="1" flipV="1">
            <a:off x="2501901" y="2403475"/>
            <a:ext cx="6134100" cy="127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94217" name="Rectangle 167"/>
          <p:cNvSpPr>
            <a:spLocks noChangeArrowheads="1"/>
          </p:cNvSpPr>
          <p:nvPr/>
        </p:nvSpPr>
        <p:spPr bwMode="auto">
          <a:xfrm flipH="1">
            <a:off x="4014788" y="2373314"/>
            <a:ext cx="2032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94218" name="Rectangle 168"/>
          <p:cNvSpPr>
            <a:spLocks noChangeArrowheads="1"/>
          </p:cNvSpPr>
          <p:nvPr/>
        </p:nvSpPr>
        <p:spPr bwMode="auto">
          <a:xfrm flipH="1">
            <a:off x="4271963" y="2373314"/>
            <a:ext cx="2032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94219" name="Freeform 169"/>
          <p:cNvSpPr>
            <a:spLocks/>
          </p:cNvSpPr>
          <p:nvPr/>
        </p:nvSpPr>
        <p:spPr bwMode="auto">
          <a:xfrm flipH="1">
            <a:off x="8623300" y="2130425"/>
            <a:ext cx="450851" cy="979488"/>
          </a:xfrm>
          <a:custGeom>
            <a:avLst/>
            <a:gdLst>
              <a:gd name="T0" fmla="*/ 0 w 253"/>
              <a:gd name="T1" fmla="*/ 0 h 777"/>
              <a:gd name="T2" fmla="*/ 2147483646 w 253"/>
              <a:gd name="T3" fmla="*/ 0 h 777"/>
              <a:gd name="T4" fmla="*/ 2147483646 w 253"/>
              <a:gd name="T5" fmla="*/ 2147483646 h 777"/>
              <a:gd name="T6" fmla="*/ 0 w 253"/>
              <a:gd name="T7" fmla="*/ 2147483646 h 777"/>
              <a:gd name="T8" fmla="*/ 0 60000 65536"/>
              <a:gd name="T9" fmla="*/ 0 60000 65536"/>
              <a:gd name="T10" fmla="*/ 0 60000 65536"/>
              <a:gd name="T11" fmla="*/ 0 60000 65536"/>
              <a:gd name="T12" fmla="*/ 0 w 253"/>
              <a:gd name="T13" fmla="*/ 0 h 777"/>
              <a:gd name="T14" fmla="*/ 253 w 253"/>
              <a:gd name="T15" fmla="*/ 777 h 777"/>
            </a:gdLst>
            <a:ahLst/>
            <a:cxnLst>
              <a:cxn ang="T8">
                <a:pos x="T0" y="T1"/>
              </a:cxn>
              <a:cxn ang="T9">
                <a:pos x="T2" y="T3"/>
              </a:cxn>
              <a:cxn ang="T10">
                <a:pos x="T4" y="T5"/>
              </a:cxn>
              <a:cxn ang="T11">
                <a:pos x="T6" y="T7"/>
              </a:cxn>
            </a:cxnLst>
            <a:rect l="T12" t="T13" r="T14" b="T15"/>
            <a:pathLst>
              <a:path w="253" h="777">
                <a:moveTo>
                  <a:pt x="0" y="0"/>
                </a:moveTo>
                <a:lnTo>
                  <a:pt x="252" y="0"/>
                </a:lnTo>
                <a:lnTo>
                  <a:pt x="252" y="776"/>
                </a:lnTo>
                <a:lnTo>
                  <a:pt x="0" y="776"/>
                </a:lnTo>
              </a:path>
            </a:pathLst>
          </a:custGeom>
          <a:noFill/>
          <a:ln w="38100" cap="rnd">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94220" name="Rectangle 170"/>
          <p:cNvSpPr>
            <a:spLocks noChangeArrowheads="1"/>
          </p:cNvSpPr>
          <p:nvPr/>
        </p:nvSpPr>
        <p:spPr bwMode="auto">
          <a:xfrm flipH="1">
            <a:off x="8710353" y="2428875"/>
            <a:ext cx="833698" cy="285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1763" tIns="49988" rIns="101763" bIns="49988">
            <a:spAutoFit/>
          </a:bodyPr>
          <a:lstStyle>
            <a:lvl1pPr defTabSz="1028700">
              <a:defRPr>
                <a:solidFill>
                  <a:schemeClr val="tx1"/>
                </a:solidFill>
                <a:latin typeface="Arial" panose="020B0604020202020204" pitchFamily="34" charset="0"/>
                <a:cs typeface="Arial" panose="020B0604020202020204" pitchFamily="34" charset="0"/>
              </a:defRPr>
            </a:lvl1pPr>
            <a:lvl2pPr marL="742950" indent="-285750" defTabSz="1028700">
              <a:defRPr>
                <a:solidFill>
                  <a:schemeClr val="tx1"/>
                </a:solidFill>
                <a:latin typeface="Arial" panose="020B0604020202020204" pitchFamily="34" charset="0"/>
                <a:cs typeface="Arial" panose="020B0604020202020204" pitchFamily="34" charset="0"/>
              </a:defRPr>
            </a:lvl2pPr>
            <a:lvl3pPr marL="1143000" indent="-228600" defTabSz="1028700">
              <a:defRPr>
                <a:solidFill>
                  <a:schemeClr val="tx1"/>
                </a:solidFill>
                <a:latin typeface="Arial" panose="020B0604020202020204" pitchFamily="34" charset="0"/>
                <a:cs typeface="Arial" panose="020B0604020202020204" pitchFamily="34" charset="0"/>
              </a:defRPr>
            </a:lvl3pPr>
            <a:lvl4pPr marL="1600200" indent="-228600" defTabSz="1028700">
              <a:defRPr>
                <a:solidFill>
                  <a:schemeClr val="tx1"/>
                </a:solidFill>
                <a:latin typeface="Arial" panose="020B0604020202020204" pitchFamily="34" charset="0"/>
                <a:cs typeface="Arial" panose="020B0604020202020204" pitchFamily="34" charset="0"/>
              </a:defRPr>
            </a:lvl4pPr>
            <a:lvl5pPr marL="2057400" indent="-228600" defTabSz="1028700">
              <a:defRPr>
                <a:solidFill>
                  <a:schemeClr val="tx1"/>
                </a:solidFill>
                <a:latin typeface="Arial" panose="020B0604020202020204" pitchFamily="34" charset="0"/>
                <a:cs typeface="Arial" panose="020B0604020202020204" pitchFamily="34" charset="0"/>
              </a:defRPr>
            </a:lvl5pPr>
            <a:lvl6pPr marL="25146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20000"/>
              </a:spcBef>
              <a:spcAft>
                <a:spcPct val="0"/>
              </a:spcAft>
              <a:buClr>
                <a:srgbClr val="FF9933"/>
              </a:buClr>
              <a:buFont typeface="Wingdings" panose="05000000000000000000" pitchFamily="2" charset="2"/>
              <a:buNone/>
            </a:pPr>
            <a:r>
              <a:rPr lang="en-US" altLang="en-US" sz="1200">
                <a:solidFill>
                  <a:srgbClr val="E7E6E6"/>
                </a:solidFill>
              </a:rPr>
              <a:t>10.0.1.11</a:t>
            </a:r>
          </a:p>
        </p:txBody>
      </p:sp>
      <p:sp>
        <p:nvSpPr>
          <p:cNvPr id="94221" name="Rectangle 171"/>
          <p:cNvSpPr>
            <a:spLocks noChangeArrowheads="1"/>
          </p:cNvSpPr>
          <p:nvPr/>
        </p:nvSpPr>
        <p:spPr bwMode="auto">
          <a:xfrm flipH="1">
            <a:off x="8724900" y="3438525"/>
            <a:ext cx="820739" cy="285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01763" tIns="49988" rIns="101763" bIns="49988">
            <a:spAutoFit/>
          </a:bodyPr>
          <a:lstStyle>
            <a:lvl1pPr defTabSz="1028700">
              <a:defRPr>
                <a:solidFill>
                  <a:schemeClr val="tx1"/>
                </a:solidFill>
                <a:latin typeface="Arial" panose="020B0604020202020204" pitchFamily="34" charset="0"/>
                <a:cs typeface="Arial" panose="020B0604020202020204" pitchFamily="34" charset="0"/>
              </a:defRPr>
            </a:lvl1pPr>
            <a:lvl2pPr marL="742950" indent="-285750" defTabSz="1028700">
              <a:defRPr>
                <a:solidFill>
                  <a:schemeClr val="tx1"/>
                </a:solidFill>
                <a:latin typeface="Arial" panose="020B0604020202020204" pitchFamily="34" charset="0"/>
                <a:cs typeface="Arial" panose="020B0604020202020204" pitchFamily="34" charset="0"/>
              </a:defRPr>
            </a:lvl2pPr>
            <a:lvl3pPr marL="1143000" indent="-228600" defTabSz="1028700">
              <a:defRPr>
                <a:solidFill>
                  <a:schemeClr val="tx1"/>
                </a:solidFill>
                <a:latin typeface="Arial" panose="020B0604020202020204" pitchFamily="34" charset="0"/>
                <a:cs typeface="Arial" panose="020B0604020202020204" pitchFamily="34" charset="0"/>
              </a:defRPr>
            </a:lvl3pPr>
            <a:lvl4pPr marL="1600200" indent="-228600" defTabSz="1028700">
              <a:defRPr>
                <a:solidFill>
                  <a:schemeClr val="tx1"/>
                </a:solidFill>
                <a:latin typeface="Arial" panose="020B0604020202020204" pitchFamily="34" charset="0"/>
                <a:cs typeface="Arial" panose="020B0604020202020204" pitchFamily="34" charset="0"/>
              </a:defRPr>
            </a:lvl4pPr>
            <a:lvl5pPr marL="2057400" indent="-228600" defTabSz="1028700">
              <a:defRPr>
                <a:solidFill>
                  <a:schemeClr val="tx1"/>
                </a:solidFill>
                <a:latin typeface="Arial" panose="020B0604020202020204" pitchFamily="34" charset="0"/>
                <a:cs typeface="Arial" panose="020B0604020202020204" pitchFamily="34" charset="0"/>
              </a:defRPr>
            </a:lvl5pPr>
            <a:lvl6pPr marL="25146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20000"/>
              </a:spcBef>
              <a:spcAft>
                <a:spcPct val="0"/>
              </a:spcAft>
              <a:buClr>
                <a:srgbClr val="FF9933"/>
              </a:buClr>
              <a:buFont typeface="Wingdings" panose="05000000000000000000" pitchFamily="2" charset="2"/>
              <a:buNone/>
            </a:pPr>
            <a:r>
              <a:rPr lang="en-US" altLang="en-US" sz="1200">
                <a:solidFill>
                  <a:srgbClr val="E7E6E6"/>
                </a:solidFill>
              </a:rPr>
              <a:t>10.0.1.4</a:t>
            </a:r>
          </a:p>
        </p:txBody>
      </p:sp>
      <p:sp>
        <p:nvSpPr>
          <p:cNvPr id="94222" name="Line 172"/>
          <p:cNvSpPr>
            <a:spLocks noChangeShapeType="1"/>
          </p:cNvSpPr>
          <p:nvPr/>
        </p:nvSpPr>
        <p:spPr bwMode="auto">
          <a:xfrm flipH="1">
            <a:off x="7010400" y="2911475"/>
            <a:ext cx="1497013"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nchor="ctr">
            <a:spAutoFit/>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94223" name="Text Box 173"/>
          <p:cNvSpPr txBox="1">
            <a:spLocks noChangeArrowheads="1"/>
          </p:cNvSpPr>
          <p:nvPr/>
        </p:nvSpPr>
        <p:spPr bwMode="auto">
          <a:xfrm flipH="1">
            <a:off x="7660495" y="2613612"/>
            <a:ext cx="9492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50000"/>
              </a:spcBef>
              <a:spcAft>
                <a:spcPct val="0"/>
              </a:spcAft>
              <a:buClr>
                <a:srgbClr val="FF9933"/>
              </a:buClr>
              <a:buFont typeface="Wingdings" panose="05000000000000000000" pitchFamily="2" charset="2"/>
              <a:buNone/>
            </a:pPr>
            <a:r>
              <a:rPr lang="en-US" altLang="en-US" sz="1600">
                <a:solidFill>
                  <a:prstClr val="black"/>
                </a:solidFill>
              </a:rPr>
              <a:t>10.0.1.X</a:t>
            </a:r>
          </a:p>
        </p:txBody>
      </p:sp>
      <p:sp>
        <p:nvSpPr>
          <p:cNvPr id="94224" name="Line 174"/>
          <p:cNvSpPr>
            <a:spLocks noChangeShapeType="1"/>
          </p:cNvSpPr>
          <p:nvPr/>
        </p:nvSpPr>
        <p:spPr bwMode="auto">
          <a:xfrm>
            <a:off x="6985000" y="2678113"/>
            <a:ext cx="0" cy="35560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lIns="73025" tIns="36512" rIns="73025" bIns="36512"/>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94225" name="Line 175"/>
          <p:cNvSpPr>
            <a:spLocks noChangeShapeType="1"/>
          </p:cNvSpPr>
          <p:nvPr/>
        </p:nvSpPr>
        <p:spPr bwMode="auto">
          <a:xfrm flipH="1">
            <a:off x="5410200" y="2924175"/>
            <a:ext cx="1497013"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nchor="ctr">
            <a:spAutoFit/>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94226" name="Text Box 176"/>
          <p:cNvSpPr txBox="1">
            <a:spLocks noChangeArrowheads="1"/>
          </p:cNvSpPr>
          <p:nvPr/>
        </p:nvSpPr>
        <p:spPr bwMode="auto">
          <a:xfrm flipH="1">
            <a:off x="5989083" y="2626312"/>
            <a:ext cx="90281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50000"/>
              </a:spcBef>
              <a:spcAft>
                <a:spcPct val="0"/>
              </a:spcAft>
              <a:buClr>
                <a:srgbClr val="FF9933"/>
              </a:buClr>
              <a:buFont typeface="Wingdings" panose="05000000000000000000" pitchFamily="2" charset="2"/>
              <a:buNone/>
            </a:pPr>
            <a:r>
              <a:rPr lang="en-US" altLang="en-US" sz="1600">
                <a:solidFill>
                  <a:prstClr val="black"/>
                </a:solidFill>
              </a:rPr>
              <a:t>X.X.X.X</a:t>
            </a:r>
          </a:p>
        </p:txBody>
      </p:sp>
      <p:sp>
        <p:nvSpPr>
          <p:cNvPr id="94227" name="Text Box 177"/>
          <p:cNvSpPr txBox="1">
            <a:spLocks noChangeArrowheads="1"/>
          </p:cNvSpPr>
          <p:nvPr/>
        </p:nvSpPr>
        <p:spPr bwMode="auto">
          <a:xfrm>
            <a:off x="6670677" y="3028950"/>
            <a:ext cx="592022" cy="350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NAT</a:t>
            </a:r>
          </a:p>
        </p:txBody>
      </p:sp>
      <p:grpSp>
        <p:nvGrpSpPr>
          <p:cNvPr id="94228" name="Group 178"/>
          <p:cNvGrpSpPr>
            <a:grpSpLocks/>
          </p:cNvGrpSpPr>
          <p:nvPr/>
        </p:nvGrpSpPr>
        <p:grpSpPr bwMode="auto">
          <a:xfrm>
            <a:off x="2959100" y="2033589"/>
            <a:ext cx="1538288" cy="784225"/>
            <a:chOff x="775" y="3234"/>
            <a:chExt cx="969" cy="494"/>
          </a:xfrm>
        </p:grpSpPr>
        <p:pic>
          <p:nvPicPr>
            <p:cNvPr id="94235" name="Picture 179" descr="Network_Cloud_Standard"/>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5" y="3234"/>
              <a:ext cx="969" cy="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236" name="Rectangle 180"/>
            <p:cNvSpPr>
              <a:spLocks noChangeArrowheads="1"/>
            </p:cNvSpPr>
            <p:nvPr/>
          </p:nvSpPr>
          <p:spPr bwMode="auto">
            <a:xfrm>
              <a:off x="970" y="3384"/>
              <a:ext cx="55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Internet</a:t>
              </a:r>
            </a:p>
          </p:txBody>
        </p:sp>
      </p:grpSp>
      <p:pic>
        <p:nvPicPr>
          <p:cNvPr id="94229" name="Picture 182" descr="File-Application_Serve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06626" y="2189164"/>
            <a:ext cx="442913"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4230" name="Picture 183" descr="Route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837113" y="2190751"/>
            <a:ext cx="585787"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4231" name="Picture 184" descr="PC"/>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745539" y="2774951"/>
            <a:ext cx="636587"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4232" name="Picture 185" descr="PC"/>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756651" y="1731963"/>
            <a:ext cx="636588"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4233" name="Picture 186" descr="Cisco_ASA5500"/>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723063" y="2101850"/>
            <a:ext cx="493712" cy="641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4234" name="Picture 187" descr="Route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837113" y="2190751"/>
            <a:ext cx="585787"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010932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a:xfrm>
            <a:off x="19735" y="5174"/>
            <a:ext cx="10515600" cy="761061"/>
          </a:xfrm>
        </p:spPr>
        <p:txBody>
          <a:bodyPr/>
          <a:lstStyle/>
          <a:p>
            <a:pPr eaLnBrk="1" hangingPunct="1"/>
            <a:r>
              <a:rPr lang="en-US" altLang="en-US" sz="3733" dirty="0">
                <a:latin typeface="Arial" panose="020B0604020202020204" pitchFamily="34" charset="0"/>
                <a:cs typeface="Arial" panose="020B0604020202020204" pitchFamily="34" charset="0"/>
              </a:rPr>
              <a:t>show run global</a:t>
            </a:r>
          </a:p>
        </p:txBody>
      </p:sp>
      <p:sp>
        <p:nvSpPr>
          <p:cNvPr id="96259" name="Text Box 3"/>
          <p:cNvSpPr txBox="1">
            <a:spLocks noChangeArrowheads="1"/>
          </p:cNvSpPr>
          <p:nvPr/>
        </p:nvSpPr>
        <p:spPr bwMode="auto">
          <a:xfrm>
            <a:off x="2490788" y="4978400"/>
            <a:ext cx="7391400" cy="1077218"/>
          </a:xfrm>
          <a:prstGeom prst="rect">
            <a:avLst/>
          </a:prstGeom>
          <a:solidFill>
            <a:schemeClr val="bg1"/>
          </a:solidFill>
          <a:ln w="28575">
            <a:solidFill>
              <a:schemeClr val="tx1"/>
            </a:solidFill>
            <a:miter lim="800000"/>
            <a:headEnd/>
            <a:tailEnd/>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2000">
                <a:solidFill>
                  <a:prstClr val="black"/>
                </a:solidFill>
                <a:latin typeface="Courier New" panose="02070309020205020404" pitchFamily="49" charset="0"/>
                <a:cs typeface="Times New Roman" panose="02020603050405020304" pitchFamily="18" charset="0"/>
              </a:rPr>
              <a:t>asa1# show run global</a:t>
            </a:r>
          </a:p>
          <a:p>
            <a:pPr fontAlgn="base">
              <a:spcBef>
                <a:spcPct val="20000"/>
              </a:spcBef>
              <a:spcAft>
                <a:spcPct val="0"/>
              </a:spcAft>
              <a:buClr>
                <a:srgbClr val="FF9933"/>
              </a:buClr>
              <a:buFont typeface="Wingdings" panose="05000000000000000000" pitchFamily="2" charset="2"/>
              <a:buNone/>
            </a:pPr>
            <a:r>
              <a:rPr lang="en-US" altLang="en-US" sz="2000">
                <a:solidFill>
                  <a:prstClr val="black"/>
                </a:solidFill>
                <a:latin typeface="Courier New" panose="02070309020205020404" pitchFamily="49" charset="0"/>
                <a:cs typeface="Times New Roman" panose="02020603050405020304" pitchFamily="18" charset="0"/>
              </a:rPr>
              <a:t>global (outside) 1 192.168.1.20-192.168.1.254 netmask 255.255.255.0</a:t>
            </a:r>
          </a:p>
        </p:txBody>
      </p:sp>
      <p:sp>
        <p:nvSpPr>
          <p:cNvPr id="96260" name="Rectangle 121"/>
          <p:cNvSpPr>
            <a:spLocks noChangeArrowheads="1"/>
          </p:cNvSpPr>
          <p:nvPr/>
        </p:nvSpPr>
        <p:spPr bwMode="auto">
          <a:xfrm>
            <a:off x="2505077" y="4295776"/>
            <a:ext cx="79867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124" tIns="41061" rIns="82124" bIns="41061"/>
          <a:lstStyle>
            <a:lvl1pPr marL="342900" indent="-342900" defTabSz="814388">
              <a:defRPr>
                <a:solidFill>
                  <a:schemeClr val="tx1"/>
                </a:solidFill>
                <a:latin typeface="Arial" panose="020B0604020202020204" pitchFamily="34" charset="0"/>
                <a:cs typeface="Arial" panose="020B0604020202020204" pitchFamily="34" charset="0"/>
              </a:defRPr>
            </a:lvl1pPr>
            <a:lvl2pPr marL="342900" indent="-22860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fontAlgn="base">
              <a:lnSpc>
                <a:spcPct val="95000"/>
              </a:lnSpc>
              <a:spcBef>
                <a:spcPct val="35000"/>
              </a:spcBef>
              <a:spcAft>
                <a:spcPct val="0"/>
              </a:spcAft>
              <a:buClr>
                <a:srgbClr val="5B9BD5"/>
              </a:buClr>
              <a:buFont typeface="Wingdings" panose="05000000000000000000" pitchFamily="2" charset="2"/>
              <a:buNone/>
            </a:pPr>
            <a:r>
              <a:rPr lang="en-US" altLang="en-US">
                <a:solidFill>
                  <a:prstClr val="black"/>
                </a:solidFill>
              </a:rPr>
              <a:t>Displays the pool of mapped addresses</a:t>
            </a:r>
          </a:p>
        </p:txBody>
      </p:sp>
      <p:sp>
        <p:nvSpPr>
          <p:cNvPr id="96261" name="Text Box 122"/>
          <p:cNvSpPr txBox="1">
            <a:spLocks noChangeArrowheads="1"/>
          </p:cNvSpPr>
          <p:nvPr/>
        </p:nvSpPr>
        <p:spPr bwMode="auto">
          <a:xfrm>
            <a:off x="2501900" y="3434040"/>
            <a:ext cx="250348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ciscoasa#</a:t>
            </a:r>
          </a:p>
        </p:txBody>
      </p:sp>
      <p:sp>
        <p:nvSpPr>
          <p:cNvPr id="96262" name="Text Box 123"/>
          <p:cNvSpPr txBox="1">
            <a:spLocks noChangeArrowheads="1"/>
          </p:cNvSpPr>
          <p:nvPr/>
        </p:nvSpPr>
        <p:spPr bwMode="auto">
          <a:xfrm>
            <a:off x="2490788" y="3841751"/>
            <a:ext cx="7416800" cy="400110"/>
          </a:xfrm>
          <a:prstGeom prst="rect">
            <a:avLst/>
          </a:prstGeom>
          <a:solidFill>
            <a:schemeClr val="bg1"/>
          </a:solidFill>
          <a:ln w="28575">
            <a:solidFill>
              <a:schemeClr val="tx1"/>
            </a:solidFill>
            <a:miter lim="800000"/>
            <a:headEnd/>
            <a:tailEnd/>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50000"/>
              </a:spcBef>
              <a:spcAft>
                <a:spcPct val="0"/>
              </a:spcAft>
              <a:buClr>
                <a:srgbClr val="FF9933"/>
              </a:buClr>
              <a:buFont typeface="Wingdings" panose="05000000000000000000" pitchFamily="2" charset="2"/>
              <a:buNone/>
            </a:pPr>
            <a:r>
              <a:rPr lang="en-US" altLang="en-US" sz="2000">
                <a:solidFill>
                  <a:prstClr val="black"/>
                </a:solidFill>
                <a:latin typeface="Courier New" panose="02070309020205020404" pitchFamily="49" charset="0"/>
              </a:rPr>
              <a:t>show run global</a:t>
            </a:r>
          </a:p>
        </p:txBody>
      </p:sp>
      <p:sp>
        <p:nvSpPr>
          <p:cNvPr id="96263" name="Rectangle 127"/>
          <p:cNvSpPr>
            <a:spLocks noChangeArrowheads="1"/>
          </p:cNvSpPr>
          <p:nvPr/>
        </p:nvSpPr>
        <p:spPr bwMode="auto">
          <a:xfrm>
            <a:off x="4496434" y="2635249"/>
            <a:ext cx="2725105" cy="615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20000"/>
              </a:spcBef>
              <a:spcAft>
                <a:spcPct val="0"/>
              </a:spcAft>
              <a:buClr>
                <a:srgbClr val="FF9933"/>
              </a:buClr>
              <a:buFont typeface="Wingdings" panose="05000000000000000000" pitchFamily="2" charset="2"/>
              <a:buNone/>
            </a:pPr>
            <a:r>
              <a:rPr lang="en-US" altLang="en-US" sz="1600">
                <a:solidFill>
                  <a:prstClr val="black"/>
                </a:solidFill>
                <a:cs typeface="Times New Roman" panose="02020603050405020304" pitchFamily="18" charset="0"/>
              </a:rPr>
              <a:t>Mapped Pool</a:t>
            </a:r>
          </a:p>
          <a:p>
            <a:pPr algn="r" fontAlgn="base">
              <a:spcBef>
                <a:spcPct val="20000"/>
              </a:spcBef>
              <a:spcAft>
                <a:spcPct val="0"/>
              </a:spcAft>
              <a:buClr>
                <a:srgbClr val="FF9933"/>
              </a:buClr>
              <a:buFont typeface="Wingdings" panose="05000000000000000000" pitchFamily="2" charset="2"/>
              <a:buNone/>
            </a:pPr>
            <a:r>
              <a:rPr lang="en-US" altLang="en-US" sz="1600">
                <a:solidFill>
                  <a:prstClr val="black"/>
                </a:solidFill>
                <a:cs typeface="Times New Roman" panose="02020603050405020304" pitchFamily="18" charset="0"/>
              </a:rPr>
              <a:t>192.168.1.20-192.168.1.254</a:t>
            </a:r>
          </a:p>
        </p:txBody>
      </p:sp>
      <p:grpSp>
        <p:nvGrpSpPr>
          <p:cNvPr id="96264" name="Group 128"/>
          <p:cNvGrpSpPr>
            <a:grpSpLocks/>
          </p:cNvGrpSpPr>
          <p:nvPr/>
        </p:nvGrpSpPr>
        <p:grpSpPr bwMode="auto">
          <a:xfrm flipH="1">
            <a:off x="2738437" y="1357313"/>
            <a:ext cx="6546851" cy="355600"/>
            <a:chOff x="2688" y="1312"/>
            <a:chExt cx="876" cy="224"/>
          </a:xfrm>
        </p:grpSpPr>
        <p:sp>
          <p:nvSpPr>
            <p:cNvPr id="96283" name="Arc 129"/>
            <p:cNvSpPr>
              <a:spLocks/>
            </p:cNvSpPr>
            <p:nvPr/>
          </p:nvSpPr>
          <p:spPr bwMode="auto">
            <a:xfrm rot="10800000" flipV="1">
              <a:off x="2688" y="1312"/>
              <a:ext cx="440" cy="22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type="none" w="sm" len="sm"/>
              <a:tailEnd/>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96284" name="Arc 130"/>
            <p:cNvSpPr>
              <a:spLocks/>
            </p:cNvSpPr>
            <p:nvPr/>
          </p:nvSpPr>
          <p:spPr bwMode="auto">
            <a:xfrm rot="10800000" flipH="1" flipV="1">
              <a:off x="3124" y="1312"/>
              <a:ext cx="440" cy="22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grpSp>
      <p:sp>
        <p:nvSpPr>
          <p:cNvPr id="96265" name="Line 131"/>
          <p:cNvSpPr>
            <a:spLocks noChangeShapeType="1"/>
          </p:cNvSpPr>
          <p:nvPr/>
        </p:nvSpPr>
        <p:spPr bwMode="auto">
          <a:xfrm flipH="1" flipV="1">
            <a:off x="2744789" y="2022475"/>
            <a:ext cx="6134100" cy="127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96266" name="Rectangle 132"/>
          <p:cNvSpPr>
            <a:spLocks noChangeArrowheads="1"/>
          </p:cNvSpPr>
          <p:nvPr/>
        </p:nvSpPr>
        <p:spPr bwMode="auto">
          <a:xfrm flipH="1">
            <a:off x="4257675" y="1992314"/>
            <a:ext cx="2032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96267" name="Rectangle 133"/>
          <p:cNvSpPr>
            <a:spLocks noChangeArrowheads="1"/>
          </p:cNvSpPr>
          <p:nvPr/>
        </p:nvSpPr>
        <p:spPr bwMode="auto">
          <a:xfrm flipH="1">
            <a:off x="4514851" y="1992314"/>
            <a:ext cx="2032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96268" name="Freeform 134"/>
          <p:cNvSpPr>
            <a:spLocks/>
          </p:cNvSpPr>
          <p:nvPr/>
        </p:nvSpPr>
        <p:spPr bwMode="auto">
          <a:xfrm flipH="1">
            <a:off x="8866188" y="1749425"/>
            <a:ext cx="450851" cy="979488"/>
          </a:xfrm>
          <a:custGeom>
            <a:avLst/>
            <a:gdLst>
              <a:gd name="T0" fmla="*/ 0 w 253"/>
              <a:gd name="T1" fmla="*/ 0 h 777"/>
              <a:gd name="T2" fmla="*/ 2147483646 w 253"/>
              <a:gd name="T3" fmla="*/ 0 h 777"/>
              <a:gd name="T4" fmla="*/ 2147483646 w 253"/>
              <a:gd name="T5" fmla="*/ 2147483646 h 777"/>
              <a:gd name="T6" fmla="*/ 0 w 253"/>
              <a:gd name="T7" fmla="*/ 2147483646 h 777"/>
              <a:gd name="T8" fmla="*/ 0 60000 65536"/>
              <a:gd name="T9" fmla="*/ 0 60000 65536"/>
              <a:gd name="T10" fmla="*/ 0 60000 65536"/>
              <a:gd name="T11" fmla="*/ 0 60000 65536"/>
              <a:gd name="T12" fmla="*/ 0 w 253"/>
              <a:gd name="T13" fmla="*/ 0 h 777"/>
              <a:gd name="T14" fmla="*/ 253 w 253"/>
              <a:gd name="T15" fmla="*/ 777 h 777"/>
            </a:gdLst>
            <a:ahLst/>
            <a:cxnLst>
              <a:cxn ang="T8">
                <a:pos x="T0" y="T1"/>
              </a:cxn>
              <a:cxn ang="T9">
                <a:pos x="T2" y="T3"/>
              </a:cxn>
              <a:cxn ang="T10">
                <a:pos x="T4" y="T5"/>
              </a:cxn>
              <a:cxn ang="T11">
                <a:pos x="T6" y="T7"/>
              </a:cxn>
            </a:cxnLst>
            <a:rect l="T12" t="T13" r="T14" b="T15"/>
            <a:pathLst>
              <a:path w="253" h="777">
                <a:moveTo>
                  <a:pt x="0" y="0"/>
                </a:moveTo>
                <a:lnTo>
                  <a:pt x="252" y="0"/>
                </a:lnTo>
                <a:lnTo>
                  <a:pt x="252" y="776"/>
                </a:lnTo>
                <a:lnTo>
                  <a:pt x="0" y="776"/>
                </a:lnTo>
              </a:path>
            </a:pathLst>
          </a:custGeom>
          <a:noFill/>
          <a:ln w="38100" cap="rnd">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96269" name="Rectangle 135"/>
          <p:cNvSpPr>
            <a:spLocks noChangeArrowheads="1"/>
          </p:cNvSpPr>
          <p:nvPr/>
        </p:nvSpPr>
        <p:spPr bwMode="auto">
          <a:xfrm flipH="1">
            <a:off x="9010390" y="2076451"/>
            <a:ext cx="833698" cy="285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1763" tIns="49988" rIns="101763" bIns="49988">
            <a:spAutoFit/>
          </a:bodyPr>
          <a:lstStyle>
            <a:lvl1pPr defTabSz="1028700">
              <a:defRPr>
                <a:solidFill>
                  <a:schemeClr val="tx1"/>
                </a:solidFill>
                <a:latin typeface="Arial" panose="020B0604020202020204" pitchFamily="34" charset="0"/>
                <a:cs typeface="Arial" panose="020B0604020202020204" pitchFamily="34" charset="0"/>
              </a:defRPr>
            </a:lvl1pPr>
            <a:lvl2pPr marL="742950" indent="-285750" defTabSz="1028700">
              <a:defRPr>
                <a:solidFill>
                  <a:schemeClr val="tx1"/>
                </a:solidFill>
                <a:latin typeface="Arial" panose="020B0604020202020204" pitchFamily="34" charset="0"/>
                <a:cs typeface="Arial" panose="020B0604020202020204" pitchFamily="34" charset="0"/>
              </a:defRPr>
            </a:lvl2pPr>
            <a:lvl3pPr marL="1143000" indent="-228600" defTabSz="1028700">
              <a:defRPr>
                <a:solidFill>
                  <a:schemeClr val="tx1"/>
                </a:solidFill>
                <a:latin typeface="Arial" panose="020B0604020202020204" pitchFamily="34" charset="0"/>
                <a:cs typeface="Arial" panose="020B0604020202020204" pitchFamily="34" charset="0"/>
              </a:defRPr>
            </a:lvl3pPr>
            <a:lvl4pPr marL="1600200" indent="-228600" defTabSz="1028700">
              <a:defRPr>
                <a:solidFill>
                  <a:schemeClr val="tx1"/>
                </a:solidFill>
                <a:latin typeface="Arial" panose="020B0604020202020204" pitchFamily="34" charset="0"/>
                <a:cs typeface="Arial" panose="020B0604020202020204" pitchFamily="34" charset="0"/>
              </a:defRPr>
            </a:lvl4pPr>
            <a:lvl5pPr marL="2057400" indent="-228600" defTabSz="1028700">
              <a:defRPr>
                <a:solidFill>
                  <a:schemeClr val="tx1"/>
                </a:solidFill>
                <a:latin typeface="Arial" panose="020B0604020202020204" pitchFamily="34" charset="0"/>
                <a:cs typeface="Arial" panose="020B0604020202020204" pitchFamily="34" charset="0"/>
              </a:defRPr>
            </a:lvl5pPr>
            <a:lvl6pPr marL="25146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20000"/>
              </a:spcBef>
              <a:spcAft>
                <a:spcPct val="0"/>
              </a:spcAft>
              <a:buClr>
                <a:srgbClr val="FF9933"/>
              </a:buClr>
              <a:buFont typeface="Wingdings" panose="05000000000000000000" pitchFamily="2" charset="2"/>
              <a:buNone/>
            </a:pPr>
            <a:r>
              <a:rPr lang="en-US" altLang="en-US" sz="1200">
                <a:solidFill>
                  <a:srgbClr val="E7E6E6"/>
                </a:solidFill>
              </a:rPr>
              <a:t>10.0.1.11</a:t>
            </a:r>
          </a:p>
        </p:txBody>
      </p:sp>
      <p:sp>
        <p:nvSpPr>
          <p:cNvPr id="96270" name="Rectangle 136"/>
          <p:cNvSpPr>
            <a:spLocks noChangeArrowheads="1"/>
          </p:cNvSpPr>
          <p:nvPr/>
        </p:nvSpPr>
        <p:spPr bwMode="auto">
          <a:xfrm flipH="1">
            <a:off x="9124949" y="3057525"/>
            <a:ext cx="820739" cy="285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01763" tIns="49988" rIns="101763" bIns="49988">
            <a:spAutoFit/>
          </a:bodyPr>
          <a:lstStyle>
            <a:lvl1pPr defTabSz="1028700">
              <a:defRPr>
                <a:solidFill>
                  <a:schemeClr val="tx1"/>
                </a:solidFill>
                <a:latin typeface="Arial" panose="020B0604020202020204" pitchFamily="34" charset="0"/>
                <a:cs typeface="Arial" panose="020B0604020202020204" pitchFamily="34" charset="0"/>
              </a:defRPr>
            </a:lvl1pPr>
            <a:lvl2pPr marL="742950" indent="-285750" defTabSz="1028700">
              <a:defRPr>
                <a:solidFill>
                  <a:schemeClr val="tx1"/>
                </a:solidFill>
                <a:latin typeface="Arial" panose="020B0604020202020204" pitchFamily="34" charset="0"/>
                <a:cs typeface="Arial" panose="020B0604020202020204" pitchFamily="34" charset="0"/>
              </a:defRPr>
            </a:lvl2pPr>
            <a:lvl3pPr marL="1143000" indent="-228600" defTabSz="1028700">
              <a:defRPr>
                <a:solidFill>
                  <a:schemeClr val="tx1"/>
                </a:solidFill>
                <a:latin typeface="Arial" panose="020B0604020202020204" pitchFamily="34" charset="0"/>
                <a:cs typeface="Arial" panose="020B0604020202020204" pitchFamily="34" charset="0"/>
              </a:defRPr>
            </a:lvl3pPr>
            <a:lvl4pPr marL="1600200" indent="-228600" defTabSz="1028700">
              <a:defRPr>
                <a:solidFill>
                  <a:schemeClr val="tx1"/>
                </a:solidFill>
                <a:latin typeface="Arial" panose="020B0604020202020204" pitchFamily="34" charset="0"/>
                <a:cs typeface="Arial" panose="020B0604020202020204" pitchFamily="34" charset="0"/>
              </a:defRPr>
            </a:lvl4pPr>
            <a:lvl5pPr marL="2057400" indent="-228600" defTabSz="1028700">
              <a:defRPr>
                <a:solidFill>
                  <a:schemeClr val="tx1"/>
                </a:solidFill>
                <a:latin typeface="Arial" panose="020B0604020202020204" pitchFamily="34" charset="0"/>
                <a:cs typeface="Arial" panose="020B0604020202020204" pitchFamily="34" charset="0"/>
              </a:defRPr>
            </a:lvl5pPr>
            <a:lvl6pPr marL="25146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20000"/>
              </a:spcBef>
              <a:spcAft>
                <a:spcPct val="0"/>
              </a:spcAft>
              <a:buClr>
                <a:srgbClr val="FF9933"/>
              </a:buClr>
              <a:buFont typeface="Wingdings" panose="05000000000000000000" pitchFamily="2" charset="2"/>
              <a:buNone/>
            </a:pPr>
            <a:r>
              <a:rPr lang="en-US" altLang="en-US" sz="1200">
                <a:solidFill>
                  <a:srgbClr val="E7E6E6"/>
                </a:solidFill>
              </a:rPr>
              <a:t>10.0.1.4</a:t>
            </a:r>
          </a:p>
        </p:txBody>
      </p:sp>
      <p:sp>
        <p:nvSpPr>
          <p:cNvPr id="96271" name="Line 137"/>
          <p:cNvSpPr>
            <a:spLocks noChangeShapeType="1"/>
          </p:cNvSpPr>
          <p:nvPr/>
        </p:nvSpPr>
        <p:spPr bwMode="auto">
          <a:xfrm flipH="1">
            <a:off x="7253289" y="2530475"/>
            <a:ext cx="1497012"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nchor="ctr">
            <a:spAutoFit/>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96272" name="Text Box 138"/>
          <p:cNvSpPr txBox="1">
            <a:spLocks noChangeArrowheads="1"/>
          </p:cNvSpPr>
          <p:nvPr/>
        </p:nvSpPr>
        <p:spPr bwMode="auto">
          <a:xfrm flipH="1">
            <a:off x="7903382" y="2207212"/>
            <a:ext cx="94929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50000"/>
              </a:spcBef>
              <a:spcAft>
                <a:spcPct val="0"/>
              </a:spcAft>
              <a:buClr>
                <a:srgbClr val="FF9933"/>
              </a:buClr>
              <a:buFont typeface="Wingdings" panose="05000000000000000000" pitchFamily="2" charset="2"/>
              <a:buNone/>
            </a:pPr>
            <a:r>
              <a:rPr lang="en-US" altLang="en-US" sz="1600">
                <a:solidFill>
                  <a:prstClr val="black"/>
                </a:solidFill>
              </a:rPr>
              <a:t>10.0.1.X</a:t>
            </a:r>
          </a:p>
        </p:txBody>
      </p:sp>
      <p:sp>
        <p:nvSpPr>
          <p:cNvPr id="96273" name="Line 139"/>
          <p:cNvSpPr>
            <a:spLocks noChangeShapeType="1"/>
          </p:cNvSpPr>
          <p:nvPr/>
        </p:nvSpPr>
        <p:spPr bwMode="auto">
          <a:xfrm>
            <a:off x="7227888" y="2297113"/>
            <a:ext cx="0" cy="35560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lIns="73025" tIns="36512" rIns="73025" bIns="36512"/>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96274" name="Line 140"/>
          <p:cNvSpPr>
            <a:spLocks noChangeShapeType="1"/>
          </p:cNvSpPr>
          <p:nvPr/>
        </p:nvSpPr>
        <p:spPr bwMode="auto">
          <a:xfrm flipH="1">
            <a:off x="5653089" y="2543175"/>
            <a:ext cx="1497012"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nchor="ctr">
            <a:spAutoFit/>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pic>
        <p:nvPicPr>
          <p:cNvPr id="96275" name="Picture 142" descr="File-Application_Serve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93951" y="1836738"/>
            <a:ext cx="436563" cy="627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6276" name="Picture 144" descr="PC"/>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982075" y="1455739"/>
            <a:ext cx="636588"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6277" name="Group 145"/>
          <p:cNvGrpSpPr>
            <a:grpSpLocks/>
          </p:cNvGrpSpPr>
          <p:nvPr/>
        </p:nvGrpSpPr>
        <p:grpSpPr bwMode="auto">
          <a:xfrm>
            <a:off x="3144839" y="1660526"/>
            <a:ext cx="1538287" cy="784225"/>
            <a:chOff x="775" y="3234"/>
            <a:chExt cx="969" cy="494"/>
          </a:xfrm>
        </p:grpSpPr>
        <p:pic>
          <p:nvPicPr>
            <p:cNvPr id="96281" name="Picture 146" descr="Network_Cloud_Standard"/>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75" y="3234"/>
              <a:ext cx="969" cy="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282" name="Rectangle 147"/>
            <p:cNvSpPr>
              <a:spLocks noChangeArrowheads="1"/>
            </p:cNvSpPr>
            <p:nvPr/>
          </p:nvSpPr>
          <p:spPr bwMode="auto">
            <a:xfrm>
              <a:off x="970" y="3384"/>
              <a:ext cx="55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Internet</a:t>
              </a:r>
            </a:p>
          </p:txBody>
        </p:sp>
      </p:grpSp>
      <p:pic>
        <p:nvPicPr>
          <p:cNvPr id="96278" name="Picture 148" descr="PC"/>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015413" y="2395539"/>
            <a:ext cx="636587"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6279" name="Picture 149" descr="Cisco_ASA5500"/>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83414" y="1751014"/>
            <a:ext cx="474663" cy="615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6280" name="Picture 150" descr="Route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995864" y="1841500"/>
            <a:ext cx="630237" cy="439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943730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a:xfrm>
            <a:off x="2924" y="0"/>
            <a:ext cx="10515600" cy="664672"/>
          </a:xfrm>
        </p:spPr>
        <p:txBody>
          <a:bodyPr/>
          <a:lstStyle/>
          <a:p>
            <a:pPr eaLnBrk="1" hangingPunct="1"/>
            <a:r>
              <a:rPr lang="en-US" altLang="en-US" sz="3733" dirty="0">
                <a:latin typeface="Arial" panose="020B0604020202020204" pitchFamily="34" charset="0"/>
                <a:cs typeface="Arial" panose="020B0604020202020204" pitchFamily="34" charset="0"/>
              </a:rPr>
              <a:t>show </a:t>
            </a:r>
            <a:r>
              <a:rPr lang="en-US" altLang="en-US" sz="3733" dirty="0" err="1">
                <a:latin typeface="Arial" panose="020B0604020202020204" pitchFamily="34" charset="0"/>
                <a:cs typeface="Arial" panose="020B0604020202020204" pitchFamily="34" charset="0"/>
              </a:rPr>
              <a:t>xlate</a:t>
            </a:r>
            <a:endParaRPr lang="en-US" altLang="en-US" sz="3733" dirty="0">
              <a:latin typeface="Arial" panose="020B0604020202020204" pitchFamily="34" charset="0"/>
              <a:cs typeface="Arial" panose="020B0604020202020204" pitchFamily="34" charset="0"/>
            </a:endParaRPr>
          </a:p>
        </p:txBody>
      </p:sp>
      <p:sp>
        <p:nvSpPr>
          <p:cNvPr id="98307" name="Text Box 3"/>
          <p:cNvSpPr txBox="1">
            <a:spLocks noChangeArrowheads="1"/>
          </p:cNvSpPr>
          <p:nvPr/>
        </p:nvSpPr>
        <p:spPr bwMode="auto">
          <a:xfrm>
            <a:off x="2309814" y="4857751"/>
            <a:ext cx="7505700" cy="1138773"/>
          </a:xfrm>
          <a:prstGeom prst="rect">
            <a:avLst/>
          </a:prstGeom>
          <a:solidFill>
            <a:schemeClr val="bg1"/>
          </a:solidFill>
          <a:ln w="28575">
            <a:solidFill>
              <a:schemeClr val="tx1"/>
            </a:solidFill>
            <a:miter lim="800000"/>
            <a:headEnd/>
            <a:tailEnd/>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2000">
                <a:solidFill>
                  <a:prstClr val="black"/>
                </a:solidFill>
                <a:latin typeface="Courier New" panose="02070309020205020404" pitchFamily="49" charset="0"/>
                <a:cs typeface="Times New Roman" panose="02020603050405020304" pitchFamily="18" charset="0"/>
              </a:rPr>
              <a:t>asa1# show xlate</a:t>
            </a:r>
          </a:p>
          <a:p>
            <a:pPr fontAlgn="base">
              <a:spcBef>
                <a:spcPct val="20000"/>
              </a:spcBef>
              <a:spcAft>
                <a:spcPct val="0"/>
              </a:spcAft>
              <a:buClr>
                <a:srgbClr val="FF9933"/>
              </a:buClr>
              <a:buFont typeface="Wingdings" panose="05000000000000000000" pitchFamily="2" charset="2"/>
              <a:buNone/>
            </a:pPr>
            <a:r>
              <a:rPr lang="en-US" altLang="en-US" sz="2000">
                <a:solidFill>
                  <a:prstClr val="black"/>
                </a:solidFill>
                <a:latin typeface="Courier New" panose="02070309020205020404" pitchFamily="49" charset="0"/>
                <a:cs typeface="Times New Roman" panose="02020603050405020304" pitchFamily="18" charset="0"/>
              </a:rPr>
              <a:t>1 in use, 1 most used</a:t>
            </a:r>
          </a:p>
          <a:p>
            <a:pPr fontAlgn="base">
              <a:spcBef>
                <a:spcPct val="20000"/>
              </a:spcBef>
              <a:spcAft>
                <a:spcPct val="0"/>
              </a:spcAft>
              <a:buClr>
                <a:srgbClr val="FF9933"/>
              </a:buClr>
              <a:buFont typeface="Wingdings" panose="05000000000000000000" pitchFamily="2" charset="2"/>
              <a:buNone/>
            </a:pPr>
            <a:r>
              <a:rPr lang="en-US" altLang="en-US" sz="2000">
                <a:solidFill>
                  <a:prstClr val="black"/>
                </a:solidFill>
                <a:latin typeface="Courier New" panose="02070309020205020404" pitchFamily="49" charset="0"/>
                <a:cs typeface="Times New Roman" panose="02020603050405020304" pitchFamily="18" charset="0"/>
              </a:rPr>
              <a:t>Global 192.168.1.20 Local 10.0.1.11</a:t>
            </a:r>
          </a:p>
        </p:txBody>
      </p:sp>
      <p:sp>
        <p:nvSpPr>
          <p:cNvPr id="98308" name="Rectangle 4"/>
          <p:cNvSpPr>
            <a:spLocks noChangeArrowheads="1"/>
          </p:cNvSpPr>
          <p:nvPr/>
        </p:nvSpPr>
        <p:spPr bwMode="auto">
          <a:xfrm>
            <a:off x="2303463" y="4395790"/>
            <a:ext cx="7986712"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124" tIns="41061" rIns="82124" bIns="41061"/>
          <a:lstStyle>
            <a:lvl1pPr marL="342900" indent="-342900" defTabSz="814388">
              <a:defRPr>
                <a:solidFill>
                  <a:schemeClr val="tx1"/>
                </a:solidFill>
                <a:latin typeface="Arial" panose="020B0604020202020204" pitchFamily="34" charset="0"/>
                <a:cs typeface="Arial" panose="020B0604020202020204" pitchFamily="34" charset="0"/>
              </a:defRPr>
            </a:lvl1pPr>
            <a:lvl2pPr marL="342900" indent="-22860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fontAlgn="base">
              <a:lnSpc>
                <a:spcPct val="95000"/>
              </a:lnSpc>
              <a:spcBef>
                <a:spcPct val="35000"/>
              </a:spcBef>
              <a:spcAft>
                <a:spcPct val="0"/>
              </a:spcAft>
              <a:buClr>
                <a:srgbClr val="5B9BD5"/>
              </a:buClr>
              <a:buFont typeface="Wingdings" panose="05000000000000000000" pitchFamily="2" charset="2"/>
              <a:buNone/>
            </a:pPr>
            <a:r>
              <a:rPr lang="en-US" altLang="en-US">
                <a:solidFill>
                  <a:prstClr val="black"/>
                </a:solidFill>
              </a:rPr>
              <a:t>Displays the contents of the translation slots</a:t>
            </a:r>
          </a:p>
        </p:txBody>
      </p:sp>
      <p:sp>
        <p:nvSpPr>
          <p:cNvPr id="98309" name="Text Box 5"/>
          <p:cNvSpPr txBox="1">
            <a:spLocks noChangeArrowheads="1"/>
          </p:cNvSpPr>
          <p:nvPr/>
        </p:nvSpPr>
        <p:spPr bwMode="auto">
          <a:xfrm>
            <a:off x="2300290" y="3535640"/>
            <a:ext cx="25034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ciscoasa#</a:t>
            </a:r>
          </a:p>
        </p:txBody>
      </p:sp>
      <p:sp>
        <p:nvSpPr>
          <p:cNvPr id="98310" name="Text Box 6"/>
          <p:cNvSpPr txBox="1">
            <a:spLocks noChangeArrowheads="1"/>
          </p:cNvSpPr>
          <p:nvPr/>
        </p:nvSpPr>
        <p:spPr bwMode="auto">
          <a:xfrm>
            <a:off x="2289175" y="3941764"/>
            <a:ext cx="7493000" cy="400110"/>
          </a:xfrm>
          <a:prstGeom prst="rect">
            <a:avLst/>
          </a:prstGeom>
          <a:solidFill>
            <a:schemeClr val="bg1"/>
          </a:solidFill>
          <a:ln w="28575">
            <a:solidFill>
              <a:schemeClr val="tx1"/>
            </a:solidFill>
            <a:miter lim="800000"/>
            <a:headEnd/>
            <a:tailEnd/>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50000"/>
              </a:spcBef>
              <a:spcAft>
                <a:spcPct val="0"/>
              </a:spcAft>
              <a:buClr>
                <a:srgbClr val="FF9933"/>
              </a:buClr>
              <a:buFont typeface="Wingdings" panose="05000000000000000000" pitchFamily="2" charset="2"/>
              <a:buNone/>
            </a:pPr>
            <a:r>
              <a:rPr lang="en-US" altLang="en-US" sz="2000">
                <a:solidFill>
                  <a:prstClr val="black"/>
                </a:solidFill>
                <a:latin typeface="Courier New" panose="02070309020205020404" pitchFamily="49" charset="0"/>
              </a:rPr>
              <a:t>show xlate</a:t>
            </a:r>
          </a:p>
        </p:txBody>
      </p:sp>
      <p:sp>
        <p:nvSpPr>
          <p:cNvPr id="98311" name="Rectangle 8"/>
          <p:cNvSpPr>
            <a:spLocks noChangeArrowheads="1"/>
          </p:cNvSpPr>
          <p:nvPr/>
        </p:nvSpPr>
        <p:spPr bwMode="auto">
          <a:xfrm>
            <a:off x="5675007" y="2182813"/>
            <a:ext cx="1344919" cy="319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20000"/>
              </a:spcBef>
              <a:spcAft>
                <a:spcPct val="0"/>
              </a:spcAft>
              <a:buClr>
                <a:srgbClr val="FF9933"/>
              </a:buClr>
              <a:buFont typeface="Wingdings" panose="05000000000000000000" pitchFamily="2" charset="2"/>
              <a:buNone/>
            </a:pPr>
            <a:r>
              <a:rPr lang="en-US" altLang="en-US" sz="1600">
                <a:solidFill>
                  <a:prstClr val="black"/>
                </a:solidFill>
                <a:cs typeface="Times New Roman" panose="02020603050405020304" pitchFamily="18" charset="0"/>
              </a:rPr>
              <a:t>192.168.1.20</a:t>
            </a:r>
          </a:p>
        </p:txBody>
      </p:sp>
      <p:grpSp>
        <p:nvGrpSpPr>
          <p:cNvPr id="98312" name="Group 9"/>
          <p:cNvGrpSpPr>
            <a:grpSpLocks/>
          </p:cNvGrpSpPr>
          <p:nvPr/>
        </p:nvGrpSpPr>
        <p:grpSpPr bwMode="auto">
          <a:xfrm flipH="1">
            <a:off x="2524125" y="1285875"/>
            <a:ext cx="6546851" cy="355600"/>
            <a:chOff x="2688" y="1312"/>
            <a:chExt cx="876" cy="224"/>
          </a:xfrm>
        </p:grpSpPr>
        <p:sp>
          <p:nvSpPr>
            <p:cNvPr id="98338" name="Arc 10"/>
            <p:cNvSpPr>
              <a:spLocks/>
            </p:cNvSpPr>
            <p:nvPr/>
          </p:nvSpPr>
          <p:spPr bwMode="auto">
            <a:xfrm rot="10800000" flipV="1">
              <a:off x="2688" y="1312"/>
              <a:ext cx="440" cy="22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type="none" w="sm" len="sm"/>
              <a:tailEnd/>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98339" name="Arc 11"/>
            <p:cNvSpPr>
              <a:spLocks/>
            </p:cNvSpPr>
            <p:nvPr/>
          </p:nvSpPr>
          <p:spPr bwMode="auto">
            <a:xfrm rot="10800000" flipH="1" flipV="1">
              <a:off x="3124" y="1312"/>
              <a:ext cx="440" cy="22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grpSp>
      <p:sp>
        <p:nvSpPr>
          <p:cNvPr id="98313" name="Line 12"/>
          <p:cNvSpPr>
            <a:spLocks noChangeShapeType="1"/>
          </p:cNvSpPr>
          <p:nvPr/>
        </p:nvSpPr>
        <p:spPr bwMode="auto">
          <a:xfrm flipH="1" flipV="1">
            <a:off x="2543175" y="1963739"/>
            <a:ext cx="6121400"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98314" name="Freeform 15"/>
          <p:cNvSpPr>
            <a:spLocks/>
          </p:cNvSpPr>
          <p:nvPr/>
        </p:nvSpPr>
        <p:spPr bwMode="auto">
          <a:xfrm flipH="1">
            <a:off x="8651875" y="1677990"/>
            <a:ext cx="450851" cy="979487"/>
          </a:xfrm>
          <a:custGeom>
            <a:avLst/>
            <a:gdLst>
              <a:gd name="T0" fmla="*/ 0 w 253"/>
              <a:gd name="T1" fmla="*/ 0 h 777"/>
              <a:gd name="T2" fmla="*/ 2147483646 w 253"/>
              <a:gd name="T3" fmla="*/ 0 h 777"/>
              <a:gd name="T4" fmla="*/ 2147483646 w 253"/>
              <a:gd name="T5" fmla="*/ 2147483646 h 777"/>
              <a:gd name="T6" fmla="*/ 0 w 253"/>
              <a:gd name="T7" fmla="*/ 2147483646 h 777"/>
              <a:gd name="T8" fmla="*/ 0 60000 65536"/>
              <a:gd name="T9" fmla="*/ 0 60000 65536"/>
              <a:gd name="T10" fmla="*/ 0 60000 65536"/>
              <a:gd name="T11" fmla="*/ 0 60000 65536"/>
              <a:gd name="T12" fmla="*/ 0 w 253"/>
              <a:gd name="T13" fmla="*/ 0 h 777"/>
              <a:gd name="T14" fmla="*/ 253 w 253"/>
              <a:gd name="T15" fmla="*/ 777 h 777"/>
            </a:gdLst>
            <a:ahLst/>
            <a:cxnLst>
              <a:cxn ang="T8">
                <a:pos x="T0" y="T1"/>
              </a:cxn>
              <a:cxn ang="T9">
                <a:pos x="T2" y="T3"/>
              </a:cxn>
              <a:cxn ang="T10">
                <a:pos x="T4" y="T5"/>
              </a:cxn>
              <a:cxn ang="T11">
                <a:pos x="T6" y="T7"/>
              </a:cxn>
            </a:cxnLst>
            <a:rect l="T12" t="T13" r="T14" b="T15"/>
            <a:pathLst>
              <a:path w="253" h="777">
                <a:moveTo>
                  <a:pt x="0" y="0"/>
                </a:moveTo>
                <a:lnTo>
                  <a:pt x="252" y="0"/>
                </a:lnTo>
                <a:lnTo>
                  <a:pt x="252" y="776"/>
                </a:lnTo>
                <a:lnTo>
                  <a:pt x="0" y="776"/>
                </a:lnTo>
              </a:path>
            </a:pathLst>
          </a:custGeom>
          <a:noFill/>
          <a:ln w="38100" cap="rnd">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98315" name="Rectangle 16"/>
          <p:cNvSpPr>
            <a:spLocks noChangeArrowheads="1"/>
          </p:cNvSpPr>
          <p:nvPr/>
        </p:nvSpPr>
        <p:spPr bwMode="auto">
          <a:xfrm flipH="1">
            <a:off x="8685119" y="2030414"/>
            <a:ext cx="1046257" cy="347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1763" tIns="49988" rIns="101763" bIns="49988">
            <a:spAutoFit/>
          </a:bodyPr>
          <a:lstStyle>
            <a:lvl1pPr defTabSz="1028700">
              <a:defRPr>
                <a:solidFill>
                  <a:schemeClr val="tx1"/>
                </a:solidFill>
                <a:latin typeface="Arial" panose="020B0604020202020204" pitchFamily="34" charset="0"/>
                <a:cs typeface="Arial" panose="020B0604020202020204" pitchFamily="34" charset="0"/>
              </a:defRPr>
            </a:lvl1pPr>
            <a:lvl2pPr marL="742950" indent="-285750" defTabSz="1028700">
              <a:defRPr>
                <a:solidFill>
                  <a:schemeClr val="tx1"/>
                </a:solidFill>
                <a:latin typeface="Arial" panose="020B0604020202020204" pitchFamily="34" charset="0"/>
                <a:cs typeface="Arial" panose="020B0604020202020204" pitchFamily="34" charset="0"/>
              </a:defRPr>
            </a:lvl2pPr>
            <a:lvl3pPr marL="1143000" indent="-228600" defTabSz="1028700">
              <a:defRPr>
                <a:solidFill>
                  <a:schemeClr val="tx1"/>
                </a:solidFill>
                <a:latin typeface="Arial" panose="020B0604020202020204" pitchFamily="34" charset="0"/>
                <a:cs typeface="Arial" panose="020B0604020202020204" pitchFamily="34" charset="0"/>
              </a:defRPr>
            </a:lvl3pPr>
            <a:lvl4pPr marL="1600200" indent="-228600" defTabSz="1028700">
              <a:defRPr>
                <a:solidFill>
                  <a:schemeClr val="tx1"/>
                </a:solidFill>
                <a:latin typeface="Arial" panose="020B0604020202020204" pitchFamily="34" charset="0"/>
                <a:cs typeface="Arial" panose="020B0604020202020204" pitchFamily="34" charset="0"/>
              </a:defRPr>
            </a:lvl4pPr>
            <a:lvl5pPr marL="2057400" indent="-228600" defTabSz="1028700">
              <a:defRPr>
                <a:solidFill>
                  <a:schemeClr val="tx1"/>
                </a:solidFill>
                <a:latin typeface="Arial" panose="020B0604020202020204" pitchFamily="34" charset="0"/>
                <a:cs typeface="Arial" panose="020B0604020202020204" pitchFamily="34" charset="0"/>
              </a:defRPr>
            </a:lvl5pPr>
            <a:lvl6pPr marL="25146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20000"/>
              </a:spcBef>
              <a:spcAft>
                <a:spcPct val="0"/>
              </a:spcAft>
              <a:buClr>
                <a:srgbClr val="FF9933"/>
              </a:buClr>
              <a:buFont typeface="Wingdings" panose="05000000000000000000" pitchFamily="2" charset="2"/>
              <a:buNone/>
            </a:pPr>
            <a:r>
              <a:rPr lang="en-US" altLang="en-US" sz="1600">
                <a:solidFill>
                  <a:srgbClr val="E7E6E6"/>
                </a:solidFill>
              </a:rPr>
              <a:t>10.0.1.11</a:t>
            </a:r>
          </a:p>
        </p:txBody>
      </p:sp>
      <p:sp>
        <p:nvSpPr>
          <p:cNvPr id="98316" name="Rectangle 17"/>
          <p:cNvSpPr>
            <a:spLocks noChangeArrowheads="1"/>
          </p:cNvSpPr>
          <p:nvPr/>
        </p:nvSpPr>
        <p:spPr bwMode="auto">
          <a:xfrm flipH="1">
            <a:off x="8507414" y="2998789"/>
            <a:ext cx="1138237" cy="347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01763" tIns="49988" rIns="101763" bIns="49988">
            <a:spAutoFit/>
          </a:bodyPr>
          <a:lstStyle>
            <a:lvl1pPr defTabSz="1028700">
              <a:defRPr>
                <a:solidFill>
                  <a:schemeClr val="tx1"/>
                </a:solidFill>
                <a:latin typeface="Arial" panose="020B0604020202020204" pitchFamily="34" charset="0"/>
                <a:cs typeface="Arial" panose="020B0604020202020204" pitchFamily="34" charset="0"/>
              </a:defRPr>
            </a:lvl1pPr>
            <a:lvl2pPr marL="742950" indent="-285750" defTabSz="1028700">
              <a:defRPr>
                <a:solidFill>
                  <a:schemeClr val="tx1"/>
                </a:solidFill>
                <a:latin typeface="Arial" panose="020B0604020202020204" pitchFamily="34" charset="0"/>
                <a:cs typeface="Arial" panose="020B0604020202020204" pitchFamily="34" charset="0"/>
              </a:defRPr>
            </a:lvl2pPr>
            <a:lvl3pPr marL="1143000" indent="-228600" defTabSz="1028700">
              <a:defRPr>
                <a:solidFill>
                  <a:schemeClr val="tx1"/>
                </a:solidFill>
                <a:latin typeface="Arial" panose="020B0604020202020204" pitchFamily="34" charset="0"/>
                <a:cs typeface="Arial" panose="020B0604020202020204" pitchFamily="34" charset="0"/>
              </a:defRPr>
            </a:lvl3pPr>
            <a:lvl4pPr marL="1600200" indent="-228600" defTabSz="1028700">
              <a:defRPr>
                <a:solidFill>
                  <a:schemeClr val="tx1"/>
                </a:solidFill>
                <a:latin typeface="Arial" panose="020B0604020202020204" pitchFamily="34" charset="0"/>
                <a:cs typeface="Arial" panose="020B0604020202020204" pitchFamily="34" charset="0"/>
              </a:defRPr>
            </a:lvl4pPr>
            <a:lvl5pPr marL="2057400" indent="-228600" defTabSz="1028700">
              <a:defRPr>
                <a:solidFill>
                  <a:schemeClr val="tx1"/>
                </a:solidFill>
                <a:latin typeface="Arial" panose="020B0604020202020204" pitchFamily="34" charset="0"/>
                <a:cs typeface="Arial" panose="020B0604020202020204" pitchFamily="34" charset="0"/>
              </a:defRPr>
            </a:lvl5pPr>
            <a:lvl6pPr marL="25146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20000"/>
              </a:spcBef>
              <a:spcAft>
                <a:spcPct val="0"/>
              </a:spcAft>
              <a:buClr>
                <a:srgbClr val="FF9933"/>
              </a:buClr>
              <a:buFont typeface="Wingdings" panose="05000000000000000000" pitchFamily="2" charset="2"/>
              <a:buNone/>
            </a:pPr>
            <a:r>
              <a:rPr lang="en-US" altLang="en-US" sz="1600">
                <a:solidFill>
                  <a:srgbClr val="E7E6E6"/>
                </a:solidFill>
              </a:rPr>
              <a:t>10.0.1.4</a:t>
            </a:r>
          </a:p>
        </p:txBody>
      </p:sp>
      <p:sp>
        <p:nvSpPr>
          <p:cNvPr id="98317" name="Line 18"/>
          <p:cNvSpPr>
            <a:spLocks noChangeShapeType="1"/>
          </p:cNvSpPr>
          <p:nvPr/>
        </p:nvSpPr>
        <p:spPr bwMode="auto">
          <a:xfrm flipH="1">
            <a:off x="7038976" y="2459039"/>
            <a:ext cx="1497013"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nchor="ctr">
            <a:spAutoFit/>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98318" name="Text Box 19"/>
          <p:cNvSpPr txBox="1">
            <a:spLocks noChangeArrowheads="1"/>
          </p:cNvSpPr>
          <p:nvPr/>
        </p:nvSpPr>
        <p:spPr bwMode="auto">
          <a:xfrm flipH="1">
            <a:off x="7651810" y="2161173"/>
            <a:ext cx="102540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50000"/>
              </a:spcBef>
              <a:spcAft>
                <a:spcPct val="0"/>
              </a:spcAft>
              <a:buClr>
                <a:srgbClr val="FF9933"/>
              </a:buClr>
              <a:buFont typeface="Wingdings" panose="05000000000000000000" pitchFamily="2" charset="2"/>
              <a:buNone/>
            </a:pPr>
            <a:r>
              <a:rPr lang="en-US" altLang="en-US" sz="1600">
                <a:solidFill>
                  <a:prstClr val="black"/>
                </a:solidFill>
              </a:rPr>
              <a:t>10.0.1.11</a:t>
            </a:r>
          </a:p>
        </p:txBody>
      </p:sp>
      <p:sp>
        <p:nvSpPr>
          <p:cNvPr id="98319" name="Line 20"/>
          <p:cNvSpPr>
            <a:spLocks noChangeShapeType="1"/>
          </p:cNvSpPr>
          <p:nvPr/>
        </p:nvSpPr>
        <p:spPr bwMode="auto">
          <a:xfrm>
            <a:off x="7013575" y="2225675"/>
            <a:ext cx="0" cy="35560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lIns="73025" tIns="36512" rIns="73025" bIns="36512"/>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98320" name="Line 21"/>
          <p:cNvSpPr>
            <a:spLocks noChangeShapeType="1"/>
          </p:cNvSpPr>
          <p:nvPr/>
        </p:nvSpPr>
        <p:spPr bwMode="auto">
          <a:xfrm flipH="1">
            <a:off x="5438776" y="2471739"/>
            <a:ext cx="1497013"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nchor="ctr">
            <a:spAutoFit/>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98321" name="Rectangle 22"/>
          <p:cNvSpPr>
            <a:spLocks noChangeArrowheads="1"/>
          </p:cNvSpPr>
          <p:nvPr/>
        </p:nvSpPr>
        <p:spPr bwMode="auto">
          <a:xfrm flipH="1">
            <a:off x="5632451" y="2673351"/>
            <a:ext cx="2786063" cy="439044"/>
          </a:xfrm>
          <a:prstGeom prst="rect">
            <a:avLst/>
          </a:prstGeom>
          <a:solidFill>
            <a:schemeClr val="folHlink"/>
          </a:solidFill>
          <a:ln w="9525">
            <a:solidFill>
              <a:schemeClr val="tx1"/>
            </a:solidFill>
            <a:miter lim="800000"/>
            <a:headEnd/>
            <a:tailEnd/>
          </a:ln>
        </p:spPr>
        <p:txBody>
          <a:bodyPr lIns="190443" tIns="93955" rIns="190443" bIns="93955">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98322" name="Rectangle 23"/>
          <p:cNvSpPr>
            <a:spLocks noChangeArrowheads="1"/>
          </p:cNvSpPr>
          <p:nvPr/>
        </p:nvSpPr>
        <p:spPr bwMode="auto">
          <a:xfrm flipH="1">
            <a:off x="7005640" y="2686051"/>
            <a:ext cx="1354137" cy="663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90443" tIns="93955" rIns="190443" bIns="93955">
            <a:spAutoFit/>
          </a:bodyPr>
          <a:lstStyle>
            <a:lvl1pPr defTabSz="1905000">
              <a:defRPr>
                <a:solidFill>
                  <a:schemeClr val="tx1"/>
                </a:solidFill>
                <a:latin typeface="Arial" panose="020B0604020202020204" pitchFamily="34" charset="0"/>
                <a:cs typeface="Arial" panose="020B0604020202020204" pitchFamily="34" charset="0"/>
              </a:defRPr>
            </a:lvl1pPr>
            <a:lvl2pPr marL="742950" indent="-285750" defTabSz="1905000">
              <a:defRPr>
                <a:solidFill>
                  <a:schemeClr val="tx1"/>
                </a:solidFill>
                <a:latin typeface="Arial" panose="020B0604020202020204" pitchFamily="34" charset="0"/>
                <a:cs typeface="Arial" panose="020B0604020202020204" pitchFamily="34" charset="0"/>
              </a:defRPr>
            </a:lvl2pPr>
            <a:lvl3pPr marL="1143000" indent="-228600" defTabSz="1905000">
              <a:defRPr>
                <a:solidFill>
                  <a:schemeClr val="tx1"/>
                </a:solidFill>
                <a:latin typeface="Arial" panose="020B0604020202020204" pitchFamily="34" charset="0"/>
                <a:cs typeface="Arial" panose="020B0604020202020204" pitchFamily="34" charset="0"/>
              </a:defRPr>
            </a:lvl3pPr>
            <a:lvl4pPr marL="1600200" indent="-228600" defTabSz="1905000">
              <a:defRPr>
                <a:solidFill>
                  <a:schemeClr val="tx1"/>
                </a:solidFill>
                <a:latin typeface="Arial" panose="020B0604020202020204" pitchFamily="34" charset="0"/>
                <a:cs typeface="Arial" panose="020B0604020202020204" pitchFamily="34" charset="0"/>
              </a:defRPr>
            </a:lvl4pPr>
            <a:lvl5pPr marL="2057400" indent="-228600" defTabSz="1905000">
              <a:defRPr>
                <a:solidFill>
                  <a:schemeClr val="tx1"/>
                </a:solidFill>
                <a:latin typeface="Arial" panose="020B0604020202020204" pitchFamily="34" charset="0"/>
                <a:cs typeface="Arial" panose="020B0604020202020204" pitchFamily="34" charset="0"/>
              </a:defRPr>
            </a:lvl5pPr>
            <a:lvl6pPr marL="2514600" indent="-228600" defTabSz="1905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1905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1905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1905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sz="1400">
                <a:solidFill>
                  <a:prstClr val="white"/>
                </a:solidFill>
              </a:rPr>
              <a:t>Inside </a:t>
            </a:r>
          </a:p>
          <a:p>
            <a:pPr algn="ctr" fontAlgn="base">
              <a:spcBef>
                <a:spcPct val="20000"/>
              </a:spcBef>
              <a:spcAft>
                <a:spcPct val="0"/>
              </a:spcAft>
              <a:buClr>
                <a:srgbClr val="FF9933"/>
              </a:buClr>
              <a:buFont typeface="Wingdings" panose="05000000000000000000" pitchFamily="2" charset="2"/>
              <a:buNone/>
            </a:pPr>
            <a:r>
              <a:rPr lang="en-US" altLang="en-US" sz="1400">
                <a:solidFill>
                  <a:prstClr val="white"/>
                </a:solidFill>
              </a:rPr>
              <a:t>local</a:t>
            </a:r>
          </a:p>
        </p:txBody>
      </p:sp>
      <p:sp>
        <p:nvSpPr>
          <p:cNvPr id="98323" name="Rectangle 24"/>
          <p:cNvSpPr>
            <a:spLocks noChangeArrowheads="1"/>
          </p:cNvSpPr>
          <p:nvPr/>
        </p:nvSpPr>
        <p:spPr bwMode="auto">
          <a:xfrm flipH="1">
            <a:off x="5601041" y="2686051"/>
            <a:ext cx="1418543" cy="663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443" tIns="93955" rIns="190443" bIns="93955">
            <a:spAutoFit/>
          </a:bodyPr>
          <a:lstStyle>
            <a:lvl1pPr defTabSz="1905000">
              <a:defRPr>
                <a:solidFill>
                  <a:schemeClr val="tx1"/>
                </a:solidFill>
                <a:latin typeface="Arial" panose="020B0604020202020204" pitchFamily="34" charset="0"/>
                <a:cs typeface="Arial" panose="020B0604020202020204" pitchFamily="34" charset="0"/>
              </a:defRPr>
            </a:lvl1pPr>
            <a:lvl2pPr marL="742950" indent="-285750" defTabSz="1905000">
              <a:defRPr>
                <a:solidFill>
                  <a:schemeClr val="tx1"/>
                </a:solidFill>
                <a:latin typeface="Arial" panose="020B0604020202020204" pitchFamily="34" charset="0"/>
                <a:cs typeface="Arial" panose="020B0604020202020204" pitchFamily="34" charset="0"/>
              </a:defRPr>
            </a:lvl2pPr>
            <a:lvl3pPr marL="1143000" indent="-228600" defTabSz="1905000">
              <a:defRPr>
                <a:solidFill>
                  <a:schemeClr val="tx1"/>
                </a:solidFill>
                <a:latin typeface="Arial" panose="020B0604020202020204" pitchFamily="34" charset="0"/>
                <a:cs typeface="Arial" panose="020B0604020202020204" pitchFamily="34" charset="0"/>
              </a:defRPr>
            </a:lvl3pPr>
            <a:lvl4pPr marL="1600200" indent="-228600" defTabSz="1905000">
              <a:defRPr>
                <a:solidFill>
                  <a:schemeClr val="tx1"/>
                </a:solidFill>
                <a:latin typeface="Arial" panose="020B0604020202020204" pitchFamily="34" charset="0"/>
                <a:cs typeface="Arial" panose="020B0604020202020204" pitchFamily="34" charset="0"/>
              </a:defRPr>
            </a:lvl4pPr>
            <a:lvl5pPr marL="2057400" indent="-228600" defTabSz="1905000">
              <a:defRPr>
                <a:solidFill>
                  <a:schemeClr val="tx1"/>
                </a:solidFill>
                <a:latin typeface="Arial" panose="020B0604020202020204" pitchFamily="34" charset="0"/>
                <a:cs typeface="Arial" panose="020B0604020202020204" pitchFamily="34" charset="0"/>
              </a:defRPr>
            </a:lvl5pPr>
            <a:lvl6pPr marL="2514600" indent="-228600" defTabSz="1905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1905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1905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1905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sz="1400">
                <a:solidFill>
                  <a:prstClr val="white"/>
                </a:solidFill>
              </a:rPr>
              <a:t>Outside </a:t>
            </a:r>
          </a:p>
          <a:p>
            <a:pPr algn="ctr" fontAlgn="base">
              <a:spcBef>
                <a:spcPct val="20000"/>
              </a:spcBef>
              <a:spcAft>
                <a:spcPct val="0"/>
              </a:spcAft>
              <a:buClr>
                <a:srgbClr val="FF9933"/>
              </a:buClr>
              <a:buFont typeface="Wingdings" panose="05000000000000000000" pitchFamily="2" charset="2"/>
              <a:buNone/>
            </a:pPr>
            <a:r>
              <a:rPr lang="en-US" altLang="en-US" sz="1400">
                <a:solidFill>
                  <a:prstClr val="white"/>
                </a:solidFill>
              </a:rPr>
              <a:t>mapped pool</a:t>
            </a:r>
          </a:p>
        </p:txBody>
      </p:sp>
      <p:sp>
        <p:nvSpPr>
          <p:cNvPr id="98324" name="Rectangle 25"/>
          <p:cNvSpPr>
            <a:spLocks noChangeArrowheads="1"/>
          </p:cNvSpPr>
          <p:nvPr/>
        </p:nvSpPr>
        <p:spPr bwMode="auto">
          <a:xfrm flipH="1">
            <a:off x="7202506" y="3295650"/>
            <a:ext cx="1012791" cy="374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443" tIns="93955" rIns="190443" bIns="93955">
            <a:spAutoFit/>
          </a:bodyPr>
          <a:lstStyle>
            <a:lvl1pPr defTabSz="1905000">
              <a:defRPr>
                <a:solidFill>
                  <a:schemeClr val="tx1"/>
                </a:solidFill>
                <a:latin typeface="Arial" panose="020B0604020202020204" pitchFamily="34" charset="0"/>
                <a:cs typeface="Arial" panose="020B0604020202020204" pitchFamily="34" charset="0"/>
              </a:defRPr>
            </a:lvl1pPr>
            <a:lvl2pPr marL="742950" indent="-285750" defTabSz="1905000">
              <a:defRPr>
                <a:solidFill>
                  <a:schemeClr val="tx1"/>
                </a:solidFill>
                <a:latin typeface="Arial" panose="020B0604020202020204" pitchFamily="34" charset="0"/>
                <a:cs typeface="Arial" panose="020B0604020202020204" pitchFamily="34" charset="0"/>
              </a:defRPr>
            </a:lvl2pPr>
            <a:lvl3pPr marL="1143000" indent="-228600" defTabSz="1905000">
              <a:defRPr>
                <a:solidFill>
                  <a:schemeClr val="tx1"/>
                </a:solidFill>
                <a:latin typeface="Arial" panose="020B0604020202020204" pitchFamily="34" charset="0"/>
                <a:cs typeface="Arial" panose="020B0604020202020204" pitchFamily="34" charset="0"/>
              </a:defRPr>
            </a:lvl3pPr>
            <a:lvl4pPr marL="1600200" indent="-228600" defTabSz="1905000">
              <a:defRPr>
                <a:solidFill>
                  <a:schemeClr val="tx1"/>
                </a:solidFill>
                <a:latin typeface="Arial" panose="020B0604020202020204" pitchFamily="34" charset="0"/>
                <a:cs typeface="Arial" panose="020B0604020202020204" pitchFamily="34" charset="0"/>
              </a:defRPr>
            </a:lvl4pPr>
            <a:lvl5pPr marL="2057400" indent="-228600" defTabSz="1905000">
              <a:defRPr>
                <a:solidFill>
                  <a:schemeClr val="tx1"/>
                </a:solidFill>
                <a:latin typeface="Arial" panose="020B0604020202020204" pitchFamily="34" charset="0"/>
                <a:cs typeface="Arial" panose="020B0604020202020204" pitchFamily="34" charset="0"/>
              </a:defRPr>
            </a:lvl5pPr>
            <a:lvl6pPr marL="2514600" indent="-228600" defTabSz="1905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1905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1905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1905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sz="1200">
                <a:solidFill>
                  <a:prstClr val="white"/>
                </a:solidFill>
              </a:rPr>
              <a:t>10.0.1.11</a:t>
            </a:r>
          </a:p>
        </p:txBody>
      </p:sp>
      <p:sp>
        <p:nvSpPr>
          <p:cNvPr id="98325" name="Rectangle 26"/>
          <p:cNvSpPr>
            <a:spLocks noChangeArrowheads="1"/>
          </p:cNvSpPr>
          <p:nvPr/>
        </p:nvSpPr>
        <p:spPr bwMode="auto">
          <a:xfrm flipH="1">
            <a:off x="5689824" y="3295650"/>
            <a:ext cx="1279081" cy="374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443" tIns="93955" rIns="190443" bIns="93955">
            <a:spAutoFit/>
          </a:bodyPr>
          <a:lstStyle>
            <a:lvl1pPr defTabSz="1905000">
              <a:defRPr>
                <a:solidFill>
                  <a:schemeClr val="tx1"/>
                </a:solidFill>
                <a:latin typeface="Arial" panose="020B0604020202020204" pitchFamily="34" charset="0"/>
                <a:cs typeface="Arial" panose="020B0604020202020204" pitchFamily="34" charset="0"/>
              </a:defRPr>
            </a:lvl1pPr>
            <a:lvl2pPr marL="742950" indent="-285750" defTabSz="1905000">
              <a:defRPr>
                <a:solidFill>
                  <a:schemeClr val="tx1"/>
                </a:solidFill>
                <a:latin typeface="Arial" panose="020B0604020202020204" pitchFamily="34" charset="0"/>
                <a:cs typeface="Arial" panose="020B0604020202020204" pitchFamily="34" charset="0"/>
              </a:defRPr>
            </a:lvl2pPr>
            <a:lvl3pPr marL="1143000" indent="-228600" defTabSz="1905000">
              <a:defRPr>
                <a:solidFill>
                  <a:schemeClr val="tx1"/>
                </a:solidFill>
                <a:latin typeface="Arial" panose="020B0604020202020204" pitchFamily="34" charset="0"/>
                <a:cs typeface="Arial" panose="020B0604020202020204" pitchFamily="34" charset="0"/>
              </a:defRPr>
            </a:lvl3pPr>
            <a:lvl4pPr marL="1600200" indent="-228600" defTabSz="1905000">
              <a:defRPr>
                <a:solidFill>
                  <a:schemeClr val="tx1"/>
                </a:solidFill>
                <a:latin typeface="Arial" panose="020B0604020202020204" pitchFamily="34" charset="0"/>
                <a:cs typeface="Arial" panose="020B0604020202020204" pitchFamily="34" charset="0"/>
              </a:defRPr>
            </a:lvl4pPr>
            <a:lvl5pPr marL="2057400" indent="-228600" defTabSz="1905000">
              <a:defRPr>
                <a:solidFill>
                  <a:schemeClr val="tx1"/>
                </a:solidFill>
                <a:latin typeface="Arial" panose="020B0604020202020204" pitchFamily="34" charset="0"/>
                <a:cs typeface="Arial" panose="020B0604020202020204" pitchFamily="34" charset="0"/>
              </a:defRPr>
            </a:lvl5pPr>
            <a:lvl6pPr marL="2514600" indent="-228600" defTabSz="1905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1905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1905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1905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sz="1200">
                <a:solidFill>
                  <a:prstClr val="white"/>
                </a:solidFill>
              </a:rPr>
              <a:t>192.168.1.20</a:t>
            </a:r>
          </a:p>
        </p:txBody>
      </p:sp>
      <p:sp>
        <p:nvSpPr>
          <p:cNvPr id="98326" name="Line 27"/>
          <p:cNvSpPr>
            <a:spLocks noChangeShapeType="1"/>
          </p:cNvSpPr>
          <p:nvPr/>
        </p:nvSpPr>
        <p:spPr bwMode="auto">
          <a:xfrm flipH="1">
            <a:off x="5634039" y="3357564"/>
            <a:ext cx="2732087" cy="1587"/>
          </a:xfrm>
          <a:prstGeom prst="line">
            <a:avLst/>
          </a:prstGeom>
          <a:noFill/>
          <a:ln w="25400">
            <a:solidFill>
              <a:schemeClr val="bg1"/>
            </a:solidFill>
            <a:round/>
            <a:headEnd/>
            <a:tailEnd/>
          </a:ln>
          <a:extLst>
            <a:ext uri="{909E8E84-426E-40DD-AFC4-6F175D3DCCD1}">
              <a14:hiddenFill xmlns:a14="http://schemas.microsoft.com/office/drawing/2010/main">
                <a:noFill/>
              </a14:hiddenFill>
            </a:ext>
          </a:extLst>
        </p:spPr>
        <p:txBody>
          <a:bodyPr wrap="none" lIns="190443" tIns="93955" rIns="190443" bIns="93955">
            <a:spAutoFit/>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98327" name="Line 28"/>
          <p:cNvSpPr>
            <a:spLocks noChangeShapeType="1"/>
          </p:cNvSpPr>
          <p:nvPr/>
        </p:nvSpPr>
        <p:spPr bwMode="auto">
          <a:xfrm flipH="1">
            <a:off x="7154863" y="2690813"/>
            <a:ext cx="0" cy="865187"/>
          </a:xfrm>
          <a:prstGeom prst="line">
            <a:avLst/>
          </a:prstGeom>
          <a:noFill/>
          <a:ln w="25400">
            <a:solidFill>
              <a:schemeClr val="bg1"/>
            </a:solidFill>
            <a:round/>
            <a:headEnd/>
            <a:tailEnd/>
          </a:ln>
          <a:extLst>
            <a:ext uri="{909E8E84-426E-40DD-AFC4-6F175D3DCCD1}">
              <a14:hiddenFill xmlns:a14="http://schemas.microsoft.com/office/drawing/2010/main">
                <a:noFill/>
              </a14:hiddenFill>
            </a:ext>
          </a:extLst>
        </p:spPr>
        <p:txBody>
          <a:bodyPr lIns="190443" tIns="93955" rIns="190443" bIns="93955">
            <a:spAutoFit/>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98328" name="Text Box 29"/>
          <p:cNvSpPr txBox="1">
            <a:spLocks noChangeArrowheads="1"/>
          </p:cNvSpPr>
          <p:nvPr/>
        </p:nvSpPr>
        <p:spPr bwMode="auto">
          <a:xfrm flipH="1">
            <a:off x="4411702" y="3075573"/>
            <a:ext cx="119372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50000"/>
              </a:spcBef>
              <a:spcAft>
                <a:spcPct val="0"/>
              </a:spcAft>
              <a:buClr>
                <a:srgbClr val="FF9933"/>
              </a:buClr>
              <a:buFont typeface="Wingdings" panose="05000000000000000000" pitchFamily="2" charset="2"/>
              <a:buNone/>
            </a:pPr>
            <a:r>
              <a:rPr lang="en-US" altLang="en-US" sz="1600">
                <a:solidFill>
                  <a:prstClr val="black"/>
                </a:solidFill>
              </a:rPr>
              <a:t>Xlate Table</a:t>
            </a:r>
          </a:p>
        </p:txBody>
      </p:sp>
      <p:grpSp>
        <p:nvGrpSpPr>
          <p:cNvPr id="98329" name="Group 30"/>
          <p:cNvGrpSpPr>
            <a:grpSpLocks/>
          </p:cNvGrpSpPr>
          <p:nvPr/>
        </p:nvGrpSpPr>
        <p:grpSpPr bwMode="auto">
          <a:xfrm>
            <a:off x="2944814" y="1565277"/>
            <a:ext cx="1538287" cy="784225"/>
            <a:chOff x="775" y="3234"/>
            <a:chExt cx="969" cy="494"/>
          </a:xfrm>
        </p:grpSpPr>
        <p:pic>
          <p:nvPicPr>
            <p:cNvPr id="98336" name="Picture 31" descr="Network_Cloud_Standard"/>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5" y="3234"/>
              <a:ext cx="969" cy="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8337" name="Rectangle 32"/>
            <p:cNvSpPr>
              <a:spLocks noChangeArrowheads="1"/>
            </p:cNvSpPr>
            <p:nvPr/>
          </p:nvSpPr>
          <p:spPr bwMode="auto">
            <a:xfrm>
              <a:off x="970" y="3384"/>
              <a:ext cx="55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Internet</a:t>
              </a:r>
            </a:p>
          </p:txBody>
        </p:sp>
      </p:grpSp>
      <p:pic>
        <p:nvPicPr>
          <p:cNvPr id="98330" name="Picture 34" descr="File-Application_Serve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192339" y="1778001"/>
            <a:ext cx="442912" cy="63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8331" name="Picture 35" descr="Route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792664" y="1781176"/>
            <a:ext cx="585787"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8332" name="Picture 36" descr="PC"/>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789989" y="2336801"/>
            <a:ext cx="636587"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8333" name="Picture 37" descr="PC"/>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785226" y="1308101"/>
            <a:ext cx="636588"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8334" name="Picture 38" descr="Cisco_ASA5500"/>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813551" y="1681163"/>
            <a:ext cx="474663" cy="615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8335" name="Picture 39" descr="Route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792664" y="1781177"/>
            <a:ext cx="585787"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9660260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a:xfrm>
            <a:off x="0" y="-21744"/>
            <a:ext cx="10515600" cy="515288"/>
          </a:xfrm>
        </p:spPr>
        <p:txBody>
          <a:bodyPr/>
          <a:lstStyle/>
          <a:p>
            <a:pPr eaLnBrk="1" hangingPunct="1"/>
            <a:r>
              <a:rPr lang="en-US" altLang="en-US" sz="3733" dirty="0">
                <a:latin typeface="Arial" panose="020B0604020202020204" pitchFamily="34" charset="0"/>
                <a:cs typeface="Arial" panose="020B0604020202020204" pitchFamily="34" charset="0"/>
              </a:rPr>
              <a:t>show route</a:t>
            </a:r>
          </a:p>
        </p:txBody>
      </p:sp>
      <p:sp>
        <p:nvSpPr>
          <p:cNvPr id="100355" name="Text Box 3"/>
          <p:cNvSpPr txBox="1">
            <a:spLocks noChangeArrowheads="1"/>
          </p:cNvSpPr>
          <p:nvPr/>
        </p:nvSpPr>
        <p:spPr bwMode="auto">
          <a:xfrm>
            <a:off x="2035177" y="4011613"/>
            <a:ext cx="8316913" cy="1923604"/>
          </a:xfrm>
          <a:prstGeom prst="rect">
            <a:avLst/>
          </a:prstGeom>
          <a:solidFill>
            <a:schemeClr val="bg1"/>
          </a:solidFill>
          <a:ln w="28575">
            <a:solidFill>
              <a:schemeClr val="tx1"/>
            </a:solidFill>
            <a:miter lim="800000"/>
            <a:headEnd/>
            <a:tailEnd/>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700">
                <a:solidFill>
                  <a:prstClr val="black"/>
                </a:solidFill>
                <a:latin typeface="Courier New" panose="02070309020205020404" pitchFamily="49" charset="0"/>
              </a:rPr>
              <a:t>asa1(config)# show route</a:t>
            </a:r>
          </a:p>
          <a:p>
            <a:pPr fontAlgn="base">
              <a:spcBef>
                <a:spcPct val="20000"/>
              </a:spcBef>
              <a:spcAft>
                <a:spcPct val="0"/>
              </a:spcAft>
              <a:buClr>
                <a:srgbClr val="FF9933"/>
              </a:buClr>
              <a:buFont typeface="Wingdings" panose="05000000000000000000" pitchFamily="2" charset="2"/>
              <a:buNone/>
            </a:pPr>
            <a:r>
              <a:rPr lang="en-US" altLang="en-US" sz="1700">
                <a:solidFill>
                  <a:prstClr val="black"/>
                </a:solidFill>
                <a:latin typeface="Courier New" panose="02070309020205020404" pitchFamily="49" charset="0"/>
              </a:rPr>
              <a:t>S    0.0.0.0 0.0.0.0 [1/0] via 192.168.1.1, outside</a:t>
            </a:r>
          </a:p>
          <a:p>
            <a:pPr fontAlgn="base">
              <a:spcBef>
                <a:spcPct val="20000"/>
              </a:spcBef>
              <a:spcAft>
                <a:spcPct val="0"/>
              </a:spcAft>
              <a:buClr>
                <a:srgbClr val="FF9933"/>
              </a:buClr>
              <a:buFont typeface="Wingdings" panose="05000000000000000000" pitchFamily="2" charset="2"/>
              <a:buNone/>
            </a:pPr>
            <a:r>
              <a:rPr lang="en-US" altLang="en-US" sz="1700">
                <a:solidFill>
                  <a:prstClr val="black"/>
                </a:solidFill>
                <a:latin typeface="Courier New" panose="02070309020205020404" pitchFamily="49" charset="0"/>
              </a:rPr>
              <a:t>C    10.0.1.0 255.255.255.0 is directly connected, inside</a:t>
            </a:r>
          </a:p>
          <a:p>
            <a:pPr fontAlgn="base">
              <a:spcBef>
                <a:spcPct val="20000"/>
              </a:spcBef>
              <a:spcAft>
                <a:spcPct val="0"/>
              </a:spcAft>
              <a:buClr>
                <a:srgbClr val="FF9933"/>
              </a:buClr>
              <a:buFont typeface="Wingdings" panose="05000000000000000000" pitchFamily="2" charset="2"/>
              <a:buNone/>
            </a:pPr>
            <a:r>
              <a:rPr lang="en-US" altLang="en-US" sz="1700" i="1">
                <a:solidFill>
                  <a:prstClr val="black"/>
                </a:solidFill>
                <a:latin typeface="Courier New" panose="02070309020205020404" pitchFamily="49" charset="0"/>
              </a:rPr>
              <a:t>C*   127.0.0.0 255.255.0.0 is directly connected, cplane</a:t>
            </a:r>
          </a:p>
          <a:p>
            <a:pPr fontAlgn="base">
              <a:spcBef>
                <a:spcPct val="20000"/>
              </a:spcBef>
              <a:spcAft>
                <a:spcPct val="0"/>
              </a:spcAft>
              <a:buClr>
                <a:srgbClr val="FF9933"/>
              </a:buClr>
              <a:buFont typeface="Wingdings" panose="05000000000000000000" pitchFamily="2" charset="2"/>
              <a:buNone/>
            </a:pPr>
            <a:r>
              <a:rPr lang="en-US" altLang="en-US" sz="1700">
                <a:solidFill>
                  <a:prstClr val="black"/>
                </a:solidFill>
                <a:latin typeface="Courier New" panose="02070309020205020404" pitchFamily="49" charset="0"/>
              </a:rPr>
              <a:t>C    172.16.1.0 255.255.255.0 is directly connected, dmz</a:t>
            </a:r>
          </a:p>
          <a:p>
            <a:pPr fontAlgn="base">
              <a:spcBef>
                <a:spcPct val="20000"/>
              </a:spcBef>
              <a:spcAft>
                <a:spcPct val="0"/>
              </a:spcAft>
              <a:buClr>
                <a:srgbClr val="FF9933"/>
              </a:buClr>
              <a:buFont typeface="Wingdings" panose="05000000000000000000" pitchFamily="2" charset="2"/>
              <a:buNone/>
            </a:pPr>
            <a:r>
              <a:rPr lang="en-US" altLang="en-US" sz="1700">
                <a:solidFill>
                  <a:prstClr val="black"/>
                </a:solidFill>
                <a:latin typeface="Courier New" panose="02070309020205020404" pitchFamily="49" charset="0"/>
              </a:rPr>
              <a:t>C    192.168.1.0 255.255.255.0 is directly connected, outside</a:t>
            </a:r>
          </a:p>
        </p:txBody>
      </p:sp>
      <p:sp>
        <p:nvSpPr>
          <p:cNvPr id="100356" name="Line 5"/>
          <p:cNvSpPr>
            <a:spLocks noChangeShapeType="1"/>
          </p:cNvSpPr>
          <p:nvPr/>
        </p:nvSpPr>
        <p:spPr bwMode="auto">
          <a:xfrm flipV="1">
            <a:off x="4416426" y="2417765"/>
            <a:ext cx="5053013" cy="33337"/>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00357" name="Line 6"/>
          <p:cNvSpPr>
            <a:spLocks noChangeShapeType="1"/>
          </p:cNvSpPr>
          <p:nvPr/>
        </p:nvSpPr>
        <p:spPr bwMode="auto">
          <a:xfrm flipH="1">
            <a:off x="7183439" y="1193800"/>
            <a:ext cx="12700" cy="1481139"/>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00358" name="Rectangle 7"/>
          <p:cNvSpPr>
            <a:spLocks noChangeArrowheads="1"/>
          </p:cNvSpPr>
          <p:nvPr/>
        </p:nvSpPr>
        <p:spPr bwMode="auto">
          <a:xfrm>
            <a:off x="6273802" y="2478088"/>
            <a:ext cx="585097"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723900">
              <a:defRPr>
                <a:solidFill>
                  <a:schemeClr val="tx1"/>
                </a:solidFill>
                <a:latin typeface="Arial" panose="020B0604020202020204" pitchFamily="34" charset="0"/>
                <a:cs typeface="Arial" panose="020B0604020202020204" pitchFamily="34" charset="0"/>
              </a:defRPr>
            </a:lvl1pPr>
            <a:lvl2pPr marL="742950" indent="-285750" defTabSz="723900">
              <a:defRPr>
                <a:solidFill>
                  <a:schemeClr val="tx1"/>
                </a:solidFill>
                <a:latin typeface="Arial" panose="020B0604020202020204" pitchFamily="34" charset="0"/>
                <a:cs typeface="Arial" panose="020B0604020202020204" pitchFamily="34" charset="0"/>
              </a:defRPr>
            </a:lvl2pPr>
            <a:lvl3pPr marL="1143000" indent="-228600" defTabSz="723900">
              <a:defRPr>
                <a:solidFill>
                  <a:schemeClr val="tx1"/>
                </a:solidFill>
                <a:latin typeface="Arial" panose="020B0604020202020204" pitchFamily="34" charset="0"/>
                <a:cs typeface="Arial" panose="020B0604020202020204" pitchFamily="34" charset="0"/>
              </a:defRPr>
            </a:lvl3pPr>
            <a:lvl4pPr marL="1600200" indent="-228600" defTabSz="723900">
              <a:defRPr>
                <a:solidFill>
                  <a:schemeClr val="tx1"/>
                </a:solidFill>
                <a:latin typeface="Arial" panose="020B0604020202020204" pitchFamily="34" charset="0"/>
                <a:cs typeface="Arial" panose="020B0604020202020204" pitchFamily="34" charset="0"/>
              </a:defRPr>
            </a:lvl4pPr>
            <a:lvl5pPr marL="2057400" indent="-228600" defTabSz="723900">
              <a:defRPr>
                <a:solidFill>
                  <a:schemeClr val="tx1"/>
                </a:solidFill>
                <a:latin typeface="Arial" panose="020B0604020202020204" pitchFamily="34" charset="0"/>
                <a:cs typeface="Arial" panose="020B0604020202020204" pitchFamily="34" charset="0"/>
              </a:defRPr>
            </a:lvl5pPr>
            <a:lvl6pPr marL="25146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g0/0</a:t>
            </a:r>
          </a:p>
        </p:txBody>
      </p:sp>
      <p:sp>
        <p:nvSpPr>
          <p:cNvPr id="100359" name="Rectangle 8"/>
          <p:cNvSpPr>
            <a:spLocks noChangeArrowheads="1"/>
          </p:cNvSpPr>
          <p:nvPr/>
        </p:nvSpPr>
        <p:spPr bwMode="auto">
          <a:xfrm>
            <a:off x="7159626" y="1844676"/>
            <a:ext cx="585097"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723900">
              <a:defRPr>
                <a:solidFill>
                  <a:schemeClr val="tx1"/>
                </a:solidFill>
                <a:latin typeface="Arial" panose="020B0604020202020204" pitchFamily="34" charset="0"/>
                <a:cs typeface="Arial" panose="020B0604020202020204" pitchFamily="34" charset="0"/>
              </a:defRPr>
            </a:lvl1pPr>
            <a:lvl2pPr marL="742950" indent="-285750" defTabSz="723900">
              <a:defRPr>
                <a:solidFill>
                  <a:schemeClr val="tx1"/>
                </a:solidFill>
                <a:latin typeface="Arial" panose="020B0604020202020204" pitchFamily="34" charset="0"/>
                <a:cs typeface="Arial" panose="020B0604020202020204" pitchFamily="34" charset="0"/>
              </a:defRPr>
            </a:lvl2pPr>
            <a:lvl3pPr marL="1143000" indent="-228600" defTabSz="723900">
              <a:defRPr>
                <a:solidFill>
                  <a:schemeClr val="tx1"/>
                </a:solidFill>
                <a:latin typeface="Arial" panose="020B0604020202020204" pitchFamily="34" charset="0"/>
                <a:cs typeface="Arial" panose="020B0604020202020204" pitchFamily="34" charset="0"/>
              </a:defRPr>
            </a:lvl3pPr>
            <a:lvl4pPr marL="1600200" indent="-228600" defTabSz="723900">
              <a:defRPr>
                <a:solidFill>
                  <a:schemeClr val="tx1"/>
                </a:solidFill>
                <a:latin typeface="Arial" panose="020B0604020202020204" pitchFamily="34" charset="0"/>
                <a:cs typeface="Arial" panose="020B0604020202020204" pitchFamily="34" charset="0"/>
              </a:defRPr>
            </a:lvl4pPr>
            <a:lvl5pPr marL="2057400" indent="-228600" defTabSz="723900">
              <a:defRPr>
                <a:solidFill>
                  <a:schemeClr val="tx1"/>
                </a:solidFill>
                <a:latin typeface="Arial" panose="020B0604020202020204" pitchFamily="34" charset="0"/>
                <a:cs typeface="Arial" panose="020B0604020202020204" pitchFamily="34" charset="0"/>
              </a:defRPr>
            </a:lvl5pPr>
            <a:lvl6pPr marL="25146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g0/2</a:t>
            </a:r>
          </a:p>
        </p:txBody>
      </p:sp>
      <p:sp>
        <p:nvSpPr>
          <p:cNvPr id="100360" name="Rectangle 9"/>
          <p:cNvSpPr>
            <a:spLocks noChangeArrowheads="1"/>
          </p:cNvSpPr>
          <p:nvPr/>
        </p:nvSpPr>
        <p:spPr bwMode="auto">
          <a:xfrm>
            <a:off x="7319965" y="2438400"/>
            <a:ext cx="585097"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723900">
              <a:defRPr>
                <a:solidFill>
                  <a:schemeClr val="tx1"/>
                </a:solidFill>
                <a:latin typeface="Arial" panose="020B0604020202020204" pitchFamily="34" charset="0"/>
                <a:cs typeface="Arial" panose="020B0604020202020204" pitchFamily="34" charset="0"/>
              </a:defRPr>
            </a:lvl1pPr>
            <a:lvl2pPr marL="742950" indent="-285750" defTabSz="723900">
              <a:defRPr>
                <a:solidFill>
                  <a:schemeClr val="tx1"/>
                </a:solidFill>
                <a:latin typeface="Arial" panose="020B0604020202020204" pitchFamily="34" charset="0"/>
                <a:cs typeface="Arial" panose="020B0604020202020204" pitchFamily="34" charset="0"/>
              </a:defRPr>
            </a:lvl2pPr>
            <a:lvl3pPr marL="1143000" indent="-228600" defTabSz="723900">
              <a:defRPr>
                <a:solidFill>
                  <a:schemeClr val="tx1"/>
                </a:solidFill>
                <a:latin typeface="Arial" panose="020B0604020202020204" pitchFamily="34" charset="0"/>
                <a:cs typeface="Arial" panose="020B0604020202020204" pitchFamily="34" charset="0"/>
              </a:defRPr>
            </a:lvl3pPr>
            <a:lvl4pPr marL="1600200" indent="-228600" defTabSz="723900">
              <a:defRPr>
                <a:solidFill>
                  <a:schemeClr val="tx1"/>
                </a:solidFill>
                <a:latin typeface="Arial" panose="020B0604020202020204" pitchFamily="34" charset="0"/>
                <a:cs typeface="Arial" panose="020B0604020202020204" pitchFamily="34" charset="0"/>
              </a:defRPr>
            </a:lvl4pPr>
            <a:lvl5pPr marL="2057400" indent="-228600" defTabSz="723900">
              <a:defRPr>
                <a:solidFill>
                  <a:schemeClr val="tx1"/>
                </a:solidFill>
                <a:latin typeface="Arial" panose="020B0604020202020204" pitchFamily="34" charset="0"/>
                <a:cs typeface="Arial" panose="020B0604020202020204" pitchFamily="34" charset="0"/>
              </a:defRPr>
            </a:lvl5pPr>
            <a:lvl6pPr marL="25146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g0/1</a:t>
            </a:r>
          </a:p>
        </p:txBody>
      </p:sp>
      <p:grpSp>
        <p:nvGrpSpPr>
          <p:cNvPr id="100361" name="Group 10"/>
          <p:cNvGrpSpPr>
            <a:grpSpLocks/>
          </p:cNvGrpSpPr>
          <p:nvPr/>
        </p:nvGrpSpPr>
        <p:grpSpPr bwMode="auto">
          <a:xfrm>
            <a:off x="3025775" y="2028826"/>
            <a:ext cx="1538288" cy="784225"/>
            <a:chOff x="775" y="3234"/>
            <a:chExt cx="969" cy="494"/>
          </a:xfrm>
        </p:grpSpPr>
        <p:pic>
          <p:nvPicPr>
            <p:cNvPr id="100374" name="Picture 11" descr="Network_Cloud_Standard"/>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5" y="3234"/>
              <a:ext cx="969" cy="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375" name="Rectangle 12"/>
            <p:cNvSpPr>
              <a:spLocks noChangeArrowheads="1"/>
            </p:cNvSpPr>
            <p:nvPr/>
          </p:nvSpPr>
          <p:spPr bwMode="auto">
            <a:xfrm>
              <a:off x="970" y="3384"/>
              <a:ext cx="55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Internet</a:t>
              </a:r>
            </a:p>
          </p:txBody>
        </p:sp>
      </p:grpSp>
      <p:pic>
        <p:nvPicPr>
          <p:cNvPr id="100362" name="Picture 14" descr="Route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865689" y="2184401"/>
            <a:ext cx="585787"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363" name="Picture 15" descr="PC"/>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077326" y="2103439"/>
            <a:ext cx="636588"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364" name="Picture 16" descr="File-Application_Serve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19913" y="1063626"/>
            <a:ext cx="442912" cy="63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365" name="Rectangle 17"/>
          <p:cNvSpPr>
            <a:spLocks noChangeArrowheads="1"/>
          </p:cNvSpPr>
          <p:nvPr/>
        </p:nvSpPr>
        <p:spPr bwMode="auto">
          <a:xfrm>
            <a:off x="8050214" y="2097088"/>
            <a:ext cx="831959" cy="308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723900">
              <a:defRPr>
                <a:solidFill>
                  <a:schemeClr val="tx1"/>
                </a:solidFill>
                <a:latin typeface="Arial" panose="020B0604020202020204" pitchFamily="34" charset="0"/>
                <a:cs typeface="Arial" panose="020B0604020202020204" pitchFamily="34" charset="0"/>
              </a:defRPr>
            </a:lvl1pPr>
            <a:lvl2pPr marL="742950" indent="-285750" defTabSz="723900">
              <a:defRPr>
                <a:solidFill>
                  <a:schemeClr val="tx1"/>
                </a:solidFill>
                <a:latin typeface="Arial" panose="020B0604020202020204" pitchFamily="34" charset="0"/>
                <a:cs typeface="Arial" panose="020B0604020202020204" pitchFamily="34" charset="0"/>
              </a:defRPr>
            </a:lvl2pPr>
            <a:lvl3pPr marL="1143000" indent="-228600" defTabSz="723900">
              <a:defRPr>
                <a:solidFill>
                  <a:schemeClr val="tx1"/>
                </a:solidFill>
                <a:latin typeface="Arial" panose="020B0604020202020204" pitchFamily="34" charset="0"/>
                <a:cs typeface="Arial" panose="020B0604020202020204" pitchFamily="34" charset="0"/>
              </a:defRPr>
            </a:lvl3pPr>
            <a:lvl4pPr marL="1600200" indent="-228600" defTabSz="723900">
              <a:defRPr>
                <a:solidFill>
                  <a:schemeClr val="tx1"/>
                </a:solidFill>
                <a:latin typeface="Arial" panose="020B0604020202020204" pitchFamily="34" charset="0"/>
                <a:cs typeface="Arial" panose="020B0604020202020204" pitchFamily="34" charset="0"/>
              </a:defRPr>
            </a:lvl4pPr>
            <a:lvl5pPr marL="2057400" indent="-228600" defTabSz="723900">
              <a:defRPr>
                <a:solidFill>
                  <a:schemeClr val="tx1"/>
                </a:solidFill>
                <a:latin typeface="Arial" panose="020B0604020202020204" pitchFamily="34" charset="0"/>
                <a:cs typeface="Arial" panose="020B0604020202020204" pitchFamily="34" charset="0"/>
              </a:defRPr>
            </a:lvl5pPr>
            <a:lvl6pPr marL="25146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400">
                <a:solidFill>
                  <a:prstClr val="black"/>
                </a:solidFill>
              </a:rPr>
              <a:t>10.0.1.0</a:t>
            </a:r>
          </a:p>
        </p:txBody>
      </p:sp>
      <p:sp>
        <p:nvSpPr>
          <p:cNvPr id="100366" name="Rectangle 18"/>
          <p:cNvSpPr>
            <a:spLocks noChangeArrowheads="1"/>
          </p:cNvSpPr>
          <p:nvPr/>
        </p:nvSpPr>
        <p:spPr bwMode="auto">
          <a:xfrm>
            <a:off x="5524500" y="2143125"/>
            <a:ext cx="1130118" cy="308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723900">
              <a:defRPr>
                <a:solidFill>
                  <a:schemeClr val="tx1"/>
                </a:solidFill>
                <a:latin typeface="Arial" panose="020B0604020202020204" pitchFamily="34" charset="0"/>
                <a:cs typeface="Arial" panose="020B0604020202020204" pitchFamily="34" charset="0"/>
              </a:defRPr>
            </a:lvl1pPr>
            <a:lvl2pPr marL="742950" indent="-285750" defTabSz="723900">
              <a:defRPr>
                <a:solidFill>
                  <a:schemeClr val="tx1"/>
                </a:solidFill>
                <a:latin typeface="Arial" panose="020B0604020202020204" pitchFamily="34" charset="0"/>
                <a:cs typeface="Arial" panose="020B0604020202020204" pitchFamily="34" charset="0"/>
              </a:defRPr>
            </a:lvl2pPr>
            <a:lvl3pPr marL="1143000" indent="-228600" defTabSz="723900">
              <a:defRPr>
                <a:solidFill>
                  <a:schemeClr val="tx1"/>
                </a:solidFill>
                <a:latin typeface="Arial" panose="020B0604020202020204" pitchFamily="34" charset="0"/>
                <a:cs typeface="Arial" panose="020B0604020202020204" pitchFamily="34" charset="0"/>
              </a:defRPr>
            </a:lvl3pPr>
            <a:lvl4pPr marL="1600200" indent="-228600" defTabSz="723900">
              <a:defRPr>
                <a:solidFill>
                  <a:schemeClr val="tx1"/>
                </a:solidFill>
                <a:latin typeface="Arial" panose="020B0604020202020204" pitchFamily="34" charset="0"/>
                <a:cs typeface="Arial" panose="020B0604020202020204" pitchFamily="34" charset="0"/>
              </a:defRPr>
            </a:lvl4pPr>
            <a:lvl5pPr marL="2057400" indent="-228600" defTabSz="723900">
              <a:defRPr>
                <a:solidFill>
                  <a:schemeClr val="tx1"/>
                </a:solidFill>
                <a:latin typeface="Arial" panose="020B0604020202020204" pitchFamily="34" charset="0"/>
                <a:cs typeface="Arial" panose="020B0604020202020204" pitchFamily="34" charset="0"/>
              </a:defRPr>
            </a:lvl5pPr>
            <a:lvl6pPr marL="25146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400">
                <a:solidFill>
                  <a:prstClr val="black"/>
                </a:solidFill>
              </a:rPr>
              <a:t>192.168.1.0</a:t>
            </a:r>
          </a:p>
        </p:txBody>
      </p:sp>
      <p:sp>
        <p:nvSpPr>
          <p:cNvPr id="100367" name="Rectangle 19"/>
          <p:cNvSpPr>
            <a:spLocks noChangeArrowheads="1"/>
          </p:cNvSpPr>
          <p:nvPr/>
        </p:nvSpPr>
        <p:spPr bwMode="auto">
          <a:xfrm>
            <a:off x="5378452" y="2417763"/>
            <a:ext cx="335028" cy="308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723900">
              <a:defRPr>
                <a:solidFill>
                  <a:schemeClr val="tx1"/>
                </a:solidFill>
                <a:latin typeface="Arial" panose="020B0604020202020204" pitchFamily="34" charset="0"/>
                <a:cs typeface="Arial" panose="020B0604020202020204" pitchFamily="34" charset="0"/>
              </a:defRPr>
            </a:lvl1pPr>
            <a:lvl2pPr marL="742950" indent="-285750" defTabSz="723900">
              <a:defRPr>
                <a:solidFill>
                  <a:schemeClr val="tx1"/>
                </a:solidFill>
                <a:latin typeface="Arial" panose="020B0604020202020204" pitchFamily="34" charset="0"/>
                <a:cs typeface="Arial" panose="020B0604020202020204" pitchFamily="34" charset="0"/>
              </a:defRPr>
            </a:lvl2pPr>
            <a:lvl3pPr marL="1143000" indent="-228600" defTabSz="723900">
              <a:defRPr>
                <a:solidFill>
                  <a:schemeClr val="tx1"/>
                </a:solidFill>
                <a:latin typeface="Arial" panose="020B0604020202020204" pitchFamily="34" charset="0"/>
                <a:cs typeface="Arial" panose="020B0604020202020204" pitchFamily="34" charset="0"/>
              </a:defRPr>
            </a:lvl3pPr>
            <a:lvl4pPr marL="1600200" indent="-228600" defTabSz="723900">
              <a:defRPr>
                <a:solidFill>
                  <a:schemeClr val="tx1"/>
                </a:solidFill>
                <a:latin typeface="Arial" panose="020B0604020202020204" pitchFamily="34" charset="0"/>
                <a:cs typeface="Arial" panose="020B0604020202020204" pitchFamily="34" charset="0"/>
              </a:defRPr>
            </a:lvl4pPr>
            <a:lvl5pPr marL="2057400" indent="-228600" defTabSz="723900">
              <a:defRPr>
                <a:solidFill>
                  <a:schemeClr val="tx1"/>
                </a:solidFill>
                <a:latin typeface="Arial" panose="020B0604020202020204" pitchFamily="34" charset="0"/>
                <a:cs typeface="Arial" panose="020B0604020202020204" pitchFamily="34" charset="0"/>
              </a:defRPr>
            </a:lvl5pPr>
            <a:lvl6pPr marL="25146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400">
                <a:solidFill>
                  <a:prstClr val="black"/>
                </a:solidFill>
              </a:rPr>
              <a:t>.1</a:t>
            </a:r>
          </a:p>
        </p:txBody>
      </p:sp>
      <p:sp>
        <p:nvSpPr>
          <p:cNvPr id="100368" name="Rectangle 20"/>
          <p:cNvSpPr>
            <a:spLocks noChangeArrowheads="1"/>
          </p:cNvSpPr>
          <p:nvPr/>
        </p:nvSpPr>
        <p:spPr bwMode="auto">
          <a:xfrm>
            <a:off x="6102351" y="1679575"/>
            <a:ext cx="1030731" cy="308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723900">
              <a:defRPr>
                <a:solidFill>
                  <a:schemeClr val="tx1"/>
                </a:solidFill>
                <a:latin typeface="Arial" panose="020B0604020202020204" pitchFamily="34" charset="0"/>
                <a:cs typeface="Arial" panose="020B0604020202020204" pitchFamily="34" charset="0"/>
              </a:defRPr>
            </a:lvl1pPr>
            <a:lvl2pPr marL="742950" indent="-285750" defTabSz="723900">
              <a:defRPr>
                <a:solidFill>
                  <a:schemeClr val="tx1"/>
                </a:solidFill>
                <a:latin typeface="Arial" panose="020B0604020202020204" pitchFamily="34" charset="0"/>
                <a:cs typeface="Arial" panose="020B0604020202020204" pitchFamily="34" charset="0"/>
              </a:defRPr>
            </a:lvl2pPr>
            <a:lvl3pPr marL="1143000" indent="-228600" defTabSz="723900">
              <a:defRPr>
                <a:solidFill>
                  <a:schemeClr val="tx1"/>
                </a:solidFill>
                <a:latin typeface="Arial" panose="020B0604020202020204" pitchFamily="34" charset="0"/>
                <a:cs typeface="Arial" panose="020B0604020202020204" pitchFamily="34" charset="0"/>
              </a:defRPr>
            </a:lvl3pPr>
            <a:lvl4pPr marL="1600200" indent="-228600" defTabSz="723900">
              <a:defRPr>
                <a:solidFill>
                  <a:schemeClr val="tx1"/>
                </a:solidFill>
                <a:latin typeface="Arial" panose="020B0604020202020204" pitchFamily="34" charset="0"/>
                <a:cs typeface="Arial" panose="020B0604020202020204" pitchFamily="34" charset="0"/>
              </a:defRPr>
            </a:lvl4pPr>
            <a:lvl5pPr marL="2057400" indent="-228600" defTabSz="723900">
              <a:defRPr>
                <a:solidFill>
                  <a:schemeClr val="tx1"/>
                </a:solidFill>
                <a:latin typeface="Arial" panose="020B0604020202020204" pitchFamily="34" charset="0"/>
                <a:cs typeface="Arial" panose="020B0604020202020204" pitchFamily="34" charset="0"/>
              </a:defRPr>
            </a:lvl5pPr>
            <a:lvl6pPr marL="25146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400">
                <a:solidFill>
                  <a:prstClr val="black"/>
                </a:solidFill>
              </a:rPr>
              <a:t>172.16.1.0</a:t>
            </a:r>
          </a:p>
        </p:txBody>
      </p:sp>
      <p:sp>
        <p:nvSpPr>
          <p:cNvPr id="100369" name="Rectangle 21"/>
          <p:cNvSpPr>
            <a:spLocks noChangeArrowheads="1"/>
          </p:cNvSpPr>
          <p:nvPr/>
        </p:nvSpPr>
        <p:spPr bwMode="auto">
          <a:xfrm>
            <a:off x="2035177" y="3636965"/>
            <a:ext cx="7986713"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124" tIns="41061" rIns="82124" bIns="41061"/>
          <a:lstStyle>
            <a:lvl1pPr marL="342900" indent="-342900" defTabSz="814388">
              <a:defRPr>
                <a:solidFill>
                  <a:schemeClr val="tx1"/>
                </a:solidFill>
                <a:latin typeface="Arial" panose="020B0604020202020204" pitchFamily="34" charset="0"/>
                <a:cs typeface="Arial" panose="020B0604020202020204" pitchFamily="34" charset="0"/>
              </a:defRPr>
            </a:lvl1pPr>
            <a:lvl2pPr marL="342900" indent="-22860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fontAlgn="base">
              <a:lnSpc>
                <a:spcPct val="95000"/>
              </a:lnSpc>
              <a:spcBef>
                <a:spcPct val="35000"/>
              </a:spcBef>
              <a:spcAft>
                <a:spcPct val="0"/>
              </a:spcAft>
              <a:buClr>
                <a:srgbClr val="5B9BD5"/>
              </a:buClr>
              <a:buFont typeface="Wingdings" panose="05000000000000000000" pitchFamily="2" charset="2"/>
              <a:buNone/>
            </a:pPr>
            <a:r>
              <a:rPr lang="en-US" altLang="en-US" sz="1500">
                <a:solidFill>
                  <a:prstClr val="black"/>
                </a:solidFill>
              </a:rPr>
              <a:t>Displays the contents of the routing table</a:t>
            </a:r>
          </a:p>
        </p:txBody>
      </p:sp>
      <p:sp>
        <p:nvSpPr>
          <p:cNvPr id="100370" name="Text Box 22"/>
          <p:cNvSpPr txBox="1">
            <a:spLocks noChangeArrowheads="1"/>
          </p:cNvSpPr>
          <p:nvPr/>
        </p:nvSpPr>
        <p:spPr bwMode="auto">
          <a:xfrm>
            <a:off x="2035175" y="2875307"/>
            <a:ext cx="2503488"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500">
                <a:solidFill>
                  <a:prstClr val="black"/>
                </a:solidFill>
              </a:rPr>
              <a:t>ciscoasa#</a:t>
            </a:r>
          </a:p>
        </p:txBody>
      </p:sp>
      <p:sp>
        <p:nvSpPr>
          <p:cNvPr id="100371" name="Text Box 23"/>
          <p:cNvSpPr txBox="1">
            <a:spLocks noChangeArrowheads="1"/>
          </p:cNvSpPr>
          <p:nvPr/>
        </p:nvSpPr>
        <p:spPr bwMode="auto">
          <a:xfrm>
            <a:off x="2035177" y="3233740"/>
            <a:ext cx="8189913" cy="353943"/>
          </a:xfrm>
          <a:prstGeom prst="rect">
            <a:avLst/>
          </a:prstGeom>
          <a:solidFill>
            <a:schemeClr val="bg1"/>
          </a:solidFill>
          <a:ln w="28575">
            <a:solidFill>
              <a:schemeClr val="tx1"/>
            </a:solidFill>
            <a:miter lim="800000"/>
            <a:headEnd/>
            <a:tailEnd/>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50000"/>
              </a:spcBef>
              <a:spcAft>
                <a:spcPct val="0"/>
              </a:spcAft>
              <a:buClr>
                <a:srgbClr val="FF9933"/>
              </a:buClr>
              <a:buFont typeface="Wingdings" panose="05000000000000000000" pitchFamily="2" charset="2"/>
              <a:buNone/>
            </a:pPr>
            <a:r>
              <a:rPr lang="en-US" altLang="en-US" sz="1700">
                <a:solidFill>
                  <a:prstClr val="black"/>
                </a:solidFill>
                <a:latin typeface="Courier New" panose="02070309020205020404" pitchFamily="49" charset="0"/>
              </a:rPr>
              <a:t>show route [</a:t>
            </a:r>
            <a:r>
              <a:rPr lang="en-US" altLang="en-US" sz="1700" i="1">
                <a:solidFill>
                  <a:prstClr val="black"/>
                </a:solidFill>
                <a:latin typeface="Courier New" panose="02070309020205020404" pitchFamily="49" charset="0"/>
              </a:rPr>
              <a:t>interface_name </a:t>
            </a:r>
            <a:r>
              <a:rPr lang="en-US" altLang="en-US" sz="1700">
                <a:solidFill>
                  <a:prstClr val="black"/>
                </a:solidFill>
                <a:latin typeface="Courier New" panose="02070309020205020404" pitchFamily="49" charset="0"/>
              </a:rPr>
              <a:t>[</a:t>
            </a:r>
            <a:r>
              <a:rPr lang="en-US" altLang="en-US" sz="1700" i="1">
                <a:solidFill>
                  <a:prstClr val="black"/>
                </a:solidFill>
                <a:latin typeface="Courier New" panose="02070309020205020404" pitchFamily="49" charset="0"/>
              </a:rPr>
              <a:t>ip_address</a:t>
            </a:r>
            <a:r>
              <a:rPr lang="en-US" altLang="en-US" sz="1700">
                <a:solidFill>
                  <a:prstClr val="black"/>
                </a:solidFill>
                <a:latin typeface="Courier New" panose="02070309020205020404" pitchFamily="49" charset="0"/>
              </a:rPr>
              <a:t> [</a:t>
            </a:r>
            <a:r>
              <a:rPr lang="en-US" altLang="en-US" sz="1700" i="1">
                <a:solidFill>
                  <a:prstClr val="black"/>
                </a:solidFill>
                <a:latin typeface="Courier New" panose="02070309020205020404" pitchFamily="49" charset="0"/>
              </a:rPr>
              <a:t>netmask</a:t>
            </a:r>
            <a:r>
              <a:rPr lang="en-US" altLang="en-US" sz="1700">
                <a:solidFill>
                  <a:prstClr val="black"/>
                </a:solidFill>
                <a:latin typeface="Courier New" panose="02070309020205020404" pitchFamily="49" charset="0"/>
              </a:rPr>
              <a:t> [static]]]] </a:t>
            </a:r>
          </a:p>
        </p:txBody>
      </p:sp>
      <p:pic>
        <p:nvPicPr>
          <p:cNvPr id="100372" name="Picture 24" descr="Cisco_ASA5500"/>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881813" y="2155825"/>
            <a:ext cx="493712" cy="639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0373" name="Picture 25" descr="Route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865689" y="2185990"/>
            <a:ext cx="585787"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6920183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a:xfrm>
            <a:off x="13493" y="18445"/>
            <a:ext cx="10515600" cy="532417"/>
          </a:xfrm>
        </p:spPr>
        <p:txBody>
          <a:bodyPr/>
          <a:lstStyle/>
          <a:p>
            <a:pPr eaLnBrk="1" hangingPunct="1"/>
            <a:r>
              <a:rPr lang="en-US" altLang="en-US" sz="3733">
                <a:latin typeface="Arial" panose="020B0604020202020204" pitchFamily="34" charset="0"/>
                <a:cs typeface="Arial" panose="020B0604020202020204" pitchFamily="34" charset="0"/>
              </a:rPr>
              <a:t>ping Command</a:t>
            </a:r>
          </a:p>
        </p:txBody>
      </p:sp>
      <p:sp>
        <p:nvSpPr>
          <p:cNvPr id="102403" name="Rectangle 3"/>
          <p:cNvSpPr>
            <a:spLocks noGrp="1" noChangeArrowheads="1"/>
          </p:cNvSpPr>
          <p:nvPr>
            <p:ph idx="1"/>
          </p:nvPr>
        </p:nvSpPr>
        <p:spPr>
          <a:xfrm>
            <a:off x="1881188" y="4421190"/>
            <a:ext cx="7681912" cy="714375"/>
          </a:xfrm>
        </p:spPr>
        <p:txBody>
          <a:bodyPr/>
          <a:lstStyle/>
          <a:p>
            <a:pPr lvl="1" eaLnBrk="1" hangingPunct="1">
              <a:buFont typeface="Wingdings" panose="05000000000000000000" pitchFamily="2" charset="2"/>
              <a:buNone/>
            </a:pPr>
            <a:r>
              <a:rPr lang="en-US" altLang="en-US" sz="1400"/>
              <a:t>Determines whether other devices are visible from the security appliance</a:t>
            </a:r>
          </a:p>
        </p:txBody>
      </p:sp>
      <p:sp>
        <p:nvSpPr>
          <p:cNvPr id="102404" name="Text Box 4"/>
          <p:cNvSpPr txBox="1">
            <a:spLocks noChangeArrowheads="1"/>
          </p:cNvSpPr>
          <p:nvPr/>
        </p:nvSpPr>
        <p:spPr bwMode="auto">
          <a:xfrm>
            <a:off x="1881190" y="4779965"/>
            <a:ext cx="8486775" cy="1154162"/>
          </a:xfrm>
          <a:prstGeom prst="rect">
            <a:avLst/>
          </a:prstGeom>
          <a:solidFill>
            <a:schemeClr val="bg1"/>
          </a:solidFill>
          <a:ln w="28575">
            <a:solidFill>
              <a:schemeClr val="tx1"/>
            </a:solidFill>
            <a:miter lim="800000"/>
            <a:headEnd/>
            <a:tailEnd/>
          </a:ln>
        </p:spPr>
        <p:txBody>
          <a:bodyPr>
            <a:spAutoFit/>
          </a:bodyPr>
          <a:lstStyle>
            <a:lvl1pPr marL="228600" indent="-2286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500">
                <a:solidFill>
                  <a:prstClr val="black"/>
                </a:solidFill>
                <a:latin typeface="Courier New" panose="02070309020205020404" pitchFamily="49" charset="0"/>
              </a:rPr>
              <a:t>asa1# ping 10.0.1.11</a:t>
            </a:r>
          </a:p>
          <a:p>
            <a:pPr fontAlgn="base">
              <a:spcBef>
                <a:spcPct val="20000"/>
              </a:spcBef>
              <a:spcAft>
                <a:spcPct val="0"/>
              </a:spcAft>
              <a:buClr>
                <a:srgbClr val="FF9933"/>
              </a:buClr>
              <a:buFont typeface="Wingdings" panose="05000000000000000000" pitchFamily="2" charset="2"/>
              <a:buNone/>
            </a:pPr>
            <a:r>
              <a:rPr lang="en-US" altLang="en-US" sz="1500">
                <a:solidFill>
                  <a:prstClr val="black"/>
                </a:solidFill>
                <a:latin typeface="Courier New" panose="02070309020205020404" pitchFamily="49" charset="0"/>
              </a:rPr>
              <a:t>Sending 5, 100-byte ICMP Echos to 10.0.1.11, timeout is 2 seconds:</a:t>
            </a:r>
          </a:p>
          <a:p>
            <a:pPr fontAlgn="base">
              <a:spcBef>
                <a:spcPct val="20000"/>
              </a:spcBef>
              <a:spcAft>
                <a:spcPct val="0"/>
              </a:spcAft>
              <a:buClr>
                <a:srgbClr val="FF9933"/>
              </a:buClr>
              <a:buFont typeface="Wingdings" panose="05000000000000000000" pitchFamily="2" charset="2"/>
              <a:buNone/>
            </a:pPr>
            <a:r>
              <a:rPr lang="en-US" altLang="en-US" sz="1500">
                <a:solidFill>
                  <a:prstClr val="black"/>
                </a:solidFill>
                <a:latin typeface="Courier New" panose="02070309020205020404" pitchFamily="49" charset="0"/>
              </a:rPr>
              <a:t>!!!!!</a:t>
            </a:r>
          </a:p>
          <a:p>
            <a:pPr fontAlgn="base">
              <a:spcBef>
                <a:spcPct val="20000"/>
              </a:spcBef>
              <a:spcAft>
                <a:spcPct val="0"/>
              </a:spcAft>
              <a:buClr>
                <a:srgbClr val="FF9933"/>
              </a:buClr>
              <a:buFont typeface="Wingdings" panose="05000000000000000000" pitchFamily="2" charset="2"/>
              <a:buNone/>
            </a:pPr>
            <a:r>
              <a:rPr lang="en-US" altLang="en-US" sz="1500">
                <a:solidFill>
                  <a:prstClr val="black"/>
                </a:solidFill>
                <a:latin typeface="Courier New" panose="02070309020205020404" pitchFamily="49" charset="0"/>
              </a:rPr>
              <a:t>Success rate is 100 percent (5/5), round-trip min/avg/max = 10/12/20 ms</a:t>
            </a:r>
          </a:p>
        </p:txBody>
      </p:sp>
      <p:sp>
        <p:nvSpPr>
          <p:cNvPr id="102405" name="Text Box 5"/>
          <p:cNvSpPr txBox="1">
            <a:spLocks noChangeArrowheads="1"/>
          </p:cNvSpPr>
          <p:nvPr/>
        </p:nvSpPr>
        <p:spPr bwMode="auto">
          <a:xfrm>
            <a:off x="1881189" y="3786189"/>
            <a:ext cx="8450263" cy="584775"/>
          </a:xfrm>
          <a:prstGeom prst="rect">
            <a:avLst/>
          </a:prstGeom>
          <a:solidFill>
            <a:schemeClr val="bg1"/>
          </a:solidFill>
          <a:ln w="28575">
            <a:solidFill>
              <a:schemeClr val="tx1"/>
            </a:solidFill>
            <a:miter lim="800000"/>
            <a:headEnd/>
            <a:tailEnd/>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50000"/>
              </a:spcBef>
              <a:spcAft>
                <a:spcPct val="0"/>
              </a:spcAft>
              <a:buClr>
                <a:srgbClr val="FF9933"/>
              </a:buClr>
              <a:buFont typeface="Wingdings" panose="05000000000000000000" pitchFamily="2" charset="2"/>
              <a:buNone/>
            </a:pPr>
            <a:r>
              <a:rPr lang="en-US" altLang="en-US" sz="1600">
                <a:solidFill>
                  <a:prstClr val="black"/>
                </a:solidFill>
                <a:latin typeface="Courier New" panose="02070309020205020404" pitchFamily="49" charset="0"/>
              </a:rPr>
              <a:t>ping [</a:t>
            </a:r>
            <a:r>
              <a:rPr lang="en-US" altLang="en-US" sz="1600" i="1">
                <a:solidFill>
                  <a:prstClr val="black"/>
                </a:solidFill>
                <a:latin typeface="Courier New" panose="02070309020205020404" pitchFamily="49" charset="0"/>
              </a:rPr>
              <a:t>if_name</a:t>
            </a:r>
            <a:r>
              <a:rPr lang="en-US" altLang="en-US" sz="1600">
                <a:solidFill>
                  <a:prstClr val="black"/>
                </a:solidFill>
                <a:latin typeface="Courier New" panose="02070309020205020404" pitchFamily="49" charset="0"/>
              </a:rPr>
              <a:t>] </a:t>
            </a:r>
            <a:r>
              <a:rPr lang="en-US" altLang="en-US" sz="1600" i="1">
                <a:solidFill>
                  <a:prstClr val="black"/>
                </a:solidFill>
                <a:latin typeface="Courier New" panose="02070309020205020404" pitchFamily="49" charset="0"/>
              </a:rPr>
              <a:t>host</a:t>
            </a:r>
            <a:r>
              <a:rPr lang="en-US" altLang="en-US" sz="1600">
                <a:solidFill>
                  <a:prstClr val="black"/>
                </a:solidFill>
                <a:latin typeface="Courier New" panose="02070309020205020404" pitchFamily="49" charset="0"/>
              </a:rPr>
              <a:t> [data </a:t>
            </a:r>
            <a:r>
              <a:rPr lang="en-US" altLang="en-US" sz="1600" i="1">
                <a:solidFill>
                  <a:prstClr val="black"/>
                </a:solidFill>
                <a:latin typeface="Courier New" panose="02070309020205020404" pitchFamily="49" charset="0"/>
              </a:rPr>
              <a:t>pattern</a:t>
            </a:r>
            <a:r>
              <a:rPr lang="en-US" altLang="en-US" sz="1600">
                <a:solidFill>
                  <a:prstClr val="black"/>
                </a:solidFill>
                <a:latin typeface="Courier New" panose="02070309020205020404" pitchFamily="49" charset="0"/>
              </a:rPr>
              <a:t>] [repeat </a:t>
            </a:r>
            <a:r>
              <a:rPr lang="en-US" altLang="en-US" sz="1600" i="1">
                <a:solidFill>
                  <a:prstClr val="black"/>
                </a:solidFill>
                <a:latin typeface="Courier New" panose="02070309020205020404" pitchFamily="49" charset="0"/>
              </a:rPr>
              <a:t>count</a:t>
            </a:r>
            <a:r>
              <a:rPr lang="en-US" altLang="en-US" sz="1600">
                <a:solidFill>
                  <a:prstClr val="black"/>
                </a:solidFill>
                <a:latin typeface="Courier New" panose="02070309020205020404" pitchFamily="49" charset="0"/>
              </a:rPr>
              <a:t>] [size </a:t>
            </a:r>
            <a:r>
              <a:rPr lang="en-US" altLang="en-US" sz="1600" i="1">
                <a:solidFill>
                  <a:prstClr val="black"/>
                </a:solidFill>
                <a:latin typeface="Courier New" panose="02070309020205020404" pitchFamily="49" charset="0"/>
              </a:rPr>
              <a:t>bytes</a:t>
            </a:r>
            <a:r>
              <a:rPr lang="en-US" altLang="en-US" sz="1600">
                <a:solidFill>
                  <a:prstClr val="black"/>
                </a:solidFill>
                <a:latin typeface="Courier New" panose="02070309020205020404" pitchFamily="49" charset="0"/>
              </a:rPr>
              <a:t>] [timeout </a:t>
            </a:r>
            <a:r>
              <a:rPr lang="en-US" altLang="en-US" sz="1600" i="1">
                <a:solidFill>
                  <a:prstClr val="black"/>
                </a:solidFill>
                <a:latin typeface="Courier New" panose="02070309020205020404" pitchFamily="49" charset="0"/>
              </a:rPr>
              <a:t>seconds</a:t>
            </a:r>
            <a:r>
              <a:rPr lang="en-US" altLang="en-US" sz="1600">
                <a:solidFill>
                  <a:prstClr val="black"/>
                </a:solidFill>
                <a:latin typeface="Courier New" panose="02070309020205020404" pitchFamily="49" charset="0"/>
              </a:rPr>
              <a:t>] [validate]</a:t>
            </a:r>
          </a:p>
        </p:txBody>
      </p:sp>
      <p:sp>
        <p:nvSpPr>
          <p:cNvPr id="102406" name="Text Box 6"/>
          <p:cNvSpPr txBox="1">
            <a:spLocks noChangeArrowheads="1"/>
          </p:cNvSpPr>
          <p:nvPr/>
        </p:nvSpPr>
        <p:spPr bwMode="auto">
          <a:xfrm>
            <a:off x="1881189" y="3408948"/>
            <a:ext cx="103906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 </a:t>
            </a:r>
            <a:r>
              <a:rPr lang="en-US" altLang="en-US" sz="1400">
                <a:solidFill>
                  <a:prstClr val="black"/>
                </a:solidFill>
              </a:rPr>
              <a:t>ciscoasa#</a:t>
            </a:r>
          </a:p>
        </p:txBody>
      </p:sp>
      <p:grpSp>
        <p:nvGrpSpPr>
          <p:cNvPr id="102407" name="Group 8"/>
          <p:cNvGrpSpPr>
            <a:grpSpLocks/>
          </p:cNvGrpSpPr>
          <p:nvPr/>
        </p:nvGrpSpPr>
        <p:grpSpPr bwMode="auto">
          <a:xfrm>
            <a:off x="6977063" y="1497014"/>
            <a:ext cx="1962151" cy="469900"/>
            <a:chOff x="3436" y="904"/>
            <a:chExt cx="1236" cy="296"/>
          </a:xfrm>
        </p:grpSpPr>
        <p:sp>
          <p:nvSpPr>
            <p:cNvPr id="102421" name="Arc 9"/>
            <p:cNvSpPr>
              <a:spLocks/>
            </p:cNvSpPr>
            <p:nvPr/>
          </p:nvSpPr>
          <p:spPr bwMode="auto">
            <a:xfrm rot="10800000" flipV="1">
              <a:off x="3436" y="904"/>
              <a:ext cx="621" cy="29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type="none" w="sm" len="sm"/>
              <a:tailEnd/>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02422" name="Arc 10"/>
            <p:cNvSpPr>
              <a:spLocks/>
            </p:cNvSpPr>
            <p:nvPr/>
          </p:nvSpPr>
          <p:spPr bwMode="auto">
            <a:xfrm rot="10800000" flipH="1" flipV="1">
              <a:off x="4051" y="904"/>
              <a:ext cx="621" cy="12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grpSp>
      <p:sp>
        <p:nvSpPr>
          <p:cNvPr id="102408" name="Line 11"/>
          <p:cNvSpPr>
            <a:spLocks noChangeShapeType="1"/>
          </p:cNvSpPr>
          <p:nvPr/>
        </p:nvSpPr>
        <p:spPr bwMode="auto">
          <a:xfrm flipH="1" flipV="1">
            <a:off x="2500314" y="2162175"/>
            <a:ext cx="6134100" cy="127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02409" name="Freeform 14"/>
          <p:cNvSpPr>
            <a:spLocks/>
          </p:cNvSpPr>
          <p:nvPr/>
        </p:nvSpPr>
        <p:spPr bwMode="auto">
          <a:xfrm flipH="1">
            <a:off x="8621713" y="1889125"/>
            <a:ext cx="450851" cy="979488"/>
          </a:xfrm>
          <a:custGeom>
            <a:avLst/>
            <a:gdLst>
              <a:gd name="T0" fmla="*/ 0 w 253"/>
              <a:gd name="T1" fmla="*/ 0 h 777"/>
              <a:gd name="T2" fmla="*/ 2147483646 w 253"/>
              <a:gd name="T3" fmla="*/ 0 h 777"/>
              <a:gd name="T4" fmla="*/ 2147483646 w 253"/>
              <a:gd name="T5" fmla="*/ 2147483646 h 777"/>
              <a:gd name="T6" fmla="*/ 0 w 253"/>
              <a:gd name="T7" fmla="*/ 2147483646 h 777"/>
              <a:gd name="T8" fmla="*/ 0 60000 65536"/>
              <a:gd name="T9" fmla="*/ 0 60000 65536"/>
              <a:gd name="T10" fmla="*/ 0 60000 65536"/>
              <a:gd name="T11" fmla="*/ 0 60000 65536"/>
              <a:gd name="T12" fmla="*/ 0 w 253"/>
              <a:gd name="T13" fmla="*/ 0 h 777"/>
              <a:gd name="T14" fmla="*/ 253 w 253"/>
              <a:gd name="T15" fmla="*/ 777 h 777"/>
            </a:gdLst>
            <a:ahLst/>
            <a:cxnLst>
              <a:cxn ang="T8">
                <a:pos x="T0" y="T1"/>
              </a:cxn>
              <a:cxn ang="T9">
                <a:pos x="T2" y="T3"/>
              </a:cxn>
              <a:cxn ang="T10">
                <a:pos x="T4" y="T5"/>
              </a:cxn>
              <a:cxn ang="T11">
                <a:pos x="T6" y="T7"/>
              </a:cxn>
            </a:cxnLst>
            <a:rect l="T12" t="T13" r="T14" b="T15"/>
            <a:pathLst>
              <a:path w="253" h="777">
                <a:moveTo>
                  <a:pt x="0" y="0"/>
                </a:moveTo>
                <a:lnTo>
                  <a:pt x="252" y="0"/>
                </a:lnTo>
                <a:lnTo>
                  <a:pt x="252" y="776"/>
                </a:lnTo>
                <a:lnTo>
                  <a:pt x="0" y="776"/>
                </a:lnTo>
              </a:path>
            </a:pathLst>
          </a:custGeom>
          <a:noFill/>
          <a:ln w="38100" cap="rnd">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02410" name="Rectangle 15"/>
          <p:cNvSpPr>
            <a:spLocks noChangeArrowheads="1"/>
          </p:cNvSpPr>
          <p:nvPr/>
        </p:nvSpPr>
        <p:spPr bwMode="auto">
          <a:xfrm flipH="1">
            <a:off x="8654956" y="2241550"/>
            <a:ext cx="1046257" cy="347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1763" tIns="49988" rIns="101763" bIns="49988">
            <a:spAutoFit/>
          </a:bodyPr>
          <a:lstStyle>
            <a:lvl1pPr defTabSz="1028700">
              <a:defRPr>
                <a:solidFill>
                  <a:schemeClr val="tx1"/>
                </a:solidFill>
                <a:latin typeface="Arial" panose="020B0604020202020204" pitchFamily="34" charset="0"/>
                <a:cs typeface="Arial" panose="020B0604020202020204" pitchFamily="34" charset="0"/>
              </a:defRPr>
            </a:lvl1pPr>
            <a:lvl2pPr marL="742950" indent="-285750" defTabSz="1028700">
              <a:defRPr>
                <a:solidFill>
                  <a:schemeClr val="tx1"/>
                </a:solidFill>
                <a:latin typeface="Arial" panose="020B0604020202020204" pitchFamily="34" charset="0"/>
                <a:cs typeface="Arial" panose="020B0604020202020204" pitchFamily="34" charset="0"/>
              </a:defRPr>
            </a:lvl2pPr>
            <a:lvl3pPr marL="1143000" indent="-228600" defTabSz="1028700">
              <a:defRPr>
                <a:solidFill>
                  <a:schemeClr val="tx1"/>
                </a:solidFill>
                <a:latin typeface="Arial" panose="020B0604020202020204" pitchFamily="34" charset="0"/>
                <a:cs typeface="Arial" panose="020B0604020202020204" pitchFamily="34" charset="0"/>
              </a:defRPr>
            </a:lvl3pPr>
            <a:lvl4pPr marL="1600200" indent="-228600" defTabSz="1028700">
              <a:defRPr>
                <a:solidFill>
                  <a:schemeClr val="tx1"/>
                </a:solidFill>
                <a:latin typeface="Arial" panose="020B0604020202020204" pitchFamily="34" charset="0"/>
                <a:cs typeface="Arial" panose="020B0604020202020204" pitchFamily="34" charset="0"/>
              </a:defRPr>
            </a:lvl4pPr>
            <a:lvl5pPr marL="2057400" indent="-228600" defTabSz="1028700">
              <a:defRPr>
                <a:solidFill>
                  <a:schemeClr val="tx1"/>
                </a:solidFill>
                <a:latin typeface="Arial" panose="020B0604020202020204" pitchFamily="34" charset="0"/>
                <a:cs typeface="Arial" panose="020B0604020202020204" pitchFamily="34" charset="0"/>
              </a:defRPr>
            </a:lvl5pPr>
            <a:lvl6pPr marL="25146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20000"/>
              </a:spcBef>
              <a:spcAft>
                <a:spcPct val="0"/>
              </a:spcAft>
              <a:buClr>
                <a:srgbClr val="FF9933"/>
              </a:buClr>
              <a:buFont typeface="Wingdings" panose="05000000000000000000" pitchFamily="2" charset="2"/>
              <a:buNone/>
            </a:pPr>
            <a:r>
              <a:rPr lang="en-US" altLang="en-US" sz="1600">
                <a:solidFill>
                  <a:srgbClr val="E7E6E6"/>
                </a:solidFill>
              </a:rPr>
              <a:t>10.0.1.11</a:t>
            </a:r>
          </a:p>
        </p:txBody>
      </p:sp>
      <p:sp>
        <p:nvSpPr>
          <p:cNvPr id="102411" name="Rectangle 16"/>
          <p:cNvSpPr>
            <a:spLocks noChangeArrowheads="1"/>
          </p:cNvSpPr>
          <p:nvPr/>
        </p:nvSpPr>
        <p:spPr bwMode="auto">
          <a:xfrm flipH="1">
            <a:off x="8477250" y="3209926"/>
            <a:ext cx="1138239" cy="347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01763" tIns="49988" rIns="101763" bIns="49988">
            <a:spAutoFit/>
          </a:bodyPr>
          <a:lstStyle>
            <a:lvl1pPr defTabSz="1028700">
              <a:defRPr>
                <a:solidFill>
                  <a:schemeClr val="tx1"/>
                </a:solidFill>
                <a:latin typeface="Arial" panose="020B0604020202020204" pitchFamily="34" charset="0"/>
                <a:cs typeface="Arial" panose="020B0604020202020204" pitchFamily="34" charset="0"/>
              </a:defRPr>
            </a:lvl1pPr>
            <a:lvl2pPr marL="742950" indent="-285750" defTabSz="1028700">
              <a:defRPr>
                <a:solidFill>
                  <a:schemeClr val="tx1"/>
                </a:solidFill>
                <a:latin typeface="Arial" panose="020B0604020202020204" pitchFamily="34" charset="0"/>
                <a:cs typeface="Arial" panose="020B0604020202020204" pitchFamily="34" charset="0"/>
              </a:defRPr>
            </a:lvl2pPr>
            <a:lvl3pPr marL="1143000" indent="-228600" defTabSz="1028700">
              <a:defRPr>
                <a:solidFill>
                  <a:schemeClr val="tx1"/>
                </a:solidFill>
                <a:latin typeface="Arial" panose="020B0604020202020204" pitchFamily="34" charset="0"/>
                <a:cs typeface="Arial" panose="020B0604020202020204" pitchFamily="34" charset="0"/>
              </a:defRPr>
            </a:lvl3pPr>
            <a:lvl4pPr marL="1600200" indent="-228600" defTabSz="1028700">
              <a:defRPr>
                <a:solidFill>
                  <a:schemeClr val="tx1"/>
                </a:solidFill>
                <a:latin typeface="Arial" panose="020B0604020202020204" pitchFamily="34" charset="0"/>
                <a:cs typeface="Arial" panose="020B0604020202020204" pitchFamily="34" charset="0"/>
              </a:defRPr>
            </a:lvl4pPr>
            <a:lvl5pPr marL="2057400" indent="-228600" defTabSz="1028700">
              <a:defRPr>
                <a:solidFill>
                  <a:schemeClr val="tx1"/>
                </a:solidFill>
                <a:latin typeface="Arial" panose="020B0604020202020204" pitchFamily="34" charset="0"/>
                <a:cs typeface="Arial" panose="020B0604020202020204" pitchFamily="34" charset="0"/>
              </a:defRPr>
            </a:lvl5pPr>
            <a:lvl6pPr marL="25146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20000"/>
              </a:spcBef>
              <a:spcAft>
                <a:spcPct val="0"/>
              </a:spcAft>
              <a:buClr>
                <a:srgbClr val="FF9933"/>
              </a:buClr>
              <a:buFont typeface="Wingdings" panose="05000000000000000000" pitchFamily="2" charset="2"/>
              <a:buNone/>
            </a:pPr>
            <a:r>
              <a:rPr lang="en-US" altLang="en-US" sz="1600">
                <a:solidFill>
                  <a:srgbClr val="E7E6E6"/>
                </a:solidFill>
              </a:rPr>
              <a:t>10.0.1.4</a:t>
            </a:r>
          </a:p>
        </p:txBody>
      </p:sp>
      <p:pic>
        <p:nvPicPr>
          <p:cNvPr id="102412" name="Picture 18" descr="File-Application_Serve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52663" y="1822451"/>
            <a:ext cx="436563" cy="627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13" name="Picture 19" descr="Route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57763" y="1928814"/>
            <a:ext cx="628651"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14" name="Picture 20" descr="PC"/>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772526" y="1601789"/>
            <a:ext cx="636588"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2415" name="Group 21"/>
          <p:cNvGrpSpPr>
            <a:grpSpLocks/>
          </p:cNvGrpSpPr>
          <p:nvPr/>
        </p:nvGrpSpPr>
        <p:grpSpPr bwMode="auto">
          <a:xfrm>
            <a:off x="3048000" y="1719265"/>
            <a:ext cx="1538288" cy="784225"/>
            <a:chOff x="775" y="3234"/>
            <a:chExt cx="969" cy="494"/>
          </a:xfrm>
        </p:grpSpPr>
        <p:pic>
          <p:nvPicPr>
            <p:cNvPr id="102419" name="Picture 22" descr="Network_Cloud_Standard"/>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75" y="3234"/>
              <a:ext cx="969" cy="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20" name="Rectangle 23"/>
            <p:cNvSpPr>
              <a:spLocks noChangeArrowheads="1"/>
            </p:cNvSpPr>
            <p:nvPr/>
          </p:nvSpPr>
          <p:spPr bwMode="auto">
            <a:xfrm>
              <a:off x="970" y="3384"/>
              <a:ext cx="55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Internet</a:t>
              </a:r>
            </a:p>
          </p:txBody>
        </p:sp>
      </p:grpSp>
      <p:pic>
        <p:nvPicPr>
          <p:cNvPr id="102416" name="Picture 24" descr="PC"/>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716964" y="2570163"/>
            <a:ext cx="636587"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17" name="Picture 25" descr="Cisco_ASA5500"/>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726238" y="2011363"/>
            <a:ext cx="474663"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18" name="Picture 26" descr="Route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956175" y="1928814"/>
            <a:ext cx="630239"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88990942"/>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a:xfrm>
            <a:off x="16668" y="-1988"/>
            <a:ext cx="10515600" cy="478855"/>
          </a:xfrm>
        </p:spPr>
        <p:txBody>
          <a:bodyPr/>
          <a:lstStyle/>
          <a:p>
            <a:pPr eaLnBrk="1" hangingPunct="1"/>
            <a:r>
              <a:rPr lang="en-US" altLang="en-US" sz="3733" dirty="0" err="1">
                <a:latin typeface="Arial" panose="020B0604020202020204" pitchFamily="34" charset="0"/>
                <a:cs typeface="Arial" panose="020B0604020202020204" pitchFamily="34" charset="0"/>
              </a:rPr>
              <a:t>traceroute</a:t>
            </a:r>
            <a:endParaRPr lang="en-US" altLang="en-US" sz="3733" dirty="0">
              <a:latin typeface="Arial" panose="020B0604020202020204" pitchFamily="34" charset="0"/>
              <a:cs typeface="Arial" panose="020B0604020202020204" pitchFamily="34" charset="0"/>
            </a:endParaRPr>
          </a:p>
        </p:txBody>
      </p:sp>
      <p:sp>
        <p:nvSpPr>
          <p:cNvPr id="104451" name="Text Box 4"/>
          <p:cNvSpPr txBox="1">
            <a:spLocks noChangeArrowheads="1"/>
          </p:cNvSpPr>
          <p:nvPr/>
        </p:nvSpPr>
        <p:spPr bwMode="auto">
          <a:xfrm>
            <a:off x="1881190" y="5572126"/>
            <a:ext cx="8486775" cy="338554"/>
          </a:xfrm>
          <a:prstGeom prst="rect">
            <a:avLst/>
          </a:prstGeom>
          <a:solidFill>
            <a:schemeClr val="bg1"/>
          </a:solidFill>
          <a:ln w="28575">
            <a:solidFill>
              <a:schemeClr val="tx1"/>
            </a:solidFill>
            <a:miter lim="800000"/>
            <a:headEnd/>
            <a:tailEnd/>
          </a:ln>
        </p:spPr>
        <p:txBody>
          <a:bodyPr>
            <a:spAutoFit/>
          </a:bodyPr>
          <a:lstStyle>
            <a:lvl1pPr marL="228600" indent="-2286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latin typeface="Courier New" panose="02070309020205020404" pitchFamily="49" charset="0"/>
              </a:rPr>
              <a:t>asa1#traceroute 172.26.26.20</a:t>
            </a:r>
          </a:p>
        </p:txBody>
      </p:sp>
      <p:sp>
        <p:nvSpPr>
          <p:cNvPr id="104452" name="Text Box 5"/>
          <p:cNvSpPr txBox="1">
            <a:spLocks noChangeArrowheads="1"/>
          </p:cNvSpPr>
          <p:nvPr/>
        </p:nvSpPr>
        <p:spPr bwMode="auto">
          <a:xfrm>
            <a:off x="1882777" y="4095751"/>
            <a:ext cx="8450263" cy="830997"/>
          </a:xfrm>
          <a:prstGeom prst="rect">
            <a:avLst/>
          </a:prstGeom>
          <a:solidFill>
            <a:schemeClr val="bg1"/>
          </a:solidFill>
          <a:ln w="28575">
            <a:solidFill>
              <a:schemeClr val="tx1"/>
            </a:solidFill>
            <a:miter lim="800000"/>
            <a:headEnd/>
            <a:tailEnd/>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50000"/>
              </a:spcBef>
              <a:spcAft>
                <a:spcPct val="0"/>
              </a:spcAft>
              <a:buClr>
                <a:srgbClr val="FF9933"/>
              </a:buClr>
              <a:buFont typeface="Wingdings" panose="05000000000000000000" pitchFamily="2" charset="2"/>
              <a:buNone/>
            </a:pPr>
            <a:r>
              <a:rPr lang="en-US" altLang="en-US" sz="1600">
                <a:solidFill>
                  <a:prstClr val="black"/>
                </a:solidFill>
                <a:latin typeface="Courier New" panose="02070309020205020404" pitchFamily="49" charset="0"/>
              </a:rPr>
              <a:t>traceroute {</a:t>
            </a:r>
            <a:r>
              <a:rPr lang="en-US" altLang="en-US" sz="1600" i="1">
                <a:solidFill>
                  <a:prstClr val="black"/>
                </a:solidFill>
                <a:latin typeface="Courier New" panose="02070309020205020404" pitchFamily="49" charset="0"/>
              </a:rPr>
              <a:t>destination_ip</a:t>
            </a:r>
            <a:r>
              <a:rPr lang="en-US" altLang="en-US" sz="1600">
                <a:solidFill>
                  <a:prstClr val="black"/>
                </a:solidFill>
                <a:latin typeface="Courier New" panose="02070309020205020404" pitchFamily="49" charset="0"/>
              </a:rPr>
              <a:t> | </a:t>
            </a:r>
            <a:r>
              <a:rPr lang="en-US" altLang="en-US" sz="1600" i="1">
                <a:solidFill>
                  <a:prstClr val="black"/>
                </a:solidFill>
                <a:latin typeface="Courier New" panose="02070309020205020404" pitchFamily="49" charset="0"/>
              </a:rPr>
              <a:t>hostname</a:t>
            </a:r>
            <a:r>
              <a:rPr lang="en-US" altLang="en-US" sz="1600">
                <a:solidFill>
                  <a:prstClr val="black"/>
                </a:solidFill>
                <a:latin typeface="Courier New" panose="02070309020205020404" pitchFamily="49" charset="0"/>
              </a:rPr>
              <a:t>}</a:t>
            </a:r>
            <a:r>
              <a:rPr lang="en-US" altLang="en-US" sz="1600" i="1">
                <a:solidFill>
                  <a:prstClr val="black"/>
                </a:solidFill>
                <a:latin typeface="Courier New" panose="02070309020205020404" pitchFamily="49" charset="0"/>
              </a:rPr>
              <a:t> </a:t>
            </a:r>
            <a:r>
              <a:rPr lang="en-US" altLang="en-US" sz="1600">
                <a:solidFill>
                  <a:prstClr val="black"/>
                </a:solidFill>
                <a:latin typeface="Courier New" panose="02070309020205020404" pitchFamily="49" charset="0"/>
              </a:rPr>
              <a:t>[source </a:t>
            </a:r>
            <a:r>
              <a:rPr lang="en-US" altLang="en-US" sz="1600" i="1">
                <a:solidFill>
                  <a:prstClr val="black"/>
                </a:solidFill>
                <a:latin typeface="Courier New" panose="02070309020205020404" pitchFamily="49" charset="0"/>
              </a:rPr>
              <a:t>source_ip</a:t>
            </a:r>
            <a:r>
              <a:rPr lang="en-US" altLang="en-US" sz="1600">
                <a:solidFill>
                  <a:prstClr val="black"/>
                </a:solidFill>
                <a:latin typeface="Courier New" panose="02070309020205020404" pitchFamily="49" charset="0"/>
              </a:rPr>
              <a:t> | </a:t>
            </a:r>
            <a:r>
              <a:rPr lang="en-US" altLang="en-US" sz="1600" i="1">
                <a:solidFill>
                  <a:prstClr val="black"/>
                </a:solidFill>
                <a:latin typeface="Courier New" panose="02070309020205020404" pitchFamily="49" charset="0"/>
              </a:rPr>
              <a:t>source-interface</a:t>
            </a:r>
            <a:r>
              <a:rPr lang="en-US" altLang="en-US" sz="1600">
                <a:solidFill>
                  <a:prstClr val="black"/>
                </a:solidFill>
                <a:latin typeface="Courier New" panose="02070309020205020404" pitchFamily="49" charset="0"/>
              </a:rPr>
              <a:t>] [numeric] [timeout </a:t>
            </a:r>
            <a:r>
              <a:rPr lang="en-US" altLang="en-US" sz="1600" i="1">
                <a:solidFill>
                  <a:prstClr val="black"/>
                </a:solidFill>
                <a:latin typeface="Courier New" panose="02070309020205020404" pitchFamily="49" charset="0"/>
              </a:rPr>
              <a:t>timeout_value</a:t>
            </a:r>
            <a:r>
              <a:rPr lang="en-US" altLang="en-US" sz="1600">
                <a:solidFill>
                  <a:prstClr val="black"/>
                </a:solidFill>
                <a:latin typeface="Courier New" panose="02070309020205020404" pitchFamily="49" charset="0"/>
              </a:rPr>
              <a:t>] [probe </a:t>
            </a:r>
            <a:r>
              <a:rPr lang="en-US" altLang="en-US" sz="1600" i="1">
                <a:solidFill>
                  <a:prstClr val="black"/>
                </a:solidFill>
                <a:latin typeface="Courier New" panose="02070309020205020404" pitchFamily="49" charset="0"/>
              </a:rPr>
              <a:t>probe_num</a:t>
            </a:r>
            <a:r>
              <a:rPr lang="en-US" altLang="en-US" sz="1600">
                <a:solidFill>
                  <a:prstClr val="black"/>
                </a:solidFill>
                <a:latin typeface="Courier New" panose="02070309020205020404" pitchFamily="49" charset="0"/>
              </a:rPr>
              <a:t>] [ttl </a:t>
            </a:r>
            <a:r>
              <a:rPr lang="en-US" altLang="en-US" sz="1600" i="1">
                <a:solidFill>
                  <a:prstClr val="black"/>
                </a:solidFill>
                <a:latin typeface="Courier New" panose="02070309020205020404" pitchFamily="49" charset="0"/>
              </a:rPr>
              <a:t>min_ttl max_ttl</a:t>
            </a:r>
            <a:r>
              <a:rPr lang="en-US" altLang="en-US" sz="1600">
                <a:solidFill>
                  <a:prstClr val="black"/>
                </a:solidFill>
                <a:latin typeface="Courier New" panose="02070309020205020404" pitchFamily="49" charset="0"/>
              </a:rPr>
              <a:t>] [port </a:t>
            </a:r>
            <a:r>
              <a:rPr lang="en-US" altLang="en-US" sz="1600" i="1">
                <a:solidFill>
                  <a:prstClr val="black"/>
                </a:solidFill>
                <a:latin typeface="Courier New" panose="02070309020205020404" pitchFamily="49" charset="0"/>
              </a:rPr>
              <a:t>port_value</a:t>
            </a:r>
            <a:r>
              <a:rPr lang="en-US" altLang="en-US" sz="1600">
                <a:solidFill>
                  <a:prstClr val="black"/>
                </a:solidFill>
                <a:latin typeface="Courier New" panose="02070309020205020404" pitchFamily="49" charset="0"/>
              </a:rPr>
              <a:t>] [use-icmp] </a:t>
            </a:r>
          </a:p>
        </p:txBody>
      </p:sp>
      <p:sp>
        <p:nvSpPr>
          <p:cNvPr id="104453" name="Text Box 6"/>
          <p:cNvSpPr txBox="1">
            <a:spLocks noChangeArrowheads="1"/>
          </p:cNvSpPr>
          <p:nvPr/>
        </p:nvSpPr>
        <p:spPr bwMode="auto">
          <a:xfrm>
            <a:off x="1882777" y="3718512"/>
            <a:ext cx="103906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 </a:t>
            </a:r>
            <a:r>
              <a:rPr lang="en-US" altLang="en-US" sz="1400">
                <a:solidFill>
                  <a:prstClr val="black"/>
                </a:solidFill>
              </a:rPr>
              <a:t>ciscoasa#</a:t>
            </a:r>
          </a:p>
        </p:txBody>
      </p:sp>
      <p:sp>
        <p:nvSpPr>
          <p:cNvPr id="104454" name="Rectangle 7"/>
          <p:cNvSpPr>
            <a:spLocks noChangeArrowheads="1"/>
          </p:cNvSpPr>
          <p:nvPr/>
        </p:nvSpPr>
        <p:spPr bwMode="auto">
          <a:xfrm>
            <a:off x="1882777" y="4978402"/>
            <a:ext cx="7681913" cy="32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124" tIns="41061" rIns="82124" bIns="41061"/>
          <a:lstStyle>
            <a:lvl1pPr marL="342900" indent="-342900" defTabSz="814388">
              <a:defRPr>
                <a:solidFill>
                  <a:schemeClr val="tx1"/>
                </a:solidFill>
                <a:latin typeface="Arial" panose="020B0604020202020204" pitchFamily="34" charset="0"/>
                <a:cs typeface="Arial" panose="020B0604020202020204" pitchFamily="34" charset="0"/>
              </a:defRPr>
            </a:lvl1pPr>
            <a:lvl2pPr marL="342900" indent="-22860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fontAlgn="base">
              <a:lnSpc>
                <a:spcPct val="95000"/>
              </a:lnSpc>
              <a:spcBef>
                <a:spcPct val="35000"/>
              </a:spcBef>
              <a:spcAft>
                <a:spcPct val="0"/>
              </a:spcAft>
              <a:buClr>
                <a:srgbClr val="0183B7"/>
              </a:buClr>
              <a:buFont typeface="Wingdings" panose="05000000000000000000" pitchFamily="2" charset="2"/>
              <a:buNone/>
            </a:pPr>
            <a:r>
              <a:rPr lang="en-US" altLang="en-US" sz="1400">
                <a:solidFill>
                  <a:srgbClr val="000000"/>
                </a:solidFill>
              </a:rPr>
              <a:t>Determines the route packets will take to their destination</a:t>
            </a:r>
          </a:p>
        </p:txBody>
      </p:sp>
      <p:grpSp>
        <p:nvGrpSpPr>
          <p:cNvPr id="104455" name="Group 9"/>
          <p:cNvGrpSpPr>
            <a:grpSpLocks/>
          </p:cNvGrpSpPr>
          <p:nvPr/>
        </p:nvGrpSpPr>
        <p:grpSpPr bwMode="auto">
          <a:xfrm rot="20711515" flipH="1">
            <a:off x="5426077" y="1462088"/>
            <a:ext cx="1571625" cy="1036637"/>
            <a:chOff x="3436" y="904"/>
            <a:chExt cx="1236" cy="296"/>
          </a:xfrm>
        </p:grpSpPr>
        <p:sp>
          <p:nvSpPr>
            <p:cNvPr id="104470" name="Arc 10"/>
            <p:cNvSpPr>
              <a:spLocks/>
            </p:cNvSpPr>
            <p:nvPr/>
          </p:nvSpPr>
          <p:spPr bwMode="auto">
            <a:xfrm rot="10800000" flipV="1">
              <a:off x="3436" y="904"/>
              <a:ext cx="621" cy="29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type="none" w="sm" len="sm"/>
              <a:tailEnd/>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04471" name="Arc 11"/>
            <p:cNvSpPr>
              <a:spLocks/>
            </p:cNvSpPr>
            <p:nvPr/>
          </p:nvSpPr>
          <p:spPr bwMode="auto">
            <a:xfrm rot="10800000" flipH="1" flipV="1">
              <a:off x="4051" y="904"/>
              <a:ext cx="621" cy="12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grpSp>
      <p:sp>
        <p:nvSpPr>
          <p:cNvPr id="104456" name="Line 12"/>
          <p:cNvSpPr>
            <a:spLocks noChangeShapeType="1"/>
          </p:cNvSpPr>
          <p:nvPr/>
        </p:nvSpPr>
        <p:spPr bwMode="auto">
          <a:xfrm flipH="1" flipV="1">
            <a:off x="2501901" y="2471739"/>
            <a:ext cx="6134100" cy="127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04457" name="Freeform 15"/>
          <p:cNvSpPr>
            <a:spLocks/>
          </p:cNvSpPr>
          <p:nvPr/>
        </p:nvSpPr>
        <p:spPr bwMode="auto">
          <a:xfrm flipH="1">
            <a:off x="8623300" y="2198690"/>
            <a:ext cx="450851" cy="979487"/>
          </a:xfrm>
          <a:custGeom>
            <a:avLst/>
            <a:gdLst>
              <a:gd name="T0" fmla="*/ 0 w 253"/>
              <a:gd name="T1" fmla="*/ 0 h 777"/>
              <a:gd name="T2" fmla="*/ 2147483646 w 253"/>
              <a:gd name="T3" fmla="*/ 0 h 777"/>
              <a:gd name="T4" fmla="*/ 2147483646 w 253"/>
              <a:gd name="T5" fmla="*/ 2147483646 h 777"/>
              <a:gd name="T6" fmla="*/ 0 w 253"/>
              <a:gd name="T7" fmla="*/ 2147483646 h 777"/>
              <a:gd name="T8" fmla="*/ 0 60000 65536"/>
              <a:gd name="T9" fmla="*/ 0 60000 65536"/>
              <a:gd name="T10" fmla="*/ 0 60000 65536"/>
              <a:gd name="T11" fmla="*/ 0 60000 65536"/>
              <a:gd name="T12" fmla="*/ 0 w 253"/>
              <a:gd name="T13" fmla="*/ 0 h 777"/>
              <a:gd name="T14" fmla="*/ 253 w 253"/>
              <a:gd name="T15" fmla="*/ 777 h 777"/>
            </a:gdLst>
            <a:ahLst/>
            <a:cxnLst>
              <a:cxn ang="T8">
                <a:pos x="T0" y="T1"/>
              </a:cxn>
              <a:cxn ang="T9">
                <a:pos x="T2" y="T3"/>
              </a:cxn>
              <a:cxn ang="T10">
                <a:pos x="T4" y="T5"/>
              </a:cxn>
              <a:cxn ang="T11">
                <a:pos x="T6" y="T7"/>
              </a:cxn>
            </a:cxnLst>
            <a:rect l="T12" t="T13" r="T14" b="T15"/>
            <a:pathLst>
              <a:path w="253" h="777">
                <a:moveTo>
                  <a:pt x="0" y="0"/>
                </a:moveTo>
                <a:lnTo>
                  <a:pt x="252" y="0"/>
                </a:lnTo>
                <a:lnTo>
                  <a:pt x="252" y="776"/>
                </a:lnTo>
                <a:lnTo>
                  <a:pt x="0" y="776"/>
                </a:lnTo>
              </a:path>
            </a:pathLst>
          </a:custGeom>
          <a:noFill/>
          <a:ln w="38100" cap="rnd">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pic>
        <p:nvPicPr>
          <p:cNvPr id="104458" name="Picture 17" descr="File-Application_Serve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54251" y="2132014"/>
            <a:ext cx="436563" cy="627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459" name="Picture 19" descr="PC"/>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774113" y="1911351"/>
            <a:ext cx="636587"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4460" name="Group 20"/>
          <p:cNvGrpSpPr>
            <a:grpSpLocks/>
          </p:cNvGrpSpPr>
          <p:nvPr/>
        </p:nvGrpSpPr>
        <p:grpSpPr bwMode="auto">
          <a:xfrm>
            <a:off x="3049590" y="2028826"/>
            <a:ext cx="1538287" cy="784225"/>
            <a:chOff x="775" y="3234"/>
            <a:chExt cx="969" cy="494"/>
          </a:xfrm>
        </p:grpSpPr>
        <p:pic>
          <p:nvPicPr>
            <p:cNvPr id="104468" name="Picture 21" descr="Network_Cloud_Standard"/>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75" y="3234"/>
              <a:ext cx="969" cy="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469" name="Rectangle 22"/>
            <p:cNvSpPr>
              <a:spLocks noChangeArrowheads="1"/>
            </p:cNvSpPr>
            <p:nvPr/>
          </p:nvSpPr>
          <p:spPr bwMode="auto">
            <a:xfrm>
              <a:off x="970" y="3384"/>
              <a:ext cx="55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Internet</a:t>
              </a:r>
            </a:p>
          </p:txBody>
        </p:sp>
      </p:grpSp>
      <p:pic>
        <p:nvPicPr>
          <p:cNvPr id="104461" name="Picture 23" descr="PC"/>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718551" y="2879726"/>
            <a:ext cx="636588"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462" name="Rectangle 24"/>
          <p:cNvSpPr>
            <a:spLocks noChangeArrowheads="1"/>
          </p:cNvSpPr>
          <p:nvPr/>
        </p:nvSpPr>
        <p:spPr bwMode="auto">
          <a:xfrm flipH="1">
            <a:off x="1698626" y="2801938"/>
            <a:ext cx="1601788" cy="347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01763" tIns="49988" rIns="101763" bIns="49988">
            <a:spAutoFit/>
          </a:bodyPr>
          <a:lstStyle>
            <a:lvl1pPr defTabSz="1028700">
              <a:defRPr>
                <a:solidFill>
                  <a:schemeClr val="tx1"/>
                </a:solidFill>
                <a:latin typeface="Arial" panose="020B0604020202020204" pitchFamily="34" charset="0"/>
                <a:cs typeface="Arial" panose="020B0604020202020204" pitchFamily="34" charset="0"/>
              </a:defRPr>
            </a:lvl1pPr>
            <a:lvl2pPr marL="742950" indent="-285750" defTabSz="1028700">
              <a:defRPr>
                <a:solidFill>
                  <a:schemeClr val="tx1"/>
                </a:solidFill>
                <a:latin typeface="Arial" panose="020B0604020202020204" pitchFamily="34" charset="0"/>
                <a:cs typeface="Arial" panose="020B0604020202020204" pitchFamily="34" charset="0"/>
              </a:defRPr>
            </a:lvl2pPr>
            <a:lvl3pPr marL="1143000" indent="-228600" defTabSz="1028700">
              <a:defRPr>
                <a:solidFill>
                  <a:schemeClr val="tx1"/>
                </a:solidFill>
                <a:latin typeface="Arial" panose="020B0604020202020204" pitchFamily="34" charset="0"/>
                <a:cs typeface="Arial" panose="020B0604020202020204" pitchFamily="34" charset="0"/>
              </a:defRPr>
            </a:lvl3pPr>
            <a:lvl4pPr marL="1600200" indent="-228600" defTabSz="1028700">
              <a:defRPr>
                <a:solidFill>
                  <a:schemeClr val="tx1"/>
                </a:solidFill>
                <a:latin typeface="Arial" panose="020B0604020202020204" pitchFamily="34" charset="0"/>
                <a:cs typeface="Arial" panose="020B0604020202020204" pitchFamily="34" charset="0"/>
              </a:defRPr>
            </a:lvl4pPr>
            <a:lvl5pPr marL="2057400" indent="-228600" defTabSz="1028700">
              <a:defRPr>
                <a:solidFill>
                  <a:schemeClr val="tx1"/>
                </a:solidFill>
                <a:latin typeface="Arial" panose="020B0604020202020204" pitchFamily="34" charset="0"/>
                <a:cs typeface="Arial" panose="020B0604020202020204" pitchFamily="34" charset="0"/>
              </a:defRPr>
            </a:lvl5pPr>
            <a:lvl6pPr marL="25146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20000"/>
              </a:spcBef>
              <a:spcAft>
                <a:spcPct val="0"/>
              </a:spcAft>
              <a:buClr>
                <a:srgbClr val="FF9933"/>
              </a:buClr>
              <a:buFont typeface="Wingdings" panose="05000000000000000000" pitchFamily="2" charset="2"/>
              <a:buNone/>
            </a:pPr>
            <a:r>
              <a:rPr lang="en-US" altLang="en-US" sz="1600">
                <a:solidFill>
                  <a:srgbClr val="E7E6E6"/>
                </a:solidFill>
              </a:rPr>
              <a:t>example.com</a:t>
            </a:r>
          </a:p>
        </p:txBody>
      </p:sp>
      <p:grpSp>
        <p:nvGrpSpPr>
          <p:cNvPr id="104463" name="Group 25"/>
          <p:cNvGrpSpPr>
            <a:grpSpLocks/>
          </p:cNvGrpSpPr>
          <p:nvPr/>
        </p:nvGrpSpPr>
        <p:grpSpPr bwMode="auto">
          <a:xfrm rot="21004374" flipH="1">
            <a:off x="2392364" y="1417639"/>
            <a:ext cx="2560637" cy="927100"/>
            <a:chOff x="3436" y="904"/>
            <a:chExt cx="1236" cy="296"/>
          </a:xfrm>
        </p:grpSpPr>
        <p:sp>
          <p:nvSpPr>
            <p:cNvPr id="104466" name="Arc 26"/>
            <p:cNvSpPr>
              <a:spLocks/>
            </p:cNvSpPr>
            <p:nvPr/>
          </p:nvSpPr>
          <p:spPr bwMode="auto">
            <a:xfrm rot="10800000" flipV="1">
              <a:off x="3436" y="904"/>
              <a:ext cx="621" cy="29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type="none" w="sm" len="sm"/>
              <a:tailEnd/>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04467" name="Arc 27"/>
            <p:cNvSpPr>
              <a:spLocks/>
            </p:cNvSpPr>
            <p:nvPr/>
          </p:nvSpPr>
          <p:spPr bwMode="auto">
            <a:xfrm rot="10800000" flipH="1" flipV="1">
              <a:off x="4051" y="904"/>
              <a:ext cx="621" cy="12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grpSp>
      <p:pic>
        <p:nvPicPr>
          <p:cNvPr id="104464" name="Picture 28" descr="Cisco_ASA5500"/>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727826" y="2320925"/>
            <a:ext cx="474663"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465" name="Picture 29" descr="Route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959350" y="2238375"/>
            <a:ext cx="630239" cy="439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30056781"/>
      </p:ext>
    </p:extLst>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ChangeArrowheads="1"/>
          </p:cNvSpPr>
          <p:nvPr/>
        </p:nvSpPr>
        <p:spPr bwMode="auto">
          <a:xfrm>
            <a:off x="0" y="0"/>
            <a:ext cx="12192000" cy="6858000"/>
          </a:xfrm>
          <a:prstGeom prst="rect">
            <a:avLst/>
          </a:prstGeom>
          <a:solidFill>
            <a:srgbClr val="015F85"/>
          </a:solidFill>
          <a:ln>
            <a:noFill/>
          </a:ln>
          <a:extLst>
            <a:ext uri="{91240B29-F687-4F45-9708-019B960494DF}">
              <a14:hiddenLine xmlns:a14="http://schemas.microsoft.com/office/drawing/2010/main" w="25400"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Char char="v"/>
            </a:pPr>
            <a:endParaRPr lang="en-US" altLang="en-US">
              <a:solidFill>
                <a:prstClr val="black"/>
              </a:solidFill>
            </a:endParaRPr>
          </a:p>
        </p:txBody>
      </p:sp>
      <p:sp>
        <p:nvSpPr>
          <p:cNvPr id="106499" name="Text Box 3"/>
          <p:cNvSpPr txBox="1">
            <a:spLocks noChangeArrowheads="1"/>
          </p:cNvSpPr>
          <p:nvPr/>
        </p:nvSpPr>
        <p:spPr bwMode="auto">
          <a:xfrm>
            <a:off x="1727201" y="2616201"/>
            <a:ext cx="4592639" cy="84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lIns="82124" tIns="41061" rIns="82124" bIns="41061" anchor="ctr"/>
          <a:lstStyle>
            <a:lvl1pPr defTabSz="814388">
              <a:defRPr>
                <a:solidFill>
                  <a:schemeClr val="tx1"/>
                </a:solidFill>
                <a:latin typeface="Arial" panose="020B0604020202020204" pitchFamily="34" charset="0"/>
                <a:cs typeface="Arial" panose="020B0604020202020204" pitchFamily="34" charset="0"/>
              </a:defRPr>
            </a:lvl1pPr>
            <a:lvl2pPr marL="742950" indent="-28575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r>
              <a:rPr lang="en-US" altLang="en-US" sz="6400" dirty="0">
                <a:solidFill>
                  <a:prstClr val="white"/>
                </a:solidFill>
              </a:rPr>
              <a:t>Basic Security </a:t>
            </a:r>
            <a:br>
              <a:rPr lang="en-US" altLang="en-US" sz="6400" dirty="0">
                <a:solidFill>
                  <a:prstClr val="white"/>
                </a:solidFill>
              </a:rPr>
            </a:br>
            <a:r>
              <a:rPr lang="en-US" altLang="en-US" sz="6400" dirty="0">
                <a:solidFill>
                  <a:prstClr val="white"/>
                </a:solidFill>
              </a:rPr>
              <a:t>Appliance Configuration</a:t>
            </a:r>
          </a:p>
        </p:txBody>
      </p:sp>
    </p:spTree>
    <p:extLst>
      <p:ext uri="{BB962C8B-B14F-4D97-AF65-F5344CB8AC3E}">
        <p14:creationId xmlns:p14="http://schemas.microsoft.com/office/powerpoint/2010/main" val="29598961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a:xfrm>
            <a:off x="0" y="0"/>
            <a:ext cx="10515600" cy="482600"/>
          </a:xfrm>
        </p:spPr>
        <p:txBody>
          <a:bodyPr/>
          <a:lstStyle/>
          <a:p>
            <a:pPr eaLnBrk="1" hangingPunct="1"/>
            <a:r>
              <a:rPr lang="en-US" altLang="en-US" sz="3733" dirty="0">
                <a:latin typeface="Arial" panose="020B0604020202020204" pitchFamily="34" charset="0"/>
                <a:cs typeface="Arial" panose="020B0604020202020204" pitchFamily="34" charset="0"/>
              </a:rPr>
              <a:t>Basic CLI Commands</a:t>
            </a:r>
          </a:p>
        </p:txBody>
      </p:sp>
      <p:sp>
        <p:nvSpPr>
          <p:cNvPr id="108547" name="Rectangle 3"/>
          <p:cNvSpPr>
            <a:spLocks noGrp="1" noChangeArrowheads="1"/>
          </p:cNvSpPr>
          <p:nvPr>
            <p:ph type="body" idx="4294967295"/>
          </p:nvPr>
        </p:nvSpPr>
        <p:spPr>
          <a:xfrm>
            <a:off x="181233" y="965995"/>
            <a:ext cx="4479670" cy="3330575"/>
          </a:xfrm>
        </p:spPr>
        <p:txBody>
          <a:bodyPr/>
          <a:lstStyle/>
          <a:p>
            <a:pPr lvl="1" eaLnBrk="1" hangingPunct="1">
              <a:lnSpc>
                <a:spcPct val="75000"/>
              </a:lnSpc>
            </a:pPr>
            <a:r>
              <a:rPr lang="en-US" altLang="en-US" sz="2400" dirty="0">
                <a:latin typeface="Arial" panose="020B0604020202020204" pitchFamily="34" charset="0"/>
                <a:cs typeface="Arial" panose="020B0604020202020204" pitchFamily="34" charset="0"/>
              </a:rPr>
              <a:t>hostname</a:t>
            </a:r>
          </a:p>
          <a:p>
            <a:pPr lvl="1" eaLnBrk="1" hangingPunct="1">
              <a:lnSpc>
                <a:spcPct val="75000"/>
              </a:lnSpc>
            </a:pPr>
            <a:r>
              <a:rPr lang="en-US" altLang="en-US" sz="2400" dirty="0">
                <a:latin typeface="Arial" panose="020B0604020202020204" pitchFamily="34" charset="0"/>
                <a:cs typeface="Arial" panose="020B0604020202020204" pitchFamily="34" charset="0"/>
              </a:rPr>
              <a:t>interface</a:t>
            </a:r>
          </a:p>
          <a:p>
            <a:pPr lvl="2" eaLnBrk="1" hangingPunct="1">
              <a:lnSpc>
                <a:spcPct val="75000"/>
              </a:lnSpc>
            </a:pP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nameif</a:t>
            </a:r>
            <a:endParaRPr lang="en-US" altLang="en-US" sz="2400" dirty="0">
              <a:latin typeface="Arial" panose="020B0604020202020204" pitchFamily="34" charset="0"/>
              <a:cs typeface="Arial" panose="020B0604020202020204" pitchFamily="34" charset="0"/>
            </a:endParaRPr>
          </a:p>
          <a:p>
            <a:pPr lvl="2" eaLnBrk="1" hangingPunct="1">
              <a:lnSpc>
                <a:spcPct val="75000"/>
              </a:lnSpc>
            </a:pPr>
            <a:r>
              <a:rPr lang="en-US" altLang="en-US" sz="2400" dirty="0">
                <a:latin typeface="Arial" panose="020B0604020202020204" pitchFamily="34" charset="0"/>
                <a:cs typeface="Arial" panose="020B0604020202020204" pitchFamily="34" charset="0"/>
              </a:rPr>
              <a:t> </a:t>
            </a:r>
            <a:r>
              <a:rPr lang="en-US" altLang="en-US" sz="2400" dirty="0" err="1">
                <a:latin typeface="Arial" panose="020B0604020202020204" pitchFamily="34" charset="0"/>
                <a:cs typeface="Arial" panose="020B0604020202020204" pitchFamily="34" charset="0"/>
              </a:rPr>
              <a:t>ip</a:t>
            </a:r>
            <a:r>
              <a:rPr lang="en-US" altLang="en-US" sz="2400" dirty="0">
                <a:latin typeface="Arial" panose="020B0604020202020204" pitchFamily="34" charset="0"/>
                <a:cs typeface="Arial" panose="020B0604020202020204" pitchFamily="34" charset="0"/>
              </a:rPr>
              <a:t> address</a:t>
            </a:r>
          </a:p>
          <a:p>
            <a:pPr lvl="2" eaLnBrk="1" hangingPunct="1">
              <a:lnSpc>
                <a:spcPct val="75000"/>
              </a:lnSpc>
            </a:pPr>
            <a:r>
              <a:rPr lang="en-US" altLang="en-US" sz="2400" dirty="0">
                <a:latin typeface="Arial" panose="020B0604020202020204" pitchFamily="34" charset="0"/>
                <a:cs typeface="Arial" panose="020B0604020202020204" pitchFamily="34" charset="0"/>
              </a:rPr>
              <a:t> security-level</a:t>
            </a:r>
          </a:p>
          <a:p>
            <a:pPr lvl="2" eaLnBrk="1" hangingPunct="1">
              <a:lnSpc>
                <a:spcPct val="75000"/>
              </a:lnSpc>
            </a:pPr>
            <a:r>
              <a:rPr lang="en-US" altLang="en-US" sz="2400" dirty="0">
                <a:latin typeface="Arial" panose="020B0604020202020204" pitchFamily="34" charset="0"/>
                <a:cs typeface="Arial" panose="020B0604020202020204" pitchFamily="34" charset="0"/>
              </a:rPr>
              <a:t> speed</a:t>
            </a:r>
          </a:p>
          <a:p>
            <a:pPr lvl="2" eaLnBrk="1" hangingPunct="1">
              <a:lnSpc>
                <a:spcPct val="75000"/>
              </a:lnSpc>
            </a:pPr>
            <a:r>
              <a:rPr lang="en-US" altLang="en-US" sz="2400" dirty="0">
                <a:latin typeface="Arial" panose="020B0604020202020204" pitchFamily="34" charset="0"/>
                <a:cs typeface="Arial" panose="020B0604020202020204" pitchFamily="34" charset="0"/>
              </a:rPr>
              <a:t> duplex</a:t>
            </a:r>
          </a:p>
          <a:p>
            <a:pPr lvl="2" eaLnBrk="1" hangingPunct="1">
              <a:lnSpc>
                <a:spcPct val="75000"/>
              </a:lnSpc>
            </a:pPr>
            <a:r>
              <a:rPr lang="en-US" altLang="en-US" sz="2400" dirty="0">
                <a:latin typeface="Arial" panose="020B0604020202020204" pitchFamily="34" charset="0"/>
                <a:cs typeface="Arial" panose="020B0604020202020204" pitchFamily="34" charset="0"/>
              </a:rPr>
              <a:t> no shutdown</a:t>
            </a:r>
          </a:p>
          <a:p>
            <a:pPr lvl="1" eaLnBrk="1" hangingPunct="1">
              <a:lnSpc>
                <a:spcPct val="75000"/>
              </a:lnSpc>
            </a:pPr>
            <a:r>
              <a:rPr lang="en-US" altLang="en-US" sz="2400" dirty="0" err="1">
                <a:latin typeface="Arial" panose="020B0604020202020204" pitchFamily="34" charset="0"/>
                <a:cs typeface="Arial" panose="020B0604020202020204" pitchFamily="34" charset="0"/>
              </a:rPr>
              <a:t>nat</a:t>
            </a:r>
            <a:r>
              <a:rPr lang="en-US" altLang="en-US" sz="2400" dirty="0">
                <a:latin typeface="Arial" panose="020B0604020202020204" pitchFamily="34" charset="0"/>
                <a:cs typeface="Arial" panose="020B0604020202020204" pitchFamily="34" charset="0"/>
              </a:rPr>
              <a:t>-control</a:t>
            </a:r>
          </a:p>
          <a:p>
            <a:pPr lvl="1" eaLnBrk="1" hangingPunct="1">
              <a:lnSpc>
                <a:spcPct val="75000"/>
              </a:lnSpc>
            </a:pPr>
            <a:r>
              <a:rPr lang="en-US" altLang="en-US" sz="2400" dirty="0" err="1">
                <a:latin typeface="Arial" panose="020B0604020202020204" pitchFamily="34" charset="0"/>
                <a:cs typeface="Arial" panose="020B0604020202020204" pitchFamily="34" charset="0"/>
              </a:rPr>
              <a:t>nat</a:t>
            </a:r>
            <a:endParaRPr lang="en-US" altLang="en-US" sz="2400" dirty="0">
              <a:latin typeface="Arial" panose="020B0604020202020204" pitchFamily="34" charset="0"/>
              <a:cs typeface="Arial" panose="020B0604020202020204" pitchFamily="34" charset="0"/>
            </a:endParaRPr>
          </a:p>
          <a:p>
            <a:pPr lvl="1" eaLnBrk="1" hangingPunct="1">
              <a:lnSpc>
                <a:spcPct val="75000"/>
              </a:lnSpc>
            </a:pPr>
            <a:r>
              <a:rPr lang="en-US" altLang="en-US" sz="2400" dirty="0">
                <a:latin typeface="Arial" panose="020B0604020202020204" pitchFamily="34" charset="0"/>
                <a:cs typeface="Arial" panose="020B0604020202020204" pitchFamily="34" charset="0"/>
              </a:rPr>
              <a:t>global</a:t>
            </a:r>
          </a:p>
          <a:p>
            <a:pPr lvl="1" eaLnBrk="1" hangingPunct="1">
              <a:lnSpc>
                <a:spcPct val="75000"/>
              </a:lnSpc>
            </a:pPr>
            <a:r>
              <a:rPr lang="en-US" altLang="en-US" sz="2400" dirty="0">
                <a:latin typeface="Arial" panose="020B0604020202020204" pitchFamily="34" charset="0"/>
                <a:cs typeface="Arial" panose="020B0604020202020204" pitchFamily="34" charset="0"/>
              </a:rPr>
              <a:t>route</a:t>
            </a:r>
          </a:p>
        </p:txBody>
      </p:sp>
      <p:sp>
        <p:nvSpPr>
          <p:cNvPr id="108548" name="Line 5"/>
          <p:cNvSpPr>
            <a:spLocks noChangeShapeType="1"/>
          </p:cNvSpPr>
          <p:nvPr/>
        </p:nvSpPr>
        <p:spPr bwMode="auto">
          <a:xfrm flipV="1">
            <a:off x="8177214" y="3659190"/>
            <a:ext cx="1457325" cy="317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08549" name="Line 6"/>
          <p:cNvSpPr>
            <a:spLocks noChangeShapeType="1"/>
          </p:cNvSpPr>
          <p:nvPr/>
        </p:nvSpPr>
        <p:spPr bwMode="auto">
          <a:xfrm flipV="1">
            <a:off x="5743576" y="3686177"/>
            <a:ext cx="2447925" cy="317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08550" name="Line 7"/>
          <p:cNvSpPr>
            <a:spLocks noChangeShapeType="1"/>
          </p:cNvSpPr>
          <p:nvPr/>
        </p:nvSpPr>
        <p:spPr bwMode="auto">
          <a:xfrm flipH="1">
            <a:off x="8421689" y="2432049"/>
            <a:ext cx="12700" cy="1481139"/>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08551" name="Rectangle 8"/>
          <p:cNvSpPr>
            <a:spLocks noChangeArrowheads="1"/>
          </p:cNvSpPr>
          <p:nvPr/>
        </p:nvSpPr>
        <p:spPr bwMode="auto">
          <a:xfrm>
            <a:off x="7569201" y="3673475"/>
            <a:ext cx="634789" cy="369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723900">
              <a:defRPr>
                <a:solidFill>
                  <a:schemeClr val="tx1"/>
                </a:solidFill>
                <a:latin typeface="Arial" panose="020B0604020202020204" pitchFamily="34" charset="0"/>
                <a:cs typeface="Arial" panose="020B0604020202020204" pitchFamily="34" charset="0"/>
              </a:defRPr>
            </a:lvl1pPr>
            <a:lvl2pPr marL="742950" indent="-285750" defTabSz="723900">
              <a:defRPr>
                <a:solidFill>
                  <a:schemeClr val="tx1"/>
                </a:solidFill>
                <a:latin typeface="Arial" panose="020B0604020202020204" pitchFamily="34" charset="0"/>
                <a:cs typeface="Arial" panose="020B0604020202020204" pitchFamily="34" charset="0"/>
              </a:defRPr>
            </a:lvl2pPr>
            <a:lvl3pPr marL="1143000" indent="-228600" defTabSz="723900">
              <a:defRPr>
                <a:solidFill>
                  <a:schemeClr val="tx1"/>
                </a:solidFill>
                <a:latin typeface="Arial" panose="020B0604020202020204" pitchFamily="34" charset="0"/>
                <a:cs typeface="Arial" panose="020B0604020202020204" pitchFamily="34" charset="0"/>
              </a:defRPr>
            </a:lvl3pPr>
            <a:lvl4pPr marL="1600200" indent="-228600" defTabSz="723900">
              <a:defRPr>
                <a:solidFill>
                  <a:schemeClr val="tx1"/>
                </a:solidFill>
                <a:latin typeface="Arial" panose="020B0604020202020204" pitchFamily="34" charset="0"/>
                <a:cs typeface="Arial" panose="020B0604020202020204" pitchFamily="34" charset="0"/>
              </a:defRPr>
            </a:lvl4pPr>
            <a:lvl5pPr marL="2057400" indent="-228600" defTabSz="723900">
              <a:defRPr>
                <a:solidFill>
                  <a:schemeClr val="tx1"/>
                </a:solidFill>
                <a:latin typeface="Arial" panose="020B0604020202020204" pitchFamily="34" charset="0"/>
                <a:cs typeface="Arial" panose="020B0604020202020204" pitchFamily="34" charset="0"/>
              </a:defRPr>
            </a:lvl5pPr>
            <a:lvl6pPr marL="25146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g0/0</a:t>
            </a:r>
            <a:endParaRPr lang="en-US" altLang="en-US" sz="1400">
              <a:solidFill>
                <a:prstClr val="black"/>
              </a:solidFill>
            </a:endParaRPr>
          </a:p>
        </p:txBody>
      </p:sp>
      <p:sp>
        <p:nvSpPr>
          <p:cNvPr id="108552" name="Rectangle 9"/>
          <p:cNvSpPr>
            <a:spLocks noChangeArrowheads="1"/>
          </p:cNvSpPr>
          <p:nvPr/>
        </p:nvSpPr>
        <p:spPr bwMode="auto">
          <a:xfrm>
            <a:off x="8410576" y="3067051"/>
            <a:ext cx="634789" cy="369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723900">
              <a:defRPr>
                <a:solidFill>
                  <a:schemeClr val="tx1"/>
                </a:solidFill>
                <a:latin typeface="Arial" panose="020B0604020202020204" pitchFamily="34" charset="0"/>
                <a:cs typeface="Arial" panose="020B0604020202020204" pitchFamily="34" charset="0"/>
              </a:defRPr>
            </a:lvl1pPr>
            <a:lvl2pPr marL="742950" indent="-285750" defTabSz="723900">
              <a:defRPr>
                <a:solidFill>
                  <a:schemeClr val="tx1"/>
                </a:solidFill>
                <a:latin typeface="Arial" panose="020B0604020202020204" pitchFamily="34" charset="0"/>
                <a:cs typeface="Arial" panose="020B0604020202020204" pitchFamily="34" charset="0"/>
              </a:defRPr>
            </a:lvl2pPr>
            <a:lvl3pPr marL="1143000" indent="-228600" defTabSz="723900">
              <a:defRPr>
                <a:solidFill>
                  <a:schemeClr val="tx1"/>
                </a:solidFill>
                <a:latin typeface="Arial" panose="020B0604020202020204" pitchFamily="34" charset="0"/>
                <a:cs typeface="Arial" panose="020B0604020202020204" pitchFamily="34" charset="0"/>
              </a:defRPr>
            </a:lvl3pPr>
            <a:lvl4pPr marL="1600200" indent="-228600" defTabSz="723900">
              <a:defRPr>
                <a:solidFill>
                  <a:schemeClr val="tx1"/>
                </a:solidFill>
                <a:latin typeface="Arial" panose="020B0604020202020204" pitchFamily="34" charset="0"/>
                <a:cs typeface="Arial" panose="020B0604020202020204" pitchFamily="34" charset="0"/>
              </a:defRPr>
            </a:lvl4pPr>
            <a:lvl5pPr marL="2057400" indent="-228600" defTabSz="723900">
              <a:defRPr>
                <a:solidFill>
                  <a:schemeClr val="tx1"/>
                </a:solidFill>
                <a:latin typeface="Arial" panose="020B0604020202020204" pitchFamily="34" charset="0"/>
                <a:cs typeface="Arial" panose="020B0604020202020204" pitchFamily="34" charset="0"/>
              </a:defRPr>
            </a:lvl5pPr>
            <a:lvl6pPr marL="25146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g0/2</a:t>
            </a:r>
          </a:p>
        </p:txBody>
      </p:sp>
      <p:sp>
        <p:nvSpPr>
          <p:cNvPr id="108553" name="Rectangle 10"/>
          <p:cNvSpPr>
            <a:spLocks noChangeArrowheads="1"/>
          </p:cNvSpPr>
          <p:nvPr/>
        </p:nvSpPr>
        <p:spPr bwMode="auto">
          <a:xfrm>
            <a:off x="8615364" y="3633789"/>
            <a:ext cx="634789" cy="369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723900">
              <a:defRPr>
                <a:solidFill>
                  <a:schemeClr val="tx1"/>
                </a:solidFill>
                <a:latin typeface="Arial" panose="020B0604020202020204" pitchFamily="34" charset="0"/>
                <a:cs typeface="Arial" panose="020B0604020202020204" pitchFamily="34" charset="0"/>
              </a:defRPr>
            </a:lvl1pPr>
            <a:lvl2pPr marL="742950" indent="-285750" defTabSz="723900">
              <a:defRPr>
                <a:solidFill>
                  <a:schemeClr val="tx1"/>
                </a:solidFill>
                <a:latin typeface="Arial" panose="020B0604020202020204" pitchFamily="34" charset="0"/>
                <a:cs typeface="Arial" panose="020B0604020202020204" pitchFamily="34" charset="0"/>
              </a:defRPr>
            </a:lvl2pPr>
            <a:lvl3pPr marL="1143000" indent="-228600" defTabSz="723900">
              <a:defRPr>
                <a:solidFill>
                  <a:schemeClr val="tx1"/>
                </a:solidFill>
                <a:latin typeface="Arial" panose="020B0604020202020204" pitchFamily="34" charset="0"/>
                <a:cs typeface="Arial" panose="020B0604020202020204" pitchFamily="34" charset="0"/>
              </a:defRPr>
            </a:lvl3pPr>
            <a:lvl4pPr marL="1600200" indent="-228600" defTabSz="723900">
              <a:defRPr>
                <a:solidFill>
                  <a:schemeClr val="tx1"/>
                </a:solidFill>
                <a:latin typeface="Arial" panose="020B0604020202020204" pitchFamily="34" charset="0"/>
                <a:cs typeface="Arial" panose="020B0604020202020204" pitchFamily="34" charset="0"/>
              </a:defRPr>
            </a:lvl4pPr>
            <a:lvl5pPr marL="2057400" indent="-228600" defTabSz="723900">
              <a:defRPr>
                <a:solidFill>
                  <a:schemeClr val="tx1"/>
                </a:solidFill>
                <a:latin typeface="Arial" panose="020B0604020202020204" pitchFamily="34" charset="0"/>
                <a:cs typeface="Arial" panose="020B0604020202020204" pitchFamily="34" charset="0"/>
              </a:defRPr>
            </a:lvl5pPr>
            <a:lvl6pPr marL="25146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g0/1</a:t>
            </a:r>
          </a:p>
        </p:txBody>
      </p:sp>
      <p:grpSp>
        <p:nvGrpSpPr>
          <p:cNvPr id="108554" name="Group 11"/>
          <p:cNvGrpSpPr>
            <a:grpSpLocks/>
          </p:cNvGrpSpPr>
          <p:nvPr/>
        </p:nvGrpSpPr>
        <p:grpSpPr bwMode="auto">
          <a:xfrm>
            <a:off x="4379914" y="3232152"/>
            <a:ext cx="1538286" cy="784225"/>
            <a:chOff x="775" y="3234"/>
            <a:chExt cx="969" cy="494"/>
          </a:xfrm>
        </p:grpSpPr>
        <p:pic>
          <p:nvPicPr>
            <p:cNvPr id="108559" name="Picture 12" descr="Network_Cloud_Standard"/>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5" y="3234"/>
              <a:ext cx="969" cy="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8560" name="Rectangle 13"/>
            <p:cNvSpPr>
              <a:spLocks noChangeArrowheads="1"/>
            </p:cNvSpPr>
            <p:nvPr/>
          </p:nvSpPr>
          <p:spPr bwMode="auto">
            <a:xfrm>
              <a:off x="970" y="3384"/>
              <a:ext cx="671"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Char char="v"/>
              </a:pPr>
              <a:r>
                <a:rPr lang="en-US" altLang="en-US" sz="1600">
                  <a:solidFill>
                    <a:prstClr val="black"/>
                  </a:solidFill>
                </a:rPr>
                <a:t>Internet</a:t>
              </a:r>
            </a:p>
          </p:txBody>
        </p:sp>
      </p:grpSp>
      <p:pic>
        <p:nvPicPr>
          <p:cNvPr id="108555" name="Picture 15" descr="File-Application_Serve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201026" y="2312989"/>
            <a:ext cx="442913"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8556" name="Picture 17" descr="PC"/>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410701" y="3306763"/>
            <a:ext cx="636588"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8557" name="Picture 18" descr="Cisco_ASA5500"/>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159752" y="3465514"/>
            <a:ext cx="493713"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8558" name="Picture 19" descr="Route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491289" y="3489326"/>
            <a:ext cx="585787"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92908155"/>
      </p:ext>
    </p:extLst>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196"/>
          <p:cNvSpPr>
            <a:spLocks noGrp="1" noChangeArrowheads="1"/>
          </p:cNvSpPr>
          <p:nvPr>
            <p:ph type="title"/>
          </p:nvPr>
        </p:nvSpPr>
        <p:spPr>
          <a:xfrm>
            <a:off x="26987" y="6351"/>
            <a:ext cx="12165012" cy="1325563"/>
          </a:xfrm>
        </p:spPr>
        <p:txBody>
          <a:bodyPr/>
          <a:lstStyle/>
          <a:p>
            <a:pPr eaLnBrk="1" hangingPunct="1"/>
            <a:r>
              <a:rPr lang="en-US" altLang="en-US" sz="3733" dirty="0">
                <a:latin typeface="Arial" panose="020B0604020202020204" pitchFamily="34" charset="0"/>
                <a:cs typeface="Arial" panose="020B0604020202020204" pitchFamily="34" charset="0"/>
              </a:rPr>
              <a:t>Assigning a Hostname to Security Appliance: Changing the CLI Prompt</a:t>
            </a:r>
          </a:p>
        </p:txBody>
      </p:sp>
      <p:sp>
        <p:nvSpPr>
          <p:cNvPr id="110595" name="Rectangle 8"/>
          <p:cNvSpPr>
            <a:spLocks noGrp="1" noChangeArrowheads="1"/>
          </p:cNvSpPr>
          <p:nvPr>
            <p:ph type="body" idx="4294967295"/>
          </p:nvPr>
        </p:nvSpPr>
        <p:spPr>
          <a:xfrm>
            <a:off x="101601" y="4857751"/>
            <a:ext cx="8902700" cy="341632"/>
          </a:xfrm>
        </p:spPr>
        <p:txBody>
          <a:bodyPr wrap="square">
            <a:spAutoFit/>
          </a:bodyPr>
          <a:lstStyle/>
          <a:p>
            <a:pPr lvl="1" eaLnBrk="1" hangingPunct="1">
              <a:buFont typeface="Wingdings" panose="05000000000000000000" pitchFamily="2" charset="2"/>
              <a:buNone/>
            </a:pPr>
            <a:r>
              <a:rPr lang="en-US" altLang="en-US" dirty="0"/>
              <a:t>Changes the hostname in the security appliance CLI prompt</a:t>
            </a:r>
          </a:p>
        </p:txBody>
      </p:sp>
      <p:sp>
        <p:nvSpPr>
          <p:cNvPr id="110596" name="Text Box 7"/>
          <p:cNvSpPr txBox="1">
            <a:spLocks noChangeArrowheads="1"/>
          </p:cNvSpPr>
          <p:nvPr/>
        </p:nvSpPr>
        <p:spPr bwMode="auto">
          <a:xfrm>
            <a:off x="2166939" y="4070628"/>
            <a:ext cx="30368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ciscoasa(config)#</a:t>
            </a:r>
          </a:p>
        </p:txBody>
      </p:sp>
      <p:sp>
        <p:nvSpPr>
          <p:cNvPr id="110597" name="Text Box 197"/>
          <p:cNvSpPr txBox="1">
            <a:spLocks noChangeArrowheads="1"/>
          </p:cNvSpPr>
          <p:nvPr/>
        </p:nvSpPr>
        <p:spPr bwMode="auto">
          <a:xfrm>
            <a:off x="2309814" y="5286375"/>
            <a:ext cx="7581900" cy="707886"/>
          </a:xfrm>
          <a:prstGeom prst="rect">
            <a:avLst/>
          </a:prstGeom>
          <a:solidFill>
            <a:schemeClr val="bg1"/>
          </a:solidFill>
          <a:ln w="28575">
            <a:solidFill>
              <a:schemeClr val="tx1"/>
            </a:solidFill>
            <a:miter lim="800000"/>
            <a:headEnd/>
            <a:tailEnd/>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50000"/>
              </a:spcBef>
              <a:spcAft>
                <a:spcPct val="0"/>
              </a:spcAft>
              <a:buClr>
                <a:srgbClr val="FF9933"/>
              </a:buClr>
              <a:buFont typeface="Wingdings" panose="05000000000000000000" pitchFamily="2" charset="2"/>
              <a:buNone/>
            </a:pPr>
            <a:r>
              <a:rPr lang="en-US" altLang="en-US" sz="2000" dirty="0" err="1">
                <a:solidFill>
                  <a:prstClr val="black"/>
                </a:solidFill>
                <a:latin typeface="Courier New" panose="02070309020205020404" pitchFamily="49" charset="0"/>
              </a:rPr>
              <a:t>ciscoasa</a:t>
            </a:r>
            <a:r>
              <a:rPr lang="en-US" altLang="en-US" sz="2000" dirty="0">
                <a:solidFill>
                  <a:prstClr val="black"/>
                </a:solidFill>
                <a:latin typeface="Courier New" panose="02070309020205020404" pitchFamily="49" charset="0"/>
              </a:rPr>
              <a:t>(</a:t>
            </a:r>
            <a:r>
              <a:rPr lang="en-US" altLang="en-US" sz="2000" dirty="0" err="1">
                <a:solidFill>
                  <a:prstClr val="black"/>
                </a:solidFill>
                <a:latin typeface="Courier New" panose="02070309020205020404" pitchFamily="49" charset="0"/>
              </a:rPr>
              <a:t>config</a:t>
            </a:r>
            <a:r>
              <a:rPr lang="en-US" altLang="en-US" sz="2000" dirty="0">
                <a:solidFill>
                  <a:prstClr val="black"/>
                </a:solidFill>
                <a:latin typeface="Courier New" panose="02070309020205020404" pitchFamily="49" charset="0"/>
              </a:rPr>
              <a:t>)# hostname asa1</a:t>
            </a:r>
            <a:br>
              <a:rPr lang="en-US" altLang="en-US" sz="2000" dirty="0">
                <a:solidFill>
                  <a:prstClr val="black"/>
                </a:solidFill>
                <a:latin typeface="Courier New" panose="02070309020205020404" pitchFamily="49" charset="0"/>
              </a:rPr>
            </a:br>
            <a:r>
              <a:rPr lang="en-US" altLang="en-US" sz="2000" dirty="0">
                <a:solidFill>
                  <a:prstClr val="black"/>
                </a:solidFill>
                <a:latin typeface="Courier New" panose="02070309020205020404" pitchFamily="49" charset="0"/>
              </a:rPr>
              <a:t>asa1(</a:t>
            </a:r>
            <a:r>
              <a:rPr lang="en-US" altLang="en-US" sz="2000" dirty="0" err="1">
                <a:solidFill>
                  <a:prstClr val="black"/>
                </a:solidFill>
                <a:latin typeface="Courier New" panose="02070309020205020404" pitchFamily="49" charset="0"/>
              </a:rPr>
              <a:t>config</a:t>
            </a:r>
            <a:r>
              <a:rPr lang="en-US" altLang="en-US" sz="2000" dirty="0">
                <a:solidFill>
                  <a:prstClr val="black"/>
                </a:solidFill>
                <a:latin typeface="Courier New" panose="02070309020205020404" pitchFamily="49" charset="0"/>
              </a:rPr>
              <a:t>)#</a:t>
            </a:r>
          </a:p>
        </p:txBody>
      </p:sp>
      <p:sp>
        <p:nvSpPr>
          <p:cNvPr id="110598" name="Text Box 198"/>
          <p:cNvSpPr txBox="1">
            <a:spLocks noChangeArrowheads="1"/>
          </p:cNvSpPr>
          <p:nvPr/>
        </p:nvSpPr>
        <p:spPr bwMode="auto">
          <a:xfrm>
            <a:off x="2238377" y="4500564"/>
            <a:ext cx="7546975" cy="400110"/>
          </a:xfrm>
          <a:prstGeom prst="rect">
            <a:avLst/>
          </a:prstGeom>
          <a:solidFill>
            <a:schemeClr val="bg1"/>
          </a:solidFill>
          <a:ln w="28575">
            <a:solidFill>
              <a:schemeClr val="tx1"/>
            </a:solidFill>
            <a:miter lim="800000"/>
            <a:headEnd/>
            <a:tailEnd/>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50000"/>
              </a:spcBef>
              <a:spcAft>
                <a:spcPct val="0"/>
              </a:spcAft>
              <a:buClr>
                <a:srgbClr val="FF9933"/>
              </a:buClr>
              <a:buFont typeface="Wingdings" panose="05000000000000000000" pitchFamily="2" charset="2"/>
              <a:buNone/>
            </a:pPr>
            <a:r>
              <a:rPr lang="en-US" altLang="en-US" sz="2000">
                <a:solidFill>
                  <a:prstClr val="black"/>
                </a:solidFill>
                <a:latin typeface="Courier New" panose="02070309020205020404" pitchFamily="49" charset="0"/>
              </a:rPr>
              <a:t>hostname </a:t>
            </a:r>
            <a:r>
              <a:rPr lang="en-US" altLang="en-US" sz="2000" i="1">
                <a:solidFill>
                  <a:prstClr val="black"/>
                </a:solidFill>
                <a:latin typeface="Courier New" panose="02070309020205020404" pitchFamily="49" charset="0"/>
              </a:rPr>
              <a:t>newname</a:t>
            </a:r>
          </a:p>
        </p:txBody>
      </p:sp>
      <p:sp>
        <p:nvSpPr>
          <p:cNvPr id="110599" name="Text Box 132"/>
          <p:cNvSpPr txBox="1">
            <a:spLocks noChangeArrowheads="1"/>
          </p:cNvSpPr>
          <p:nvPr/>
        </p:nvSpPr>
        <p:spPr bwMode="auto">
          <a:xfrm>
            <a:off x="7175501" y="1384300"/>
            <a:ext cx="962025" cy="763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sz="1400">
                <a:solidFill>
                  <a:prstClr val="black"/>
                </a:solidFill>
              </a:rPr>
              <a:t>New York ( asa1)</a:t>
            </a:r>
          </a:p>
          <a:p>
            <a:pPr fontAlgn="base">
              <a:spcBef>
                <a:spcPct val="20000"/>
              </a:spcBef>
              <a:spcAft>
                <a:spcPct val="0"/>
              </a:spcAft>
              <a:buClr>
                <a:srgbClr val="FF9933"/>
              </a:buClr>
              <a:buFont typeface="Wingdings" panose="05000000000000000000" pitchFamily="2" charset="2"/>
              <a:buNone/>
            </a:pPr>
            <a:endParaRPr lang="en-US" altLang="en-US" sz="1400">
              <a:solidFill>
                <a:prstClr val="black"/>
              </a:solidFill>
            </a:endParaRPr>
          </a:p>
        </p:txBody>
      </p:sp>
      <p:sp>
        <p:nvSpPr>
          <p:cNvPr id="110600" name="Line 2"/>
          <p:cNvSpPr>
            <a:spLocks noChangeShapeType="1"/>
          </p:cNvSpPr>
          <p:nvPr/>
        </p:nvSpPr>
        <p:spPr bwMode="auto">
          <a:xfrm rot="5400000" flipH="1" flipV="1">
            <a:off x="4902995" y="1361282"/>
            <a:ext cx="763588" cy="196532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10601" name="Line 3"/>
          <p:cNvSpPr>
            <a:spLocks noChangeShapeType="1"/>
          </p:cNvSpPr>
          <p:nvPr/>
        </p:nvSpPr>
        <p:spPr bwMode="auto">
          <a:xfrm rot="16200000" flipV="1">
            <a:off x="3893345" y="3205958"/>
            <a:ext cx="890588" cy="7937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10602" name="Line 9"/>
          <p:cNvSpPr>
            <a:spLocks noChangeShapeType="1"/>
          </p:cNvSpPr>
          <p:nvPr/>
        </p:nvSpPr>
        <p:spPr bwMode="auto">
          <a:xfrm rot="16200000" flipV="1">
            <a:off x="6369845" y="919958"/>
            <a:ext cx="1588" cy="371157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10603" name="Text Box 69"/>
          <p:cNvSpPr txBox="1">
            <a:spLocks noChangeArrowheads="1"/>
          </p:cNvSpPr>
          <p:nvPr/>
        </p:nvSpPr>
        <p:spPr bwMode="auto">
          <a:xfrm>
            <a:off x="8442326" y="2547939"/>
            <a:ext cx="674865" cy="289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400">
                <a:solidFill>
                  <a:prstClr val="black"/>
                </a:solidFill>
              </a:rPr>
              <a:t>Server</a:t>
            </a:r>
          </a:p>
        </p:txBody>
      </p:sp>
      <p:sp>
        <p:nvSpPr>
          <p:cNvPr id="110604" name="Text Box 70"/>
          <p:cNvSpPr txBox="1">
            <a:spLocks noChangeArrowheads="1"/>
          </p:cNvSpPr>
          <p:nvPr/>
        </p:nvSpPr>
        <p:spPr bwMode="auto">
          <a:xfrm>
            <a:off x="6662503" y="2116140"/>
            <a:ext cx="705321" cy="54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sz="1400">
                <a:solidFill>
                  <a:prstClr val="black"/>
                </a:solidFill>
              </a:rPr>
              <a:t>Boston</a:t>
            </a:r>
          </a:p>
          <a:p>
            <a:pPr algn="ctr" fontAlgn="base">
              <a:spcBef>
                <a:spcPct val="20000"/>
              </a:spcBef>
              <a:spcAft>
                <a:spcPct val="0"/>
              </a:spcAft>
              <a:buClr>
                <a:srgbClr val="FF9933"/>
              </a:buClr>
              <a:buFont typeface="Wingdings" panose="05000000000000000000" pitchFamily="2" charset="2"/>
              <a:buNone/>
            </a:pPr>
            <a:r>
              <a:rPr lang="en-US" altLang="en-US" sz="1400">
                <a:solidFill>
                  <a:prstClr val="black"/>
                </a:solidFill>
              </a:rPr>
              <a:t>(asa2)</a:t>
            </a:r>
          </a:p>
        </p:txBody>
      </p:sp>
      <p:sp>
        <p:nvSpPr>
          <p:cNvPr id="110605" name="Line 71"/>
          <p:cNvSpPr>
            <a:spLocks noChangeShapeType="1"/>
          </p:cNvSpPr>
          <p:nvPr/>
        </p:nvSpPr>
        <p:spPr bwMode="auto">
          <a:xfrm rot="5400000">
            <a:off x="7749383" y="634207"/>
            <a:ext cx="11112" cy="277177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10606" name="Text Box 131"/>
          <p:cNvSpPr txBox="1">
            <a:spLocks noChangeArrowheads="1"/>
          </p:cNvSpPr>
          <p:nvPr/>
        </p:nvSpPr>
        <p:spPr bwMode="auto">
          <a:xfrm>
            <a:off x="9356726" y="1785939"/>
            <a:ext cx="674865" cy="289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400">
                <a:solidFill>
                  <a:prstClr val="black"/>
                </a:solidFill>
              </a:rPr>
              <a:t>Server</a:t>
            </a:r>
          </a:p>
        </p:txBody>
      </p:sp>
      <p:sp>
        <p:nvSpPr>
          <p:cNvPr id="110607" name="Line 133"/>
          <p:cNvSpPr>
            <a:spLocks noChangeShapeType="1"/>
          </p:cNvSpPr>
          <p:nvPr/>
        </p:nvSpPr>
        <p:spPr bwMode="auto">
          <a:xfrm rot="16200000" flipV="1">
            <a:off x="5715795" y="2183607"/>
            <a:ext cx="1588" cy="306387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10608" name="Text Box 193"/>
          <p:cNvSpPr txBox="1">
            <a:spLocks noChangeArrowheads="1"/>
          </p:cNvSpPr>
          <p:nvPr/>
        </p:nvSpPr>
        <p:spPr bwMode="auto">
          <a:xfrm>
            <a:off x="7464426" y="3487739"/>
            <a:ext cx="674865" cy="289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400">
                <a:solidFill>
                  <a:prstClr val="black"/>
                </a:solidFill>
              </a:rPr>
              <a:t>Server</a:t>
            </a:r>
          </a:p>
        </p:txBody>
      </p:sp>
      <p:sp>
        <p:nvSpPr>
          <p:cNvPr id="110609" name="Text Box 194"/>
          <p:cNvSpPr txBox="1">
            <a:spLocks noChangeArrowheads="1"/>
          </p:cNvSpPr>
          <p:nvPr/>
        </p:nvSpPr>
        <p:spPr bwMode="auto">
          <a:xfrm>
            <a:off x="5505450" y="3086102"/>
            <a:ext cx="654025" cy="54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400">
                <a:solidFill>
                  <a:prstClr val="black"/>
                </a:solidFill>
              </a:rPr>
              <a:t>Dallas</a:t>
            </a:r>
          </a:p>
          <a:p>
            <a:pPr fontAlgn="base">
              <a:spcBef>
                <a:spcPct val="20000"/>
              </a:spcBef>
              <a:spcAft>
                <a:spcPct val="0"/>
              </a:spcAft>
              <a:buClr>
                <a:srgbClr val="FF9933"/>
              </a:buClr>
              <a:buFont typeface="Wingdings" panose="05000000000000000000" pitchFamily="2" charset="2"/>
              <a:buNone/>
            </a:pPr>
            <a:r>
              <a:rPr lang="en-US" altLang="en-US" sz="1400">
                <a:solidFill>
                  <a:prstClr val="black"/>
                </a:solidFill>
              </a:rPr>
              <a:t>(asa3)</a:t>
            </a:r>
          </a:p>
        </p:txBody>
      </p:sp>
      <p:pic>
        <p:nvPicPr>
          <p:cNvPr id="110610" name="Picture 207" descr="File-Application_Serve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28101" y="1703389"/>
            <a:ext cx="442913"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0611" name="Group 210"/>
          <p:cNvGrpSpPr>
            <a:grpSpLocks/>
          </p:cNvGrpSpPr>
          <p:nvPr/>
        </p:nvGrpSpPr>
        <p:grpSpPr bwMode="auto">
          <a:xfrm>
            <a:off x="3203577" y="2347914"/>
            <a:ext cx="1585913" cy="808037"/>
            <a:chOff x="400" y="1552"/>
            <a:chExt cx="1070" cy="545"/>
          </a:xfrm>
        </p:grpSpPr>
        <p:pic>
          <p:nvPicPr>
            <p:cNvPr id="110620" name="Picture 211" descr="Network_Cloud_Standard"/>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0" y="1552"/>
              <a:ext cx="1070" cy="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0621" name="Rectangle 212"/>
            <p:cNvSpPr>
              <a:spLocks noChangeArrowheads="1"/>
            </p:cNvSpPr>
            <p:nvPr/>
          </p:nvSpPr>
          <p:spPr bwMode="auto">
            <a:xfrm>
              <a:off x="635" y="1724"/>
              <a:ext cx="59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Internet</a:t>
              </a:r>
            </a:p>
          </p:txBody>
        </p:sp>
      </p:grpSp>
      <p:pic>
        <p:nvPicPr>
          <p:cNvPr id="110612" name="Picture 216" descr="File-Application_Serve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19926" y="3467101"/>
            <a:ext cx="442913" cy="63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0613" name="Picture 217" descr="File-Application_Serve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42277" y="2428875"/>
            <a:ext cx="442913" cy="63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0614" name="Picture 223" descr="Cisco_ASA5500"/>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607050" y="3557589"/>
            <a:ext cx="401639"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0615" name="Picture 228" descr="Cisco_ASA5500"/>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783388" y="2600326"/>
            <a:ext cx="401637"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0616" name="Picture 229" descr="Cisco_ASA5500"/>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458075" y="1852614"/>
            <a:ext cx="401639"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0617" name="Picture 224" descr="Route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054475" y="3524251"/>
            <a:ext cx="585788"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0618" name="Picture 225" descr="Route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962526" y="2586039"/>
            <a:ext cx="585788"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0619" name="Picture 226" descr="Route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984875" y="1781177"/>
            <a:ext cx="585788"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82873660"/>
      </p:ext>
    </p:ext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ChangeArrowheads="1"/>
          </p:cNvSpPr>
          <p:nvPr/>
        </p:nvSpPr>
        <p:spPr bwMode="auto">
          <a:xfrm>
            <a:off x="1831975" y="4164014"/>
            <a:ext cx="8407400" cy="462947"/>
          </a:xfrm>
          <a:prstGeom prst="rect">
            <a:avLst/>
          </a:prstGeom>
          <a:solidFill>
            <a:schemeClr val="bg1"/>
          </a:solidFill>
          <a:ln w="28575">
            <a:solidFill>
              <a:schemeClr val="tx1"/>
            </a:solidFill>
            <a:miter lim="800000"/>
            <a:headEnd/>
            <a:tailEnd/>
          </a:ln>
        </p:spPr>
        <p:txBody>
          <a:bodyPr lIns="92075" tIns="92075" rIns="92075" bIns="92075">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srgbClr val="000000"/>
                </a:solidFill>
                <a:latin typeface="Courier New" panose="02070309020205020404" pitchFamily="49" charset="0"/>
              </a:rPr>
              <a:t>interface {</a:t>
            </a:r>
            <a:r>
              <a:rPr lang="en-US" altLang="en-US" i="1">
                <a:solidFill>
                  <a:srgbClr val="000000"/>
                </a:solidFill>
                <a:latin typeface="Courier New" panose="02070309020205020404" pitchFamily="49" charset="0"/>
              </a:rPr>
              <a:t>physical_interface</a:t>
            </a:r>
            <a:r>
              <a:rPr lang="en-US" altLang="en-US">
                <a:solidFill>
                  <a:srgbClr val="000000"/>
                </a:solidFill>
                <a:latin typeface="Courier New" panose="02070309020205020404" pitchFamily="49" charset="0"/>
              </a:rPr>
              <a:t>[.</a:t>
            </a:r>
            <a:r>
              <a:rPr lang="en-US" altLang="en-US" i="1">
                <a:solidFill>
                  <a:srgbClr val="000000"/>
                </a:solidFill>
                <a:latin typeface="Courier New" panose="02070309020205020404" pitchFamily="49" charset="0"/>
              </a:rPr>
              <a:t>subinterface</a:t>
            </a:r>
            <a:r>
              <a:rPr lang="en-US" altLang="en-US">
                <a:solidFill>
                  <a:srgbClr val="000000"/>
                </a:solidFill>
                <a:latin typeface="Courier New" panose="02070309020205020404" pitchFamily="49" charset="0"/>
              </a:rPr>
              <a:t>] </a:t>
            </a:r>
            <a:r>
              <a:rPr lang="en-US" altLang="en-US" i="1">
                <a:solidFill>
                  <a:srgbClr val="000000"/>
                </a:solidFill>
                <a:latin typeface="Courier New" panose="02070309020205020404" pitchFamily="49" charset="0"/>
              </a:rPr>
              <a:t>| mapped_name</a:t>
            </a:r>
            <a:r>
              <a:rPr lang="en-US" altLang="en-US">
                <a:solidFill>
                  <a:srgbClr val="000000"/>
                </a:solidFill>
                <a:latin typeface="Courier New" panose="02070309020205020404" pitchFamily="49" charset="0"/>
              </a:rPr>
              <a:t>}</a:t>
            </a:r>
          </a:p>
        </p:txBody>
      </p:sp>
      <p:sp>
        <p:nvSpPr>
          <p:cNvPr id="112643" name="Text Box 3"/>
          <p:cNvSpPr txBox="1">
            <a:spLocks noChangeArrowheads="1"/>
          </p:cNvSpPr>
          <p:nvPr/>
        </p:nvSpPr>
        <p:spPr bwMode="auto">
          <a:xfrm>
            <a:off x="1831975" y="3789948"/>
            <a:ext cx="177965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50000"/>
              </a:spcBef>
              <a:spcAft>
                <a:spcPct val="0"/>
              </a:spcAft>
              <a:buClr>
                <a:srgbClr val="FF9933"/>
              </a:buClr>
              <a:buFont typeface="Wingdings" panose="05000000000000000000" pitchFamily="2" charset="2"/>
              <a:buNone/>
            </a:pPr>
            <a:r>
              <a:rPr lang="en-US" altLang="en-US" sz="1600">
                <a:solidFill>
                  <a:prstClr val="black"/>
                </a:solidFill>
              </a:rPr>
              <a:t>ciscoasa(config)#</a:t>
            </a:r>
          </a:p>
        </p:txBody>
      </p:sp>
      <p:sp>
        <p:nvSpPr>
          <p:cNvPr id="112644" name="Rectangle 4"/>
          <p:cNvSpPr>
            <a:spLocks noChangeArrowheads="1"/>
          </p:cNvSpPr>
          <p:nvPr/>
        </p:nvSpPr>
        <p:spPr bwMode="auto">
          <a:xfrm>
            <a:off x="1809750" y="5143500"/>
            <a:ext cx="8362951" cy="795346"/>
          </a:xfrm>
          <a:prstGeom prst="rect">
            <a:avLst/>
          </a:prstGeom>
          <a:solidFill>
            <a:schemeClr val="bg1"/>
          </a:solidFill>
          <a:ln w="28575">
            <a:solidFill>
              <a:schemeClr val="tx1"/>
            </a:solidFill>
            <a:miter lim="800000"/>
            <a:headEnd/>
            <a:tailEnd/>
          </a:ln>
        </p:spPr>
        <p:txBody>
          <a:bodyPr lIns="92075" tIns="92075" rIns="92075" bIns="92075">
            <a:spAutoFit/>
          </a:bodyPr>
          <a:lstStyle>
            <a:lvl1pPr marL="228600" indent="-2286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latin typeface="Courier New" panose="02070309020205020404" pitchFamily="49" charset="0"/>
              </a:rPr>
              <a:t>asa1(config)# interface GigabitEthernet0/0</a:t>
            </a:r>
            <a:endParaRPr lang="en-US" altLang="en-US" i="1">
              <a:solidFill>
                <a:prstClr val="black"/>
              </a:solidFill>
              <a:latin typeface="Courier New" panose="02070309020205020404" pitchFamily="49" charset="0"/>
            </a:endParaRPr>
          </a:p>
          <a:p>
            <a:pPr fontAlgn="base">
              <a:spcBef>
                <a:spcPct val="20000"/>
              </a:spcBef>
              <a:spcAft>
                <a:spcPct val="0"/>
              </a:spcAft>
              <a:buClr>
                <a:srgbClr val="FF9933"/>
              </a:buClr>
              <a:buFont typeface="Wingdings" panose="05000000000000000000" pitchFamily="2" charset="2"/>
              <a:buNone/>
            </a:pPr>
            <a:r>
              <a:rPr lang="en-US" altLang="en-US">
                <a:solidFill>
                  <a:prstClr val="black"/>
                </a:solidFill>
                <a:latin typeface="Courier New" panose="02070309020205020404" pitchFamily="49" charset="0"/>
              </a:rPr>
              <a:t>asa1(config-if)#</a:t>
            </a:r>
          </a:p>
        </p:txBody>
      </p:sp>
      <p:sp>
        <p:nvSpPr>
          <p:cNvPr id="112645" name="Rectangle 5"/>
          <p:cNvSpPr>
            <a:spLocks noGrp="1" noChangeArrowheads="1"/>
          </p:cNvSpPr>
          <p:nvPr>
            <p:ph type="title"/>
          </p:nvPr>
        </p:nvSpPr>
        <p:spPr>
          <a:xfrm>
            <a:off x="20639" y="15253"/>
            <a:ext cx="10515600" cy="498572"/>
          </a:xfrm>
        </p:spPr>
        <p:txBody>
          <a:bodyPr/>
          <a:lstStyle/>
          <a:p>
            <a:pPr eaLnBrk="1" hangingPunct="1"/>
            <a:r>
              <a:rPr lang="en-US" altLang="en-US" sz="3733" dirty="0">
                <a:latin typeface="Arial" panose="020B0604020202020204" pitchFamily="34" charset="0"/>
                <a:cs typeface="Arial" panose="020B0604020202020204" pitchFamily="34" charset="0"/>
              </a:rPr>
              <a:t>interface Command and Subcommands</a:t>
            </a:r>
          </a:p>
        </p:txBody>
      </p:sp>
      <p:sp>
        <p:nvSpPr>
          <p:cNvPr id="112646" name="Rectangle 6"/>
          <p:cNvSpPr>
            <a:spLocks noGrp="1" noChangeArrowheads="1"/>
          </p:cNvSpPr>
          <p:nvPr>
            <p:ph idx="1"/>
          </p:nvPr>
        </p:nvSpPr>
        <p:spPr>
          <a:xfrm>
            <a:off x="1831975" y="4679951"/>
            <a:ext cx="7640639" cy="635000"/>
          </a:xfrm>
        </p:spPr>
        <p:txBody>
          <a:bodyPr/>
          <a:lstStyle/>
          <a:p>
            <a:pPr lvl="1" eaLnBrk="1" hangingPunct="1">
              <a:buFont typeface="Wingdings" panose="05000000000000000000" pitchFamily="2" charset="2"/>
              <a:buNone/>
            </a:pPr>
            <a:r>
              <a:rPr lang="en-US" altLang="en-US" sz="1600"/>
              <a:t>Enters configuration mode for the interface you specify</a:t>
            </a:r>
          </a:p>
        </p:txBody>
      </p:sp>
      <p:sp>
        <p:nvSpPr>
          <p:cNvPr id="112647" name="Rectangle 7"/>
          <p:cNvSpPr>
            <a:spLocks noChangeArrowheads="1"/>
          </p:cNvSpPr>
          <p:nvPr/>
        </p:nvSpPr>
        <p:spPr bwMode="auto">
          <a:xfrm>
            <a:off x="4408489" y="3041651"/>
            <a:ext cx="1896353" cy="339198"/>
          </a:xfrm>
          <a:prstGeom prst="rect">
            <a:avLst/>
          </a:prstGeom>
          <a:solidFill>
            <a:schemeClr val="folHlink"/>
          </a:solidFill>
          <a:ln w="9525">
            <a:solidFill>
              <a:schemeClr val="tx1"/>
            </a:solidFill>
            <a:miter lim="800000"/>
            <a:headEnd/>
            <a:tailEnd/>
          </a:ln>
        </p:spPr>
        <p:txBody>
          <a:bodyPr wrap="none" lIns="92075" tIns="46039" rIns="92075" bIns="46039">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white"/>
                </a:solidFill>
              </a:rPr>
              <a:t>GigabitEthernet0/0</a:t>
            </a:r>
          </a:p>
        </p:txBody>
      </p:sp>
      <p:sp>
        <p:nvSpPr>
          <p:cNvPr id="112648" name="Rectangle 8"/>
          <p:cNvSpPr>
            <a:spLocks noChangeArrowheads="1"/>
          </p:cNvSpPr>
          <p:nvPr/>
        </p:nvSpPr>
        <p:spPr bwMode="auto">
          <a:xfrm>
            <a:off x="6981826" y="1673225"/>
            <a:ext cx="1896353" cy="339198"/>
          </a:xfrm>
          <a:prstGeom prst="rect">
            <a:avLst/>
          </a:prstGeom>
          <a:solidFill>
            <a:schemeClr val="folHlink"/>
          </a:solidFill>
          <a:ln w="9525">
            <a:solidFill>
              <a:schemeClr val="tx1"/>
            </a:solidFill>
            <a:miter lim="800000"/>
            <a:headEnd/>
            <a:tailEnd/>
          </a:ln>
        </p:spPr>
        <p:txBody>
          <a:bodyPr wrap="none" lIns="92075" tIns="46039" rIns="92075" bIns="46039">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white"/>
                </a:solidFill>
              </a:rPr>
              <a:t>GigabitEthernet0/2</a:t>
            </a:r>
          </a:p>
        </p:txBody>
      </p:sp>
      <p:sp>
        <p:nvSpPr>
          <p:cNvPr id="112649" name="Rectangle 9"/>
          <p:cNvSpPr>
            <a:spLocks noChangeArrowheads="1"/>
          </p:cNvSpPr>
          <p:nvPr/>
        </p:nvSpPr>
        <p:spPr bwMode="auto">
          <a:xfrm>
            <a:off x="7275514" y="3013076"/>
            <a:ext cx="1896353" cy="339198"/>
          </a:xfrm>
          <a:prstGeom prst="rect">
            <a:avLst/>
          </a:prstGeom>
          <a:solidFill>
            <a:schemeClr val="folHlink"/>
          </a:solidFill>
          <a:ln w="9525">
            <a:solidFill>
              <a:schemeClr val="tx1"/>
            </a:solidFill>
            <a:miter lim="800000"/>
            <a:headEnd/>
            <a:tailEnd/>
          </a:ln>
        </p:spPr>
        <p:txBody>
          <a:bodyPr wrap="none" lIns="92075" tIns="46039" rIns="92075" bIns="46039">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white"/>
                </a:solidFill>
              </a:rPr>
              <a:t>GigabitEthernet0/1</a:t>
            </a:r>
          </a:p>
        </p:txBody>
      </p:sp>
      <p:sp>
        <p:nvSpPr>
          <p:cNvPr id="112650" name="Line 11"/>
          <p:cNvSpPr>
            <a:spLocks noChangeShapeType="1"/>
          </p:cNvSpPr>
          <p:nvPr/>
        </p:nvSpPr>
        <p:spPr bwMode="auto">
          <a:xfrm flipV="1">
            <a:off x="6488114" y="2617790"/>
            <a:ext cx="1457325" cy="317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12651" name="Line 12"/>
          <p:cNvSpPr>
            <a:spLocks noChangeShapeType="1"/>
          </p:cNvSpPr>
          <p:nvPr/>
        </p:nvSpPr>
        <p:spPr bwMode="auto">
          <a:xfrm>
            <a:off x="4054476" y="2609851"/>
            <a:ext cx="2447925" cy="3492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12652" name="Line 13"/>
          <p:cNvSpPr>
            <a:spLocks noChangeShapeType="1"/>
          </p:cNvSpPr>
          <p:nvPr/>
        </p:nvSpPr>
        <p:spPr bwMode="auto">
          <a:xfrm flipH="1">
            <a:off x="6732589" y="1390649"/>
            <a:ext cx="12700" cy="1481139"/>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12653" name="Rectangle 33"/>
          <p:cNvSpPr>
            <a:spLocks noChangeArrowheads="1"/>
          </p:cNvSpPr>
          <p:nvPr/>
        </p:nvSpPr>
        <p:spPr bwMode="auto">
          <a:xfrm>
            <a:off x="5924551" y="2646363"/>
            <a:ext cx="533800" cy="308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723900">
              <a:defRPr>
                <a:solidFill>
                  <a:schemeClr val="tx1"/>
                </a:solidFill>
                <a:latin typeface="Arial" panose="020B0604020202020204" pitchFamily="34" charset="0"/>
                <a:cs typeface="Arial" panose="020B0604020202020204" pitchFamily="34" charset="0"/>
              </a:defRPr>
            </a:lvl1pPr>
            <a:lvl2pPr marL="742950" indent="-285750" defTabSz="723900">
              <a:defRPr>
                <a:solidFill>
                  <a:schemeClr val="tx1"/>
                </a:solidFill>
                <a:latin typeface="Arial" panose="020B0604020202020204" pitchFamily="34" charset="0"/>
                <a:cs typeface="Arial" panose="020B0604020202020204" pitchFamily="34" charset="0"/>
              </a:defRPr>
            </a:lvl2pPr>
            <a:lvl3pPr marL="1143000" indent="-228600" defTabSz="723900">
              <a:defRPr>
                <a:solidFill>
                  <a:schemeClr val="tx1"/>
                </a:solidFill>
                <a:latin typeface="Arial" panose="020B0604020202020204" pitchFamily="34" charset="0"/>
                <a:cs typeface="Arial" panose="020B0604020202020204" pitchFamily="34" charset="0"/>
              </a:defRPr>
            </a:lvl3pPr>
            <a:lvl4pPr marL="1600200" indent="-228600" defTabSz="723900">
              <a:defRPr>
                <a:solidFill>
                  <a:schemeClr val="tx1"/>
                </a:solidFill>
                <a:latin typeface="Arial" panose="020B0604020202020204" pitchFamily="34" charset="0"/>
                <a:cs typeface="Arial" panose="020B0604020202020204" pitchFamily="34" charset="0"/>
              </a:defRPr>
            </a:lvl4pPr>
            <a:lvl5pPr marL="2057400" indent="-228600" defTabSz="723900">
              <a:defRPr>
                <a:solidFill>
                  <a:schemeClr val="tx1"/>
                </a:solidFill>
                <a:latin typeface="Arial" panose="020B0604020202020204" pitchFamily="34" charset="0"/>
                <a:cs typeface="Arial" panose="020B0604020202020204" pitchFamily="34" charset="0"/>
              </a:defRPr>
            </a:lvl5pPr>
            <a:lvl6pPr marL="25146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400">
                <a:solidFill>
                  <a:prstClr val="black"/>
                </a:solidFill>
              </a:rPr>
              <a:t>g0/0</a:t>
            </a:r>
          </a:p>
        </p:txBody>
      </p:sp>
      <p:sp>
        <p:nvSpPr>
          <p:cNvPr id="112654" name="Rectangle 34"/>
          <p:cNvSpPr>
            <a:spLocks noChangeArrowheads="1"/>
          </p:cNvSpPr>
          <p:nvPr/>
        </p:nvSpPr>
        <p:spPr bwMode="auto">
          <a:xfrm>
            <a:off x="6708777" y="2170113"/>
            <a:ext cx="533800" cy="308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723900">
              <a:defRPr>
                <a:solidFill>
                  <a:schemeClr val="tx1"/>
                </a:solidFill>
                <a:latin typeface="Arial" panose="020B0604020202020204" pitchFamily="34" charset="0"/>
                <a:cs typeface="Arial" panose="020B0604020202020204" pitchFamily="34" charset="0"/>
              </a:defRPr>
            </a:lvl1pPr>
            <a:lvl2pPr marL="742950" indent="-285750" defTabSz="723900">
              <a:defRPr>
                <a:solidFill>
                  <a:schemeClr val="tx1"/>
                </a:solidFill>
                <a:latin typeface="Arial" panose="020B0604020202020204" pitchFamily="34" charset="0"/>
                <a:cs typeface="Arial" panose="020B0604020202020204" pitchFamily="34" charset="0"/>
              </a:defRPr>
            </a:lvl2pPr>
            <a:lvl3pPr marL="1143000" indent="-228600" defTabSz="723900">
              <a:defRPr>
                <a:solidFill>
                  <a:schemeClr val="tx1"/>
                </a:solidFill>
                <a:latin typeface="Arial" panose="020B0604020202020204" pitchFamily="34" charset="0"/>
                <a:cs typeface="Arial" panose="020B0604020202020204" pitchFamily="34" charset="0"/>
              </a:defRPr>
            </a:lvl3pPr>
            <a:lvl4pPr marL="1600200" indent="-228600" defTabSz="723900">
              <a:defRPr>
                <a:solidFill>
                  <a:schemeClr val="tx1"/>
                </a:solidFill>
                <a:latin typeface="Arial" panose="020B0604020202020204" pitchFamily="34" charset="0"/>
                <a:cs typeface="Arial" panose="020B0604020202020204" pitchFamily="34" charset="0"/>
              </a:defRPr>
            </a:lvl4pPr>
            <a:lvl5pPr marL="2057400" indent="-228600" defTabSz="723900">
              <a:defRPr>
                <a:solidFill>
                  <a:schemeClr val="tx1"/>
                </a:solidFill>
                <a:latin typeface="Arial" panose="020B0604020202020204" pitchFamily="34" charset="0"/>
                <a:cs typeface="Arial" panose="020B0604020202020204" pitchFamily="34" charset="0"/>
              </a:defRPr>
            </a:lvl5pPr>
            <a:lvl6pPr marL="25146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400">
                <a:solidFill>
                  <a:prstClr val="black"/>
                </a:solidFill>
              </a:rPr>
              <a:t>g0/2</a:t>
            </a:r>
          </a:p>
        </p:txBody>
      </p:sp>
      <p:sp>
        <p:nvSpPr>
          <p:cNvPr id="112655" name="Rectangle 35"/>
          <p:cNvSpPr>
            <a:spLocks noChangeArrowheads="1"/>
          </p:cNvSpPr>
          <p:nvPr/>
        </p:nvSpPr>
        <p:spPr bwMode="auto">
          <a:xfrm>
            <a:off x="6911977" y="2606675"/>
            <a:ext cx="533800" cy="308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723900">
              <a:defRPr>
                <a:solidFill>
                  <a:schemeClr val="tx1"/>
                </a:solidFill>
                <a:latin typeface="Arial" panose="020B0604020202020204" pitchFamily="34" charset="0"/>
                <a:cs typeface="Arial" panose="020B0604020202020204" pitchFamily="34" charset="0"/>
              </a:defRPr>
            </a:lvl1pPr>
            <a:lvl2pPr marL="742950" indent="-285750" defTabSz="723900">
              <a:defRPr>
                <a:solidFill>
                  <a:schemeClr val="tx1"/>
                </a:solidFill>
                <a:latin typeface="Arial" panose="020B0604020202020204" pitchFamily="34" charset="0"/>
                <a:cs typeface="Arial" panose="020B0604020202020204" pitchFamily="34" charset="0"/>
              </a:defRPr>
            </a:lvl2pPr>
            <a:lvl3pPr marL="1143000" indent="-228600" defTabSz="723900">
              <a:defRPr>
                <a:solidFill>
                  <a:schemeClr val="tx1"/>
                </a:solidFill>
                <a:latin typeface="Arial" panose="020B0604020202020204" pitchFamily="34" charset="0"/>
                <a:cs typeface="Arial" panose="020B0604020202020204" pitchFamily="34" charset="0"/>
              </a:defRPr>
            </a:lvl3pPr>
            <a:lvl4pPr marL="1600200" indent="-228600" defTabSz="723900">
              <a:defRPr>
                <a:solidFill>
                  <a:schemeClr val="tx1"/>
                </a:solidFill>
                <a:latin typeface="Arial" panose="020B0604020202020204" pitchFamily="34" charset="0"/>
                <a:cs typeface="Arial" panose="020B0604020202020204" pitchFamily="34" charset="0"/>
              </a:defRPr>
            </a:lvl4pPr>
            <a:lvl5pPr marL="2057400" indent="-228600" defTabSz="723900">
              <a:defRPr>
                <a:solidFill>
                  <a:schemeClr val="tx1"/>
                </a:solidFill>
                <a:latin typeface="Arial" panose="020B0604020202020204" pitchFamily="34" charset="0"/>
                <a:cs typeface="Arial" panose="020B0604020202020204" pitchFamily="34" charset="0"/>
              </a:defRPr>
            </a:lvl5pPr>
            <a:lvl6pPr marL="25146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400">
                <a:solidFill>
                  <a:prstClr val="black"/>
                </a:solidFill>
              </a:rPr>
              <a:t>g0/1</a:t>
            </a:r>
          </a:p>
        </p:txBody>
      </p:sp>
      <p:grpSp>
        <p:nvGrpSpPr>
          <p:cNvPr id="112656" name="Group 107"/>
          <p:cNvGrpSpPr>
            <a:grpSpLocks/>
          </p:cNvGrpSpPr>
          <p:nvPr/>
        </p:nvGrpSpPr>
        <p:grpSpPr bwMode="auto">
          <a:xfrm>
            <a:off x="2697165" y="2143126"/>
            <a:ext cx="1538287" cy="784225"/>
            <a:chOff x="775" y="3234"/>
            <a:chExt cx="969" cy="494"/>
          </a:xfrm>
        </p:grpSpPr>
        <p:pic>
          <p:nvPicPr>
            <p:cNvPr id="112661" name="Picture 108" descr="Network_Cloud_Standard"/>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5" y="3234"/>
              <a:ext cx="969" cy="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62" name="Rectangle 109"/>
            <p:cNvSpPr>
              <a:spLocks noChangeArrowheads="1"/>
            </p:cNvSpPr>
            <p:nvPr/>
          </p:nvSpPr>
          <p:spPr bwMode="auto">
            <a:xfrm>
              <a:off x="970" y="3384"/>
              <a:ext cx="55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Internet</a:t>
              </a:r>
            </a:p>
          </p:txBody>
        </p:sp>
      </p:grpSp>
      <p:pic>
        <p:nvPicPr>
          <p:cNvPr id="112657" name="Picture 111" descr="File-Application_Serve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45252" y="1325564"/>
            <a:ext cx="442913"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58" name="Picture 113" descr="PC"/>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770813" y="2205039"/>
            <a:ext cx="636587"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59" name="Picture 115" descr="Cisco_ASA5500"/>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461126" y="2468564"/>
            <a:ext cx="493713"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60" name="Picture 116" descr="Route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749801" y="2400302"/>
            <a:ext cx="585788"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30910627"/>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p:cNvSpPr>
            <a:spLocks noChangeArrowheads="1"/>
          </p:cNvSpPr>
          <p:nvPr/>
        </p:nvSpPr>
        <p:spPr bwMode="auto">
          <a:xfrm>
            <a:off x="2452688" y="4364039"/>
            <a:ext cx="7696200" cy="493725"/>
          </a:xfrm>
          <a:prstGeom prst="rect">
            <a:avLst/>
          </a:prstGeom>
          <a:solidFill>
            <a:schemeClr val="bg1"/>
          </a:solidFill>
          <a:ln w="28575">
            <a:solidFill>
              <a:schemeClr val="tx1"/>
            </a:solidFill>
            <a:miter lim="800000"/>
            <a:headEnd/>
            <a:tailEnd/>
          </a:ln>
        </p:spPr>
        <p:txBody>
          <a:bodyPr lIns="92075" tIns="92075" rIns="92075" bIns="92075">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2000">
                <a:solidFill>
                  <a:srgbClr val="000000"/>
                </a:solidFill>
                <a:latin typeface="Courier New" panose="02070309020205020404" pitchFamily="49" charset="0"/>
              </a:rPr>
              <a:t>nameif </a:t>
            </a:r>
            <a:r>
              <a:rPr lang="en-US" altLang="en-US" sz="2000" i="1">
                <a:solidFill>
                  <a:srgbClr val="000000"/>
                </a:solidFill>
                <a:latin typeface="Courier New" panose="02070309020205020404" pitchFamily="49" charset="0"/>
              </a:rPr>
              <a:t>if_name</a:t>
            </a:r>
          </a:p>
        </p:txBody>
      </p:sp>
      <p:sp>
        <p:nvSpPr>
          <p:cNvPr id="114691" name="Text Box 3"/>
          <p:cNvSpPr txBox="1">
            <a:spLocks noChangeArrowheads="1"/>
          </p:cNvSpPr>
          <p:nvPr/>
        </p:nvSpPr>
        <p:spPr bwMode="auto">
          <a:xfrm>
            <a:off x="2476501" y="3975378"/>
            <a:ext cx="217239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50000"/>
              </a:spcBef>
              <a:spcAft>
                <a:spcPct val="0"/>
              </a:spcAft>
              <a:buClr>
                <a:srgbClr val="FF9933"/>
              </a:buClr>
              <a:buFont typeface="Wingdings" panose="05000000000000000000" pitchFamily="2" charset="2"/>
              <a:buNone/>
            </a:pPr>
            <a:r>
              <a:rPr lang="en-US" altLang="en-US">
                <a:solidFill>
                  <a:prstClr val="black"/>
                </a:solidFill>
              </a:rPr>
              <a:t>ciscoasa(config-if)#</a:t>
            </a:r>
          </a:p>
        </p:txBody>
      </p:sp>
      <p:sp>
        <p:nvSpPr>
          <p:cNvPr id="114692" name="Rectangle 4"/>
          <p:cNvSpPr>
            <a:spLocks noChangeArrowheads="1"/>
          </p:cNvSpPr>
          <p:nvPr/>
        </p:nvSpPr>
        <p:spPr bwMode="auto">
          <a:xfrm>
            <a:off x="2381251" y="5214939"/>
            <a:ext cx="7710488" cy="863057"/>
          </a:xfrm>
          <a:prstGeom prst="rect">
            <a:avLst/>
          </a:prstGeom>
          <a:solidFill>
            <a:schemeClr val="bg1"/>
          </a:solidFill>
          <a:ln w="28575">
            <a:solidFill>
              <a:schemeClr val="tx1"/>
            </a:solidFill>
            <a:miter lim="800000"/>
            <a:headEnd/>
            <a:tailEnd/>
          </a:ln>
        </p:spPr>
        <p:txBody>
          <a:bodyPr lIns="92075" tIns="92075" rIns="92075" bIns="92075">
            <a:spAutoFit/>
          </a:bodyPr>
          <a:lstStyle>
            <a:lvl1pPr marL="228600" indent="-2286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2000">
                <a:solidFill>
                  <a:prstClr val="black"/>
                </a:solidFill>
                <a:latin typeface="Courier New" panose="02070309020205020404" pitchFamily="49" charset="0"/>
              </a:rPr>
              <a:t>asa1(config)# interface GigabitEthernet0/0</a:t>
            </a:r>
          </a:p>
          <a:p>
            <a:pPr fontAlgn="base">
              <a:spcBef>
                <a:spcPct val="20000"/>
              </a:spcBef>
              <a:spcAft>
                <a:spcPct val="0"/>
              </a:spcAft>
              <a:buClr>
                <a:srgbClr val="FF9933"/>
              </a:buClr>
              <a:buFont typeface="Wingdings" panose="05000000000000000000" pitchFamily="2" charset="2"/>
              <a:buNone/>
            </a:pPr>
            <a:r>
              <a:rPr lang="en-US" altLang="en-US" sz="2000">
                <a:solidFill>
                  <a:prstClr val="black"/>
                </a:solidFill>
                <a:latin typeface="Courier New" panose="02070309020205020404" pitchFamily="49" charset="0"/>
              </a:rPr>
              <a:t>asa1(config-if)# nameif outside</a:t>
            </a:r>
          </a:p>
        </p:txBody>
      </p:sp>
      <p:sp>
        <p:nvSpPr>
          <p:cNvPr id="114693" name="Rectangle 5"/>
          <p:cNvSpPr>
            <a:spLocks noGrp="1" noChangeArrowheads="1"/>
          </p:cNvSpPr>
          <p:nvPr>
            <p:ph type="title"/>
          </p:nvPr>
        </p:nvSpPr>
        <p:spPr>
          <a:xfrm>
            <a:off x="34925" y="7013"/>
            <a:ext cx="12055475" cy="717918"/>
          </a:xfrm>
        </p:spPr>
        <p:txBody>
          <a:bodyPr/>
          <a:lstStyle/>
          <a:p>
            <a:pPr eaLnBrk="1" hangingPunct="1"/>
            <a:r>
              <a:rPr lang="en-US" altLang="en-US" sz="3733" dirty="0">
                <a:latin typeface="Arial" panose="020B0604020202020204" pitchFamily="34" charset="0"/>
                <a:cs typeface="Arial" panose="020B0604020202020204" pitchFamily="34" charset="0"/>
              </a:rPr>
              <a:t>Assign an Interface Name: </a:t>
            </a:r>
            <a:r>
              <a:rPr lang="en-US" altLang="en-US" sz="3733" dirty="0" err="1">
                <a:latin typeface="Arial" panose="020B0604020202020204" pitchFamily="34" charset="0"/>
                <a:cs typeface="Arial" panose="020B0604020202020204" pitchFamily="34" charset="0"/>
              </a:rPr>
              <a:t>nameif</a:t>
            </a:r>
            <a:r>
              <a:rPr lang="en-US" altLang="en-US" sz="3733" dirty="0">
                <a:latin typeface="Arial" panose="020B0604020202020204" pitchFamily="34" charset="0"/>
                <a:cs typeface="Arial" panose="020B0604020202020204" pitchFamily="34" charset="0"/>
              </a:rPr>
              <a:t> Subcommand</a:t>
            </a:r>
          </a:p>
        </p:txBody>
      </p:sp>
      <p:sp>
        <p:nvSpPr>
          <p:cNvPr id="114694" name="Rectangle 6"/>
          <p:cNvSpPr>
            <a:spLocks noGrp="1" noChangeArrowheads="1"/>
          </p:cNvSpPr>
          <p:nvPr>
            <p:ph idx="1"/>
          </p:nvPr>
        </p:nvSpPr>
        <p:spPr>
          <a:xfrm>
            <a:off x="406400" y="4911726"/>
            <a:ext cx="10058400" cy="417513"/>
          </a:xfrm>
        </p:spPr>
        <p:txBody>
          <a:bodyPr/>
          <a:lstStyle/>
          <a:p>
            <a:pPr lvl="1" eaLnBrk="1" hangingPunct="1">
              <a:lnSpc>
                <a:spcPct val="85000"/>
              </a:lnSpc>
              <a:buFont typeface="Wingdings" panose="05000000000000000000" pitchFamily="2" charset="2"/>
              <a:buNone/>
            </a:pPr>
            <a:r>
              <a:rPr lang="en-US" altLang="en-US" dirty="0"/>
              <a:t>Assigns a name to an interface on the security appliance.</a:t>
            </a:r>
          </a:p>
        </p:txBody>
      </p:sp>
      <p:sp>
        <p:nvSpPr>
          <p:cNvPr id="114695" name="Rectangle 8"/>
          <p:cNvSpPr>
            <a:spLocks noChangeArrowheads="1"/>
          </p:cNvSpPr>
          <p:nvPr/>
        </p:nvSpPr>
        <p:spPr bwMode="auto">
          <a:xfrm>
            <a:off x="7185026" y="1652589"/>
            <a:ext cx="2237792" cy="634664"/>
          </a:xfrm>
          <a:prstGeom prst="rect">
            <a:avLst/>
          </a:prstGeom>
          <a:solidFill>
            <a:schemeClr val="folHlink"/>
          </a:solidFill>
          <a:ln w="9525">
            <a:solidFill>
              <a:schemeClr val="tx1"/>
            </a:solidFill>
            <a:miter lim="800000"/>
            <a:headEnd/>
            <a:tailEnd/>
          </a:ln>
        </p:spPr>
        <p:txBody>
          <a:bodyPr wrap="none" lIns="92075" tIns="46039" rIns="92075" bIns="46039">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white"/>
                </a:solidFill>
              </a:rPr>
              <a:t>GigabitEthernet0/2</a:t>
            </a:r>
          </a:p>
          <a:p>
            <a:pPr fontAlgn="base">
              <a:spcBef>
                <a:spcPct val="20000"/>
              </a:spcBef>
              <a:spcAft>
                <a:spcPct val="0"/>
              </a:spcAft>
              <a:buClr>
                <a:srgbClr val="FF9933"/>
              </a:buClr>
              <a:buFont typeface="Wingdings" panose="05000000000000000000" pitchFamily="2" charset="2"/>
              <a:buNone/>
            </a:pPr>
            <a:r>
              <a:rPr lang="en-US" altLang="en-US" sz="1600">
                <a:solidFill>
                  <a:prstClr val="white"/>
                </a:solidFill>
              </a:rPr>
              <a:t> Interface name = dmz</a:t>
            </a:r>
          </a:p>
        </p:txBody>
      </p:sp>
      <p:sp>
        <p:nvSpPr>
          <p:cNvPr id="114696" name="Rectangle 7"/>
          <p:cNvSpPr>
            <a:spLocks noChangeArrowheads="1"/>
          </p:cNvSpPr>
          <p:nvPr/>
        </p:nvSpPr>
        <p:spPr bwMode="auto">
          <a:xfrm>
            <a:off x="3568701" y="3298826"/>
            <a:ext cx="2510303" cy="634664"/>
          </a:xfrm>
          <a:prstGeom prst="rect">
            <a:avLst/>
          </a:prstGeom>
          <a:solidFill>
            <a:schemeClr val="folHlink"/>
          </a:solidFill>
          <a:ln w="9525">
            <a:solidFill>
              <a:schemeClr val="tx1"/>
            </a:solidFill>
            <a:miter lim="800000"/>
            <a:headEnd/>
            <a:tailEnd/>
          </a:ln>
        </p:spPr>
        <p:txBody>
          <a:bodyPr wrap="none" lIns="92075" tIns="46039" rIns="92075" bIns="46039">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white"/>
                </a:solidFill>
              </a:rPr>
              <a:t>GigabitEthernet0/0</a:t>
            </a:r>
          </a:p>
          <a:p>
            <a:pPr fontAlgn="base">
              <a:spcBef>
                <a:spcPct val="20000"/>
              </a:spcBef>
              <a:spcAft>
                <a:spcPct val="0"/>
              </a:spcAft>
              <a:buClr>
                <a:srgbClr val="FF9933"/>
              </a:buClr>
              <a:buFont typeface="Wingdings" panose="05000000000000000000" pitchFamily="2" charset="2"/>
              <a:buNone/>
            </a:pPr>
            <a:r>
              <a:rPr lang="en-US" altLang="en-US" sz="1600">
                <a:solidFill>
                  <a:prstClr val="white"/>
                </a:solidFill>
              </a:rPr>
              <a:t> Interface name = outside</a:t>
            </a:r>
          </a:p>
        </p:txBody>
      </p:sp>
      <p:sp>
        <p:nvSpPr>
          <p:cNvPr id="114697" name="Rectangle 9"/>
          <p:cNvSpPr>
            <a:spLocks noChangeArrowheads="1"/>
          </p:cNvSpPr>
          <p:nvPr/>
        </p:nvSpPr>
        <p:spPr bwMode="auto">
          <a:xfrm>
            <a:off x="7175502" y="3298826"/>
            <a:ext cx="2441374" cy="634664"/>
          </a:xfrm>
          <a:prstGeom prst="rect">
            <a:avLst/>
          </a:prstGeom>
          <a:solidFill>
            <a:schemeClr val="folHlink"/>
          </a:solidFill>
          <a:ln w="9525">
            <a:solidFill>
              <a:schemeClr val="tx1"/>
            </a:solidFill>
            <a:miter lim="800000"/>
            <a:headEnd/>
            <a:tailEnd/>
          </a:ln>
        </p:spPr>
        <p:txBody>
          <a:bodyPr wrap="none" lIns="92075" tIns="46039" rIns="92075" bIns="46039">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white"/>
                </a:solidFill>
              </a:rPr>
              <a:t>GigabitEthernet0/1</a:t>
            </a:r>
          </a:p>
          <a:p>
            <a:pPr fontAlgn="base">
              <a:spcBef>
                <a:spcPct val="20000"/>
              </a:spcBef>
              <a:spcAft>
                <a:spcPct val="0"/>
              </a:spcAft>
              <a:buClr>
                <a:srgbClr val="FF9933"/>
              </a:buClr>
              <a:buFont typeface="Wingdings" panose="05000000000000000000" pitchFamily="2" charset="2"/>
              <a:buNone/>
            </a:pPr>
            <a:r>
              <a:rPr lang="en-US" altLang="en-US" sz="1600">
                <a:solidFill>
                  <a:prstClr val="white"/>
                </a:solidFill>
              </a:rPr>
              <a:t> Interface name = inside </a:t>
            </a:r>
          </a:p>
        </p:txBody>
      </p:sp>
      <p:sp>
        <p:nvSpPr>
          <p:cNvPr id="114698" name="Line 104"/>
          <p:cNvSpPr>
            <a:spLocks noChangeShapeType="1"/>
          </p:cNvSpPr>
          <p:nvPr/>
        </p:nvSpPr>
        <p:spPr bwMode="auto">
          <a:xfrm flipV="1">
            <a:off x="6445251" y="2903539"/>
            <a:ext cx="1457325" cy="317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14699" name="Line 105"/>
          <p:cNvSpPr>
            <a:spLocks noChangeShapeType="1"/>
          </p:cNvSpPr>
          <p:nvPr/>
        </p:nvSpPr>
        <p:spPr bwMode="auto">
          <a:xfrm>
            <a:off x="4011614" y="2895600"/>
            <a:ext cx="2447925" cy="3492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14700" name="Line 106"/>
          <p:cNvSpPr>
            <a:spLocks noChangeShapeType="1"/>
          </p:cNvSpPr>
          <p:nvPr/>
        </p:nvSpPr>
        <p:spPr bwMode="auto">
          <a:xfrm flipH="1">
            <a:off x="6689726" y="1676400"/>
            <a:ext cx="12700" cy="1481139"/>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14701" name="Rectangle 107"/>
          <p:cNvSpPr>
            <a:spLocks noChangeArrowheads="1"/>
          </p:cNvSpPr>
          <p:nvPr/>
        </p:nvSpPr>
        <p:spPr bwMode="auto">
          <a:xfrm>
            <a:off x="5838825" y="2932114"/>
            <a:ext cx="634789" cy="369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723900">
              <a:defRPr>
                <a:solidFill>
                  <a:schemeClr val="tx1"/>
                </a:solidFill>
                <a:latin typeface="Arial" panose="020B0604020202020204" pitchFamily="34" charset="0"/>
                <a:cs typeface="Arial" panose="020B0604020202020204" pitchFamily="34" charset="0"/>
              </a:defRPr>
            </a:lvl1pPr>
            <a:lvl2pPr marL="742950" indent="-285750" defTabSz="723900">
              <a:defRPr>
                <a:solidFill>
                  <a:schemeClr val="tx1"/>
                </a:solidFill>
                <a:latin typeface="Arial" panose="020B0604020202020204" pitchFamily="34" charset="0"/>
                <a:cs typeface="Arial" panose="020B0604020202020204" pitchFamily="34" charset="0"/>
              </a:defRPr>
            </a:lvl2pPr>
            <a:lvl3pPr marL="1143000" indent="-228600" defTabSz="723900">
              <a:defRPr>
                <a:solidFill>
                  <a:schemeClr val="tx1"/>
                </a:solidFill>
                <a:latin typeface="Arial" panose="020B0604020202020204" pitchFamily="34" charset="0"/>
                <a:cs typeface="Arial" panose="020B0604020202020204" pitchFamily="34" charset="0"/>
              </a:defRPr>
            </a:lvl3pPr>
            <a:lvl4pPr marL="1600200" indent="-228600" defTabSz="723900">
              <a:defRPr>
                <a:solidFill>
                  <a:schemeClr val="tx1"/>
                </a:solidFill>
                <a:latin typeface="Arial" panose="020B0604020202020204" pitchFamily="34" charset="0"/>
                <a:cs typeface="Arial" panose="020B0604020202020204" pitchFamily="34" charset="0"/>
              </a:defRPr>
            </a:lvl4pPr>
            <a:lvl5pPr marL="2057400" indent="-228600" defTabSz="723900">
              <a:defRPr>
                <a:solidFill>
                  <a:schemeClr val="tx1"/>
                </a:solidFill>
                <a:latin typeface="Arial" panose="020B0604020202020204" pitchFamily="34" charset="0"/>
                <a:cs typeface="Arial" panose="020B0604020202020204" pitchFamily="34" charset="0"/>
              </a:defRPr>
            </a:lvl5pPr>
            <a:lvl6pPr marL="25146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g0/0</a:t>
            </a:r>
            <a:endParaRPr lang="en-US" altLang="en-US" sz="1400">
              <a:solidFill>
                <a:prstClr val="black"/>
              </a:solidFill>
            </a:endParaRPr>
          </a:p>
        </p:txBody>
      </p:sp>
      <p:sp>
        <p:nvSpPr>
          <p:cNvPr id="114702" name="Rectangle 108"/>
          <p:cNvSpPr>
            <a:spLocks noChangeArrowheads="1"/>
          </p:cNvSpPr>
          <p:nvPr/>
        </p:nvSpPr>
        <p:spPr bwMode="auto">
          <a:xfrm>
            <a:off x="6665913" y="2398714"/>
            <a:ext cx="634789" cy="369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723900">
              <a:defRPr>
                <a:solidFill>
                  <a:schemeClr val="tx1"/>
                </a:solidFill>
                <a:latin typeface="Arial" panose="020B0604020202020204" pitchFamily="34" charset="0"/>
                <a:cs typeface="Arial" panose="020B0604020202020204" pitchFamily="34" charset="0"/>
              </a:defRPr>
            </a:lvl1pPr>
            <a:lvl2pPr marL="742950" indent="-285750" defTabSz="723900">
              <a:defRPr>
                <a:solidFill>
                  <a:schemeClr val="tx1"/>
                </a:solidFill>
                <a:latin typeface="Arial" panose="020B0604020202020204" pitchFamily="34" charset="0"/>
                <a:cs typeface="Arial" panose="020B0604020202020204" pitchFamily="34" charset="0"/>
              </a:defRPr>
            </a:lvl2pPr>
            <a:lvl3pPr marL="1143000" indent="-228600" defTabSz="723900">
              <a:defRPr>
                <a:solidFill>
                  <a:schemeClr val="tx1"/>
                </a:solidFill>
                <a:latin typeface="Arial" panose="020B0604020202020204" pitchFamily="34" charset="0"/>
                <a:cs typeface="Arial" panose="020B0604020202020204" pitchFamily="34" charset="0"/>
              </a:defRPr>
            </a:lvl3pPr>
            <a:lvl4pPr marL="1600200" indent="-228600" defTabSz="723900">
              <a:defRPr>
                <a:solidFill>
                  <a:schemeClr val="tx1"/>
                </a:solidFill>
                <a:latin typeface="Arial" panose="020B0604020202020204" pitchFamily="34" charset="0"/>
                <a:cs typeface="Arial" panose="020B0604020202020204" pitchFamily="34" charset="0"/>
              </a:defRPr>
            </a:lvl4pPr>
            <a:lvl5pPr marL="2057400" indent="-228600" defTabSz="723900">
              <a:defRPr>
                <a:solidFill>
                  <a:schemeClr val="tx1"/>
                </a:solidFill>
                <a:latin typeface="Arial" panose="020B0604020202020204" pitchFamily="34" charset="0"/>
                <a:cs typeface="Arial" panose="020B0604020202020204" pitchFamily="34" charset="0"/>
              </a:defRPr>
            </a:lvl5pPr>
            <a:lvl6pPr marL="25146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g0/2</a:t>
            </a:r>
          </a:p>
        </p:txBody>
      </p:sp>
      <p:sp>
        <p:nvSpPr>
          <p:cNvPr id="114703" name="Rectangle 109"/>
          <p:cNvSpPr>
            <a:spLocks noChangeArrowheads="1"/>
          </p:cNvSpPr>
          <p:nvPr/>
        </p:nvSpPr>
        <p:spPr bwMode="auto">
          <a:xfrm>
            <a:off x="6869113" y="2863851"/>
            <a:ext cx="634789" cy="369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723900">
              <a:defRPr>
                <a:solidFill>
                  <a:schemeClr val="tx1"/>
                </a:solidFill>
                <a:latin typeface="Arial" panose="020B0604020202020204" pitchFamily="34" charset="0"/>
                <a:cs typeface="Arial" panose="020B0604020202020204" pitchFamily="34" charset="0"/>
              </a:defRPr>
            </a:lvl1pPr>
            <a:lvl2pPr marL="742950" indent="-285750" defTabSz="723900">
              <a:defRPr>
                <a:solidFill>
                  <a:schemeClr val="tx1"/>
                </a:solidFill>
                <a:latin typeface="Arial" panose="020B0604020202020204" pitchFamily="34" charset="0"/>
                <a:cs typeface="Arial" panose="020B0604020202020204" pitchFamily="34" charset="0"/>
              </a:defRPr>
            </a:lvl2pPr>
            <a:lvl3pPr marL="1143000" indent="-228600" defTabSz="723900">
              <a:defRPr>
                <a:solidFill>
                  <a:schemeClr val="tx1"/>
                </a:solidFill>
                <a:latin typeface="Arial" panose="020B0604020202020204" pitchFamily="34" charset="0"/>
                <a:cs typeface="Arial" panose="020B0604020202020204" pitchFamily="34" charset="0"/>
              </a:defRPr>
            </a:lvl3pPr>
            <a:lvl4pPr marL="1600200" indent="-228600" defTabSz="723900">
              <a:defRPr>
                <a:solidFill>
                  <a:schemeClr val="tx1"/>
                </a:solidFill>
                <a:latin typeface="Arial" panose="020B0604020202020204" pitchFamily="34" charset="0"/>
                <a:cs typeface="Arial" panose="020B0604020202020204" pitchFamily="34" charset="0"/>
              </a:defRPr>
            </a:lvl4pPr>
            <a:lvl5pPr marL="2057400" indent="-228600" defTabSz="723900">
              <a:defRPr>
                <a:solidFill>
                  <a:schemeClr val="tx1"/>
                </a:solidFill>
                <a:latin typeface="Arial" panose="020B0604020202020204" pitchFamily="34" charset="0"/>
                <a:cs typeface="Arial" panose="020B0604020202020204" pitchFamily="34" charset="0"/>
              </a:defRPr>
            </a:lvl5pPr>
            <a:lvl6pPr marL="25146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g0/1</a:t>
            </a:r>
          </a:p>
        </p:txBody>
      </p:sp>
      <p:grpSp>
        <p:nvGrpSpPr>
          <p:cNvPr id="114704" name="Group 110"/>
          <p:cNvGrpSpPr>
            <a:grpSpLocks/>
          </p:cNvGrpSpPr>
          <p:nvPr/>
        </p:nvGrpSpPr>
        <p:grpSpPr bwMode="auto">
          <a:xfrm>
            <a:off x="2654300" y="2428877"/>
            <a:ext cx="1538288" cy="784225"/>
            <a:chOff x="775" y="3234"/>
            <a:chExt cx="969" cy="494"/>
          </a:xfrm>
        </p:grpSpPr>
        <p:pic>
          <p:nvPicPr>
            <p:cNvPr id="114709" name="Picture 111" descr="Network_Cloud_Standard"/>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5" y="3234"/>
              <a:ext cx="969" cy="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4710" name="Rectangle 112"/>
            <p:cNvSpPr>
              <a:spLocks noChangeArrowheads="1"/>
            </p:cNvSpPr>
            <p:nvPr/>
          </p:nvSpPr>
          <p:spPr bwMode="auto">
            <a:xfrm>
              <a:off x="970" y="3384"/>
              <a:ext cx="55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Internet</a:t>
              </a:r>
            </a:p>
          </p:txBody>
        </p:sp>
      </p:grpSp>
      <p:pic>
        <p:nvPicPr>
          <p:cNvPr id="114705" name="Picture 114" descr="File-Application_Serve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02388" y="1611313"/>
            <a:ext cx="442912"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706" name="Picture 116" descr="PC"/>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727951" y="2490789"/>
            <a:ext cx="636588"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707" name="Picture 119" descr="Cisco_ASA5500"/>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418263" y="2698751"/>
            <a:ext cx="493712"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4708" name="Picture 120" descr="Route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706939" y="2687639"/>
            <a:ext cx="585787"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60336786"/>
      </p:ext>
    </p:ext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ChangeArrowheads="1"/>
          </p:cNvSpPr>
          <p:nvPr/>
        </p:nvSpPr>
        <p:spPr bwMode="auto">
          <a:xfrm>
            <a:off x="2227264" y="4083050"/>
            <a:ext cx="7589837" cy="462947"/>
          </a:xfrm>
          <a:prstGeom prst="rect">
            <a:avLst/>
          </a:prstGeom>
          <a:solidFill>
            <a:schemeClr val="bg1"/>
          </a:solidFill>
          <a:ln w="28575">
            <a:solidFill>
              <a:schemeClr val="tx1"/>
            </a:solidFill>
            <a:miter lim="800000"/>
            <a:headEnd/>
            <a:tailEnd/>
          </a:ln>
        </p:spPr>
        <p:txBody>
          <a:bodyPr lIns="92075" tIns="92075" rIns="92075" bIns="92075">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srgbClr val="000000"/>
                </a:solidFill>
                <a:latin typeface="Courier New" panose="02070309020205020404" pitchFamily="49" charset="0"/>
              </a:rPr>
              <a:t>ip address </a:t>
            </a:r>
            <a:r>
              <a:rPr lang="en-US" altLang="en-US" i="1">
                <a:solidFill>
                  <a:srgbClr val="000000"/>
                </a:solidFill>
                <a:latin typeface="Courier New" panose="02070309020205020404" pitchFamily="49" charset="0"/>
              </a:rPr>
              <a:t>ip_address</a:t>
            </a:r>
            <a:r>
              <a:rPr lang="en-US" altLang="en-US">
                <a:solidFill>
                  <a:srgbClr val="000000"/>
                </a:solidFill>
                <a:latin typeface="Courier New" panose="02070309020205020404" pitchFamily="49" charset="0"/>
              </a:rPr>
              <a:t> [</a:t>
            </a:r>
            <a:r>
              <a:rPr lang="en-US" altLang="en-US" i="1">
                <a:solidFill>
                  <a:srgbClr val="000000"/>
                </a:solidFill>
                <a:latin typeface="Courier New" panose="02070309020205020404" pitchFamily="49" charset="0"/>
              </a:rPr>
              <a:t>mask</a:t>
            </a:r>
            <a:r>
              <a:rPr lang="en-US" altLang="en-US">
                <a:solidFill>
                  <a:srgbClr val="000000"/>
                </a:solidFill>
                <a:latin typeface="Courier New" panose="02070309020205020404" pitchFamily="49" charset="0"/>
              </a:rPr>
              <a:t>] [standby</a:t>
            </a:r>
            <a:r>
              <a:rPr lang="en-US" altLang="en-US" i="1">
                <a:solidFill>
                  <a:srgbClr val="000000"/>
                </a:solidFill>
                <a:latin typeface="Courier New" panose="02070309020205020404" pitchFamily="49" charset="0"/>
              </a:rPr>
              <a:t> ip_address</a:t>
            </a:r>
            <a:r>
              <a:rPr lang="en-US" altLang="en-US">
                <a:solidFill>
                  <a:srgbClr val="000000"/>
                </a:solidFill>
                <a:latin typeface="Courier New" panose="02070309020205020404" pitchFamily="49" charset="0"/>
              </a:rPr>
              <a:t>]</a:t>
            </a:r>
          </a:p>
        </p:txBody>
      </p:sp>
      <p:sp>
        <p:nvSpPr>
          <p:cNvPr id="116739" name="Text Box 3"/>
          <p:cNvSpPr txBox="1">
            <a:spLocks noChangeArrowheads="1"/>
          </p:cNvSpPr>
          <p:nvPr/>
        </p:nvSpPr>
        <p:spPr bwMode="auto">
          <a:xfrm>
            <a:off x="2227263" y="3703431"/>
            <a:ext cx="19511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50000"/>
              </a:spcBef>
              <a:spcAft>
                <a:spcPct val="0"/>
              </a:spcAft>
              <a:buClr>
                <a:srgbClr val="FF9933"/>
              </a:buClr>
              <a:buFont typeface="Wingdings" panose="05000000000000000000" pitchFamily="2" charset="2"/>
              <a:buNone/>
            </a:pPr>
            <a:r>
              <a:rPr lang="en-US" altLang="en-US" sz="1600">
                <a:solidFill>
                  <a:prstClr val="black"/>
                </a:solidFill>
              </a:rPr>
              <a:t>ciscoasa(config-if)#</a:t>
            </a:r>
          </a:p>
        </p:txBody>
      </p:sp>
      <p:sp>
        <p:nvSpPr>
          <p:cNvPr id="116740" name="Rectangle 4"/>
          <p:cNvSpPr>
            <a:spLocks noGrp="1" noChangeArrowheads="1"/>
          </p:cNvSpPr>
          <p:nvPr>
            <p:ph type="title"/>
          </p:nvPr>
        </p:nvSpPr>
        <p:spPr>
          <a:xfrm>
            <a:off x="0" y="11285"/>
            <a:ext cx="12090400" cy="666577"/>
          </a:xfrm>
        </p:spPr>
        <p:txBody>
          <a:bodyPr/>
          <a:lstStyle/>
          <a:p>
            <a:pPr eaLnBrk="1" hangingPunct="1"/>
            <a:r>
              <a:rPr lang="en-US" altLang="en-US" sz="3733" dirty="0">
                <a:latin typeface="Arial" panose="020B0604020202020204" pitchFamily="34" charset="0"/>
                <a:cs typeface="Arial" panose="020B0604020202020204" pitchFamily="34" charset="0"/>
              </a:rPr>
              <a:t>Assign Interface IP Address: </a:t>
            </a:r>
            <a:r>
              <a:rPr lang="en-US" altLang="en-US" sz="3733" dirty="0" err="1">
                <a:latin typeface="Arial" panose="020B0604020202020204" pitchFamily="34" charset="0"/>
                <a:cs typeface="Arial" panose="020B0604020202020204" pitchFamily="34" charset="0"/>
              </a:rPr>
              <a:t>ip</a:t>
            </a:r>
            <a:r>
              <a:rPr lang="en-US" altLang="en-US" sz="3733" dirty="0">
                <a:latin typeface="Arial" panose="020B0604020202020204" pitchFamily="34" charset="0"/>
                <a:cs typeface="Arial" panose="020B0604020202020204" pitchFamily="34" charset="0"/>
              </a:rPr>
              <a:t> address Subcommand</a:t>
            </a:r>
          </a:p>
        </p:txBody>
      </p:sp>
      <p:sp>
        <p:nvSpPr>
          <p:cNvPr id="116741" name="Rectangle 5"/>
          <p:cNvSpPr>
            <a:spLocks noGrp="1" noChangeArrowheads="1"/>
          </p:cNvSpPr>
          <p:nvPr>
            <p:ph idx="1"/>
          </p:nvPr>
        </p:nvSpPr>
        <p:spPr>
          <a:xfrm>
            <a:off x="2227265" y="4600575"/>
            <a:ext cx="7500937" cy="457200"/>
          </a:xfrm>
        </p:spPr>
        <p:txBody>
          <a:bodyPr/>
          <a:lstStyle/>
          <a:p>
            <a:pPr lvl="1" eaLnBrk="1" hangingPunct="1">
              <a:buFont typeface="Wingdings" panose="05000000000000000000" pitchFamily="2" charset="2"/>
              <a:buNone/>
            </a:pPr>
            <a:r>
              <a:rPr lang="en-US" altLang="en-US" sz="1600"/>
              <a:t>Assigns an IP address to each interface</a:t>
            </a:r>
          </a:p>
        </p:txBody>
      </p:sp>
      <p:sp>
        <p:nvSpPr>
          <p:cNvPr id="116742" name="Rectangle 6"/>
          <p:cNvSpPr>
            <a:spLocks noChangeArrowheads="1"/>
          </p:cNvSpPr>
          <p:nvPr/>
        </p:nvSpPr>
        <p:spPr bwMode="auto">
          <a:xfrm>
            <a:off x="2024064" y="4929188"/>
            <a:ext cx="8358187" cy="1127745"/>
          </a:xfrm>
          <a:prstGeom prst="rect">
            <a:avLst/>
          </a:prstGeom>
          <a:solidFill>
            <a:schemeClr val="bg1"/>
          </a:solidFill>
          <a:ln w="28575">
            <a:solidFill>
              <a:schemeClr val="tx1"/>
            </a:solidFill>
            <a:miter lim="800000"/>
            <a:headEnd/>
            <a:tailEnd/>
          </a:ln>
        </p:spPr>
        <p:txBody>
          <a:bodyPr lIns="92075" tIns="92075" rIns="92075" bIns="92075">
            <a:spAutoFit/>
          </a:bodyPr>
          <a:lstStyle>
            <a:lvl1pPr marL="228600" indent="-2286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latin typeface="Courier New" panose="02070309020205020404" pitchFamily="49" charset="0"/>
              </a:rPr>
              <a:t>asa1(config)# interface GigabitEthernet0/0</a:t>
            </a:r>
          </a:p>
          <a:p>
            <a:pPr fontAlgn="base">
              <a:spcBef>
                <a:spcPct val="20000"/>
              </a:spcBef>
              <a:spcAft>
                <a:spcPct val="0"/>
              </a:spcAft>
              <a:buClr>
                <a:srgbClr val="FF9933"/>
              </a:buClr>
              <a:buFont typeface="Wingdings" panose="05000000000000000000" pitchFamily="2" charset="2"/>
              <a:buNone/>
            </a:pPr>
            <a:r>
              <a:rPr lang="en-US" altLang="en-US">
                <a:solidFill>
                  <a:prstClr val="black"/>
                </a:solidFill>
                <a:latin typeface="Courier New" panose="02070309020205020404" pitchFamily="49" charset="0"/>
              </a:rPr>
              <a:t>asa1(config-if)# nameif outside</a:t>
            </a:r>
          </a:p>
          <a:p>
            <a:pPr fontAlgn="base">
              <a:spcBef>
                <a:spcPct val="20000"/>
              </a:spcBef>
              <a:spcAft>
                <a:spcPct val="0"/>
              </a:spcAft>
              <a:buClr>
                <a:srgbClr val="FF9933"/>
              </a:buClr>
              <a:buFont typeface="Wingdings" panose="05000000000000000000" pitchFamily="2" charset="2"/>
              <a:buNone/>
            </a:pPr>
            <a:r>
              <a:rPr lang="en-US" altLang="en-US">
                <a:solidFill>
                  <a:prstClr val="black"/>
                </a:solidFill>
                <a:latin typeface="Courier New" panose="02070309020205020404" pitchFamily="49" charset="0"/>
              </a:rPr>
              <a:t>asa1(config-if)# ip address 192.168.1.2 255.255.255.0</a:t>
            </a:r>
          </a:p>
        </p:txBody>
      </p:sp>
      <p:sp>
        <p:nvSpPr>
          <p:cNvPr id="116743" name="Rectangle 7"/>
          <p:cNvSpPr>
            <a:spLocks noChangeArrowheads="1"/>
          </p:cNvSpPr>
          <p:nvPr/>
        </p:nvSpPr>
        <p:spPr bwMode="auto">
          <a:xfrm>
            <a:off x="5384802" y="2938465"/>
            <a:ext cx="2540247" cy="930129"/>
          </a:xfrm>
          <a:prstGeom prst="rect">
            <a:avLst/>
          </a:prstGeom>
          <a:solidFill>
            <a:schemeClr val="folHlink"/>
          </a:solidFill>
          <a:ln w="9525">
            <a:solidFill>
              <a:schemeClr val="tx1"/>
            </a:solidFill>
            <a:miter lim="800000"/>
            <a:headEnd/>
            <a:tailEnd/>
          </a:ln>
        </p:spPr>
        <p:txBody>
          <a:bodyPr wrap="none" lIns="92075" tIns="46039" rIns="92075" bIns="46039">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white"/>
                </a:solidFill>
              </a:rPr>
              <a:t>GigabitEthernet0/0</a:t>
            </a:r>
          </a:p>
          <a:p>
            <a:pPr fontAlgn="base">
              <a:spcBef>
                <a:spcPct val="20000"/>
              </a:spcBef>
              <a:spcAft>
                <a:spcPct val="0"/>
              </a:spcAft>
              <a:buClr>
                <a:srgbClr val="FF9933"/>
              </a:buClr>
              <a:buFont typeface="Wingdings" panose="05000000000000000000" pitchFamily="2" charset="2"/>
              <a:buNone/>
            </a:pPr>
            <a:r>
              <a:rPr lang="en-US" altLang="en-US" sz="1600">
                <a:solidFill>
                  <a:prstClr val="white"/>
                </a:solidFill>
              </a:rPr>
              <a:t> Interface name = outside</a:t>
            </a:r>
          </a:p>
          <a:p>
            <a:pPr fontAlgn="base">
              <a:spcBef>
                <a:spcPct val="20000"/>
              </a:spcBef>
              <a:spcAft>
                <a:spcPct val="0"/>
              </a:spcAft>
              <a:buClr>
                <a:srgbClr val="FF9933"/>
              </a:buClr>
              <a:buFont typeface="Wingdings" panose="05000000000000000000" pitchFamily="2" charset="2"/>
              <a:buNone/>
            </a:pPr>
            <a:r>
              <a:rPr lang="en-US" altLang="en-US" sz="1600">
                <a:solidFill>
                  <a:prstClr val="white"/>
                </a:solidFill>
              </a:rPr>
              <a:t> IP address = 192.168.1.2</a:t>
            </a:r>
          </a:p>
        </p:txBody>
      </p:sp>
      <p:sp>
        <p:nvSpPr>
          <p:cNvPr id="116744" name="Line 102"/>
          <p:cNvSpPr>
            <a:spLocks noChangeShapeType="1"/>
          </p:cNvSpPr>
          <p:nvPr/>
        </p:nvSpPr>
        <p:spPr bwMode="auto">
          <a:xfrm flipV="1">
            <a:off x="6551614" y="2276477"/>
            <a:ext cx="1457325" cy="317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16745" name="Line 103"/>
          <p:cNvSpPr>
            <a:spLocks noChangeShapeType="1"/>
          </p:cNvSpPr>
          <p:nvPr/>
        </p:nvSpPr>
        <p:spPr bwMode="auto">
          <a:xfrm>
            <a:off x="4117976" y="2268539"/>
            <a:ext cx="2447925" cy="3492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16746" name="Line 104"/>
          <p:cNvSpPr>
            <a:spLocks noChangeShapeType="1"/>
          </p:cNvSpPr>
          <p:nvPr/>
        </p:nvSpPr>
        <p:spPr bwMode="auto">
          <a:xfrm flipH="1">
            <a:off x="6796089" y="1312863"/>
            <a:ext cx="12700" cy="1103312"/>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16747" name="Rectangle 105"/>
          <p:cNvSpPr>
            <a:spLocks noChangeArrowheads="1"/>
          </p:cNvSpPr>
          <p:nvPr/>
        </p:nvSpPr>
        <p:spPr bwMode="auto">
          <a:xfrm>
            <a:off x="5959476" y="2305051"/>
            <a:ext cx="634789" cy="369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723900">
              <a:defRPr>
                <a:solidFill>
                  <a:schemeClr val="tx1"/>
                </a:solidFill>
                <a:latin typeface="Arial" panose="020B0604020202020204" pitchFamily="34" charset="0"/>
                <a:cs typeface="Arial" panose="020B0604020202020204" pitchFamily="34" charset="0"/>
              </a:defRPr>
            </a:lvl1pPr>
            <a:lvl2pPr marL="742950" indent="-285750" defTabSz="723900">
              <a:defRPr>
                <a:solidFill>
                  <a:schemeClr val="tx1"/>
                </a:solidFill>
                <a:latin typeface="Arial" panose="020B0604020202020204" pitchFamily="34" charset="0"/>
                <a:cs typeface="Arial" panose="020B0604020202020204" pitchFamily="34" charset="0"/>
              </a:defRPr>
            </a:lvl2pPr>
            <a:lvl3pPr marL="1143000" indent="-228600" defTabSz="723900">
              <a:defRPr>
                <a:solidFill>
                  <a:schemeClr val="tx1"/>
                </a:solidFill>
                <a:latin typeface="Arial" panose="020B0604020202020204" pitchFamily="34" charset="0"/>
                <a:cs typeface="Arial" panose="020B0604020202020204" pitchFamily="34" charset="0"/>
              </a:defRPr>
            </a:lvl3pPr>
            <a:lvl4pPr marL="1600200" indent="-228600" defTabSz="723900">
              <a:defRPr>
                <a:solidFill>
                  <a:schemeClr val="tx1"/>
                </a:solidFill>
                <a:latin typeface="Arial" panose="020B0604020202020204" pitchFamily="34" charset="0"/>
                <a:cs typeface="Arial" panose="020B0604020202020204" pitchFamily="34" charset="0"/>
              </a:defRPr>
            </a:lvl4pPr>
            <a:lvl5pPr marL="2057400" indent="-228600" defTabSz="723900">
              <a:defRPr>
                <a:solidFill>
                  <a:schemeClr val="tx1"/>
                </a:solidFill>
                <a:latin typeface="Arial" panose="020B0604020202020204" pitchFamily="34" charset="0"/>
                <a:cs typeface="Arial" panose="020B0604020202020204" pitchFamily="34" charset="0"/>
              </a:defRPr>
            </a:lvl5pPr>
            <a:lvl6pPr marL="25146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g0/0</a:t>
            </a:r>
            <a:endParaRPr lang="en-US" altLang="en-US" sz="1400">
              <a:solidFill>
                <a:prstClr val="black"/>
              </a:solidFill>
            </a:endParaRPr>
          </a:p>
        </p:txBody>
      </p:sp>
      <p:sp>
        <p:nvSpPr>
          <p:cNvPr id="116748" name="Rectangle 106"/>
          <p:cNvSpPr>
            <a:spLocks noChangeArrowheads="1"/>
          </p:cNvSpPr>
          <p:nvPr/>
        </p:nvSpPr>
        <p:spPr bwMode="auto">
          <a:xfrm>
            <a:off x="6772276" y="1771651"/>
            <a:ext cx="634789" cy="369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723900">
              <a:defRPr>
                <a:solidFill>
                  <a:schemeClr val="tx1"/>
                </a:solidFill>
                <a:latin typeface="Arial" panose="020B0604020202020204" pitchFamily="34" charset="0"/>
                <a:cs typeface="Arial" panose="020B0604020202020204" pitchFamily="34" charset="0"/>
              </a:defRPr>
            </a:lvl1pPr>
            <a:lvl2pPr marL="742950" indent="-285750" defTabSz="723900">
              <a:defRPr>
                <a:solidFill>
                  <a:schemeClr val="tx1"/>
                </a:solidFill>
                <a:latin typeface="Arial" panose="020B0604020202020204" pitchFamily="34" charset="0"/>
                <a:cs typeface="Arial" panose="020B0604020202020204" pitchFamily="34" charset="0"/>
              </a:defRPr>
            </a:lvl2pPr>
            <a:lvl3pPr marL="1143000" indent="-228600" defTabSz="723900">
              <a:defRPr>
                <a:solidFill>
                  <a:schemeClr val="tx1"/>
                </a:solidFill>
                <a:latin typeface="Arial" panose="020B0604020202020204" pitchFamily="34" charset="0"/>
                <a:cs typeface="Arial" panose="020B0604020202020204" pitchFamily="34" charset="0"/>
              </a:defRPr>
            </a:lvl3pPr>
            <a:lvl4pPr marL="1600200" indent="-228600" defTabSz="723900">
              <a:defRPr>
                <a:solidFill>
                  <a:schemeClr val="tx1"/>
                </a:solidFill>
                <a:latin typeface="Arial" panose="020B0604020202020204" pitchFamily="34" charset="0"/>
                <a:cs typeface="Arial" panose="020B0604020202020204" pitchFamily="34" charset="0"/>
              </a:defRPr>
            </a:lvl4pPr>
            <a:lvl5pPr marL="2057400" indent="-228600" defTabSz="723900">
              <a:defRPr>
                <a:solidFill>
                  <a:schemeClr val="tx1"/>
                </a:solidFill>
                <a:latin typeface="Arial" panose="020B0604020202020204" pitchFamily="34" charset="0"/>
                <a:cs typeface="Arial" panose="020B0604020202020204" pitchFamily="34" charset="0"/>
              </a:defRPr>
            </a:lvl5pPr>
            <a:lvl6pPr marL="25146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g0/2</a:t>
            </a:r>
          </a:p>
        </p:txBody>
      </p:sp>
      <p:sp>
        <p:nvSpPr>
          <p:cNvPr id="116749" name="Rectangle 107"/>
          <p:cNvSpPr>
            <a:spLocks noChangeArrowheads="1"/>
          </p:cNvSpPr>
          <p:nvPr/>
        </p:nvSpPr>
        <p:spPr bwMode="auto">
          <a:xfrm>
            <a:off x="6975476" y="2236789"/>
            <a:ext cx="634789" cy="369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723900">
              <a:defRPr>
                <a:solidFill>
                  <a:schemeClr val="tx1"/>
                </a:solidFill>
                <a:latin typeface="Arial" panose="020B0604020202020204" pitchFamily="34" charset="0"/>
                <a:cs typeface="Arial" panose="020B0604020202020204" pitchFamily="34" charset="0"/>
              </a:defRPr>
            </a:lvl1pPr>
            <a:lvl2pPr marL="742950" indent="-285750" defTabSz="723900">
              <a:defRPr>
                <a:solidFill>
                  <a:schemeClr val="tx1"/>
                </a:solidFill>
                <a:latin typeface="Arial" panose="020B0604020202020204" pitchFamily="34" charset="0"/>
                <a:cs typeface="Arial" panose="020B0604020202020204" pitchFamily="34" charset="0"/>
              </a:defRPr>
            </a:lvl2pPr>
            <a:lvl3pPr marL="1143000" indent="-228600" defTabSz="723900">
              <a:defRPr>
                <a:solidFill>
                  <a:schemeClr val="tx1"/>
                </a:solidFill>
                <a:latin typeface="Arial" panose="020B0604020202020204" pitchFamily="34" charset="0"/>
                <a:cs typeface="Arial" panose="020B0604020202020204" pitchFamily="34" charset="0"/>
              </a:defRPr>
            </a:lvl3pPr>
            <a:lvl4pPr marL="1600200" indent="-228600" defTabSz="723900">
              <a:defRPr>
                <a:solidFill>
                  <a:schemeClr val="tx1"/>
                </a:solidFill>
                <a:latin typeface="Arial" panose="020B0604020202020204" pitchFamily="34" charset="0"/>
                <a:cs typeface="Arial" panose="020B0604020202020204" pitchFamily="34" charset="0"/>
              </a:defRPr>
            </a:lvl4pPr>
            <a:lvl5pPr marL="2057400" indent="-228600" defTabSz="723900">
              <a:defRPr>
                <a:solidFill>
                  <a:schemeClr val="tx1"/>
                </a:solidFill>
                <a:latin typeface="Arial" panose="020B0604020202020204" pitchFamily="34" charset="0"/>
                <a:cs typeface="Arial" panose="020B0604020202020204" pitchFamily="34" charset="0"/>
              </a:defRPr>
            </a:lvl5pPr>
            <a:lvl6pPr marL="25146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g0/1</a:t>
            </a:r>
          </a:p>
        </p:txBody>
      </p:sp>
      <p:grpSp>
        <p:nvGrpSpPr>
          <p:cNvPr id="116750" name="Group 108"/>
          <p:cNvGrpSpPr>
            <a:grpSpLocks/>
          </p:cNvGrpSpPr>
          <p:nvPr/>
        </p:nvGrpSpPr>
        <p:grpSpPr bwMode="auto">
          <a:xfrm>
            <a:off x="2760665" y="1801814"/>
            <a:ext cx="1538287" cy="784225"/>
            <a:chOff x="775" y="3234"/>
            <a:chExt cx="969" cy="494"/>
          </a:xfrm>
        </p:grpSpPr>
        <p:pic>
          <p:nvPicPr>
            <p:cNvPr id="116755" name="Picture 109" descr="Network_Cloud_Standard"/>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5" y="3234"/>
              <a:ext cx="969" cy="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6756" name="Rectangle 110"/>
            <p:cNvSpPr>
              <a:spLocks noChangeArrowheads="1"/>
            </p:cNvSpPr>
            <p:nvPr/>
          </p:nvSpPr>
          <p:spPr bwMode="auto">
            <a:xfrm>
              <a:off x="970" y="3384"/>
              <a:ext cx="55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Internet</a:t>
              </a:r>
            </a:p>
          </p:txBody>
        </p:sp>
      </p:grpSp>
      <p:pic>
        <p:nvPicPr>
          <p:cNvPr id="116751" name="Picture 112" descr="File-Application_Serve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51613" y="1127126"/>
            <a:ext cx="442912" cy="63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6752" name="Picture 114" descr="PC"/>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834313" y="1863726"/>
            <a:ext cx="636587"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6753" name="Picture 122" descr="Cisco_ASA5500"/>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524626" y="2071688"/>
            <a:ext cx="493713"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6754" name="Picture 123" descr="Route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813301" y="2058990"/>
            <a:ext cx="585788"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03697191"/>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ChangeArrowheads="1"/>
          </p:cNvSpPr>
          <p:nvPr>
            <p:ph type="title"/>
          </p:nvPr>
        </p:nvSpPr>
        <p:spPr>
          <a:xfrm>
            <a:off x="0" y="-3967"/>
            <a:ext cx="12090400" cy="494508"/>
          </a:xfrm>
        </p:spPr>
        <p:txBody>
          <a:bodyPr/>
          <a:lstStyle/>
          <a:p>
            <a:pPr eaLnBrk="1" hangingPunct="1"/>
            <a:r>
              <a:rPr lang="en-US" altLang="en-US" sz="3733" dirty="0">
                <a:latin typeface="Arial" panose="020B0604020202020204" pitchFamily="34" charset="0"/>
                <a:cs typeface="Arial" panose="020B0604020202020204" pitchFamily="34" charset="0"/>
              </a:rPr>
              <a:t>DHCP-Assigned Address</a:t>
            </a:r>
          </a:p>
        </p:txBody>
      </p:sp>
      <p:sp>
        <p:nvSpPr>
          <p:cNvPr id="118787" name="Rectangle 3"/>
          <p:cNvSpPr>
            <a:spLocks noChangeArrowheads="1"/>
          </p:cNvSpPr>
          <p:nvPr/>
        </p:nvSpPr>
        <p:spPr bwMode="auto">
          <a:xfrm>
            <a:off x="2452690" y="4929188"/>
            <a:ext cx="7597775" cy="1127745"/>
          </a:xfrm>
          <a:prstGeom prst="rect">
            <a:avLst/>
          </a:prstGeom>
          <a:solidFill>
            <a:schemeClr val="bg1"/>
          </a:solidFill>
          <a:ln w="28575">
            <a:solidFill>
              <a:schemeClr val="tx1"/>
            </a:solidFill>
            <a:miter lim="800000"/>
            <a:headEnd/>
            <a:tailEnd/>
          </a:ln>
        </p:spPr>
        <p:txBody>
          <a:bodyPr lIns="92075" tIns="92075" rIns="92075" bIns="92075">
            <a:spAutoFit/>
          </a:bodyPr>
          <a:lstStyle>
            <a:lvl1pPr marL="228600" indent="-2286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latin typeface="Courier New" panose="02070309020205020404" pitchFamily="49" charset="0"/>
              </a:rPr>
              <a:t>asa1(config)# interface GigabitEthernet0/0</a:t>
            </a:r>
          </a:p>
          <a:p>
            <a:pPr fontAlgn="base">
              <a:spcBef>
                <a:spcPct val="20000"/>
              </a:spcBef>
              <a:spcAft>
                <a:spcPct val="0"/>
              </a:spcAft>
              <a:buClr>
                <a:srgbClr val="FF9933"/>
              </a:buClr>
              <a:buFont typeface="Wingdings" panose="05000000000000000000" pitchFamily="2" charset="2"/>
              <a:buNone/>
            </a:pPr>
            <a:r>
              <a:rPr lang="en-US" altLang="en-US">
                <a:solidFill>
                  <a:prstClr val="black"/>
                </a:solidFill>
                <a:latin typeface="Courier New" panose="02070309020205020404" pitchFamily="49" charset="0"/>
              </a:rPr>
              <a:t>asa1(config-if)# nameif outside </a:t>
            </a:r>
          </a:p>
          <a:p>
            <a:pPr fontAlgn="base">
              <a:spcBef>
                <a:spcPct val="20000"/>
              </a:spcBef>
              <a:spcAft>
                <a:spcPct val="0"/>
              </a:spcAft>
              <a:buClr>
                <a:srgbClr val="FF9933"/>
              </a:buClr>
              <a:buFont typeface="Wingdings" panose="05000000000000000000" pitchFamily="2" charset="2"/>
              <a:buNone/>
            </a:pPr>
            <a:r>
              <a:rPr lang="en-US" altLang="en-US">
                <a:solidFill>
                  <a:prstClr val="black"/>
                </a:solidFill>
                <a:latin typeface="Courier New" panose="02070309020205020404" pitchFamily="49" charset="0"/>
              </a:rPr>
              <a:t>asa1(config-if)# ip address dhcp</a:t>
            </a:r>
          </a:p>
        </p:txBody>
      </p:sp>
      <p:sp>
        <p:nvSpPr>
          <p:cNvPr id="118788" name="Text Box 4"/>
          <p:cNvSpPr txBox="1">
            <a:spLocks noChangeArrowheads="1"/>
          </p:cNvSpPr>
          <p:nvPr/>
        </p:nvSpPr>
        <p:spPr bwMode="auto">
          <a:xfrm>
            <a:off x="2452689" y="3722964"/>
            <a:ext cx="197361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50000"/>
              </a:spcBef>
              <a:spcAft>
                <a:spcPct val="0"/>
              </a:spcAft>
              <a:buClr>
                <a:srgbClr val="FF9933"/>
              </a:buClr>
              <a:buFont typeface="Wingdings" panose="05000000000000000000" pitchFamily="2" charset="2"/>
              <a:buNone/>
            </a:pPr>
            <a:r>
              <a:rPr lang="en-US" altLang="en-US" sz="1600">
                <a:solidFill>
                  <a:prstClr val="black"/>
                </a:solidFill>
              </a:rPr>
              <a:t>ciscoasa(config-if</a:t>
            </a:r>
            <a:r>
              <a:rPr lang="en-US" altLang="en-US">
                <a:solidFill>
                  <a:prstClr val="black"/>
                </a:solidFill>
              </a:rPr>
              <a:t>)#</a:t>
            </a:r>
          </a:p>
        </p:txBody>
      </p:sp>
      <p:sp>
        <p:nvSpPr>
          <p:cNvPr id="118789" name="Rectangle 5"/>
          <p:cNvSpPr>
            <a:spLocks noChangeArrowheads="1"/>
          </p:cNvSpPr>
          <p:nvPr/>
        </p:nvSpPr>
        <p:spPr bwMode="auto">
          <a:xfrm>
            <a:off x="2452688" y="4133849"/>
            <a:ext cx="7553325" cy="462947"/>
          </a:xfrm>
          <a:prstGeom prst="rect">
            <a:avLst/>
          </a:prstGeom>
          <a:solidFill>
            <a:schemeClr val="bg1"/>
          </a:solidFill>
          <a:ln w="28575">
            <a:solidFill>
              <a:schemeClr val="tx1"/>
            </a:solidFill>
            <a:miter lim="800000"/>
            <a:headEnd/>
            <a:tailEnd/>
          </a:ln>
        </p:spPr>
        <p:txBody>
          <a:bodyPr lIns="92075" tIns="92075" rIns="92075" bIns="92075">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srgbClr val="000000"/>
                </a:solidFill>
                <a:latin typeface="Courier New" panose="02070309020205020404" pitchFamily="49" charset="0"/>
              </a:rPr>
              <a:t>ip address dhcp [setroute]</a:t>
            </a:r>
          </a:p>
        </p:txBody>
      </p:sp>
      <p:sp>
        <p:nvSpPr>
          <p:cNvPr id="118790" name="Rectangle 6"/>
          <p:cNvSpPr>
            <a:spLocks noChangeArrowheads="1"/>
          </p:cNvSpPr>
          <p:nvPr/>
        </p:nvSpPr>
        <p:spPr bwMode="auto">
          <a:xfrm>
            <a:off x="2452689" y="4641851"/>
            <a:ext cx="76327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124" tIns="41061" rIns="82124" bIns="41061"/>
          <a:lstStyle>
            <a:lvl1pPr marL="342900" indent="-342900" defTabSz="814388">
              <a:defRPr>
                <a:solidFill>
                  <a:schemeClr val="tx1"/>
                </a:solidFill>
                <a:latin typeface="Arial" panose="020B0604020202020204" pitchFamily="34" charset="0"/>
                <a:cs typeface="Arial" panose="020B0604020202020204" pitchFamily="34" charset="0"/>
              </a:defRPr>
            </a:lvl1pPr>
            <a:lvl2pPr marL="342900" indent="-22860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fontAlgn="base">
              <a:lnSpc>
                <a:spcPct val="95000"/>
              </a:lnSpc>
              <a:spcBef>
                <a:spcPct val="35000"/>
              </a:spcBef>
              <a:spcAft>
                <a:spcPct val="0"/>
              </a:spcAft>
              <a:buClr>
                <a:srgbClr val="5B9BD5"/>
              </a:buClr>
              <a:buFont typeface="Wingdings" panose="05000000000000000000" pitchFamily="2" charset="2"/>
              <a:buNone/>
            </a:pPr>
            <a:r>
              <a:rPr lang="en-US" altLang="en-US" sz="1600">
                <a:solidFill>
                  <a:prstClr val="black"/>
                </a:solidFill>
              </a:rPr>
              <a:t>Enables the DHCP client feature on the outside interface</a:t>
            </a:r>
          </a:p>
        </p:txBody>
      </p:sp>
      <p:sp>
        <p:nvSpPr>
          <p:cNvPr id="118791" name="Rectangle 97"/>
          <p:cNvSpPr>
            <a:spLocks noChangeArrowheads="1"/>
          </p:cNvSpPr>
          <p:nvPr/>
        </p:nvSpPr>
        <p:spPr bwMode="auto">
          <a:xfrm>
            <a:off x="4862514" y="2876551"/>
            <a:ext cx="2510303" cy="930129"/>
          </a:xfrm>
          <a:prstGeom prst="rect">
            <a:avLst/>
          </a:prstGeom>
          <a:solidFill>
            <a:schemeClr val="folHlink"/>
          </a:solidFill>
          <a:ln w="9525">
            <a:solidFill>
              <a:schemeClr val="tx1"/>
            </a:solidFill>
            <a:miter lim="800000"/>
            <a:headEnd/>
            <a:tailEnd/>
          </a:ln>
        </p:spPr>
        <p:txBody>
          <a:bodyPr wrap="none" lIns="92075" tIns="46039" rIns="92075" bIns="46039">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white"/>
                </a:solidFill>
              </a:rPr>
              <a:t>GigabitEthernet0/0</a:t>
            </a:r>
          </a:p>
          <a:p>
            <a:pPr fontAlgn="base">
              <a:spcBef>
                <a:spcPct val="20000"/>
              </a:spcBef>
              <a:spcAft>
                <a:spcPct val="0"/>
              </a:spcAft>
              <a:buClr>
                <a:srgbClr val="FF9933"/>
              </a:buClr>
              <a:buFont typeface="Wingdings" panose="05000000000000000000" pitchFamily="2" charset="2"/>
              <a:buNone/>
            </a:pPr>
            <a:r>
              <a:rPr lang="en-US" altLang="en-US" sz="1600">
                <a:solidFill>
                  <a:prstClr val="white"/>
                </a:solidFill>
              </a:rPr>
              <a:t> Interface name = outside</a:t>
            </a:r>
          </a:p>
          <a:p>
            <a:pPr fontAlgn="base">
              <a:spcBef>
                <a:spcPct val="20000"/>
              </a:spcBef>
              <a:spcAft>
                <a:spcPct val="0"/>
              </a:spcAft>
              <a:buClr>
                <a:srgbClr val="FF9933"/>
              </a:buClr>
              <a:buFont typeface="Wingdings" panose="05000000000000000000" pitchFamily="2" charset="2"/>
              <a:buNone/>
            </a:pPr>
            <a:r>
              <a:rPr lang="en-US" altLang="en-US" sz="1600">
                <a:solidFill>
                  <a:prstClr val="white"/>
                </a:solidFill>
              </a:rPr>
              <a:t> IP address = dhcp</a:t>
            </a:r>
          </a:p>
        </p:txBody>
      </p:sp>
      <p:sp>
        <p:nvSpPr>
          <p:cNvPr id="118792" name="Line 8"/>
          <p:cNvSpPr>
            <a:spLocks noChangeShapeType="1"/>
          </p:cNvSpPr>
          <p:nvPr/>
        </p:nvSpPr>
        <p:spPr bwMode="auto">
          <a:xfrm flipV="1">
            <a:off x="6678614" y="2411414"/>
            <a:ext cx="1457325" cy="317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18793" name="Line 9"/>
          <p:cNvSpPr>
            <a:spLocks noChangeShapeType="1"/>
          </p:cNvSpPr>
          <p:nvPr/>
        </p:nvSpPr>
        <p:spPr bwMode="auto">
          <a:xfrm>
            <a:off x="4244976" y="2403476"/>
            <a:ext cx="2447925" cy="3492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18794" name="Line 10"/>
          <p:cNvSpPr>
            <a:spLocks noChangeShapeType="1"/>
          </p:cNvSpPr>
          <p:nvPr/>
        </p:nvSpPr>
        <p:spPr bwMode="auto">
          <a:xfrm>
            <a:off x="6907213" y="1503365"/>
            <a:ext cx="15875" cy="1176337"/>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18795" name="Rectangle 30"/>
          <p:cNvSpPr>
            <a:spLocks noChangeArrowheads="1"/>
          </p:cNvSpPr>
          <p:nvPr/>
        </p:nvSpPr>
        <p:spPr bwMode="auto">
          <a:xfrm>
            <a:off x="6113464" y="2468563"/>
            <a:ext cx="634789" cy="369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723900">
              <a:defRPr>
                <a:solidFill>
                  <a:schemeClr val="tx1"/>
                </a:solidFill>
                <a:latin typeface="Arial" panose="020B0604020202020204" pitchFamily="34" charset="0"/>
                <a:cs typeface="Arial" panose="020B0604020202020204" pitchFamily="34" charset="0"/>
              </a:defRPr>
            </a:lvl1pPr>
            <a:lvl2pPr marL="742950" indent="-285750" defTabSz="723900">
              <a:defRPr>
                <a:solidFill>
                  <a:schemeClr val="tx1"/>
                </a:solidFill>
                <a:latin typeface="Arial" panose="020B0604020202020204" pitchFamily="34" charset="0"/>
                <a:cs typeface="Arial" panose="020B0604020202020204" pitchFamily="34" charset="0"/>
              </a:defRPr>
            </a:lvl2pPr>
            <a:lvl3pPr marL="1143000" indent="-228600" defTabSz="723900">
              <a:defRPr>
                <a:solidFill>
                  <a:schemeClr val="tx1"/>
                </a:solidFill>
                <a:latin typeface="Arial" panose="020B0604020202020204" pitchFamily="34" charset="0"/>
                <a:cs typeface="Arial" panose="020B0604020202020204" pitchFamily="34" charset="0"/>
              </a:defRPr>
            </a:lvl3pPr>
            <a:lvl4pPr marL="1600200" indent="-228600" defTabSz="723900">
              <a:defRPr>
                <a:solidFill>
                  <a:schemeClr val="tx1"/>
                </a:solidFill>
                <a:latin typeface="Arial" panose="020B0604020202020204" pitchFamily="34" charset="0"/>
                <a:cs typeface="Arial" panose="020B0604020202020204" pitchFamily="34" charset="0"/>
              </a:defRPr>
            </a:lvl4pPr>
            <a:lvl5pPr marL="2057400" indent="-228600" defTabSz="723900">
              <a:defRPr>
                <a:solidFill>
                  <a:schemeClr val="tx1"/>
                </a:solidFill>
                <a:latin typeface="Arial" panose="020B0604020202020204" pitchFamily="34" charset="0"/>
                <a:cs typeface="Arial" panose="020B0604020202020204" pitchFamily="34" charset="0"/>
              </a:defRPr>
            </a:lvl5pPr>
            <a:lvl6pPr marL="25146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g0/0</a:t>
            </a:r>
            <a:endParaRPr lang="en-US" altLang="en-US" sz="1400">
              <a:solidFill>
                <a:prstClr val="black"/>
              </a:solidFill>
            </a:endParaRPr>
          </a:p>
        </p:txBody>
      </p:sp>
      <p:sp>
        <p:nvSpPr>
          <p:cNvPr id="118796" name="Arc 95"/>
          <p:cNvSpPr>
            <a:spLocks/>
          </p:cNvSpPr>
          <p:nvPr/>
        </p:nvSpPr>
        <p:spPr bwMode="auto">
          <a:xfrm rot="10800000" flipH="1" flipV="1">
            <a:off x="4976813" y="1762125"/>
            <a:ext cx="1576387" cy="533400"/>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18797" name="Text Box 96"/>
          <p:cNvSpPr txBox="1">
            <a:spLocks noChangeArrowheads="1"/>
          </p:cNvSpPr>
          <p:nvPr/>
        </p:nvSpPr>
        <p:spPr bwMode="auto">
          <a:xfrm>
            <a:off x="5489575" y="1185864"/>
            <a:ext cx="1096454" cy="68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DHCP </a:t>
            </a:r>
          </a:p>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Assigned</a:t>
            </a:r>
          </a:p>
        </p:txBody>
      </p:sp>
      <p:grpSp>
        <p:nvGrpSpPr>
          <p:cNvPr id="118798" name="Group 105"/>
          <p:cNvGrpSpPr>
            <a:grpSpLocks/>
          </p:cNvGrpSpPr>
          <p:nvPr/>
        </p:nvGrpSpPr>
        <p:grpSpPr bwMode="auto">
          <a:xfrm>
            <a:off x="2813051" y="1971677"/>
            <a:ext cx="1538288" cy="784225"/>
            <a:chOff x="775" y="3234"/>
            <a:chExt cx="969" cy="494"/>
          </a:xfrm>
        </p:grpSpPr>
        <p:pic>
          <p:nvPicPr>
            <p:cNvPr id="118803" name="Picture 106" descr="Network_Cloud_Standard"/>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5" y="3234"/>
              <a:ext cx="969" cy="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8804" name="Rectangle 107"/>
            <p:cNvSpPr>
              <a:spLocks noChangeArrowheads="1"/>
            </p:cNvSpPr>
            <p:nvPr/>
          </p:nvSpPr>
          <p:spPr bwMode="auto">
            <a:xfrm>
              <a:off x="970" y="3384"/>
              <a:ext cx="55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Internet</a:t>
              </a:r>
            </a:p>
          </p:txBody>
        </p:sp>
      </p:grpSp>
      <p:pic>
        <p:nvPicPr>
          <p:cNvPr id="118799" name="Picture 109" descr="File-Application_Serve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77026" y="1239839"/>
            <a:ext cx="442913"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8800" name="Picture 111" descr="PC"/>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931151" y="2032001"/>
            <a:ext cx="636588"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8801" name="Picture 114" descr="Cisco_ASA5500"/>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683377" y="2100264"/>
            <a:ext cx="493713"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8802" name="Picture 115" descr="Route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792664" y="2185990"/>
            <a:ext cx="585787"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2681761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ChangeArrowheads="1"/>
          </p:cNvSpPr>
          <p:nvPr/>
        </p:nvSpPr>
        <p:spPr bwMode="auto">
          <a:xfrm>
            <a:off x="2238377" y="3714752"/>
            <a:ext cx="7732713" cy="447558"/>
          </a:xfrm>
          <a:prstGeom prst="rect">
            <a:avLst/>
          </a:prstGeom>
          <a:solidFill>
            <a:schemeClr val="bg1"/>
          </a:solidFill>
          <a:ln w="28575">
            <a:solidFill>
              <a:schemeClr val="tx1"/>
            </a:solidFill>
            <a:miter lim="800000"/>
            <a:headEnd/>
            <a:tailEnd/>
          </a:ln>
        </p:spPr>
        <p:txBody>
          <a:bodyPr lIns="92075" tIns="92075" rIns="92075" bIns="92075">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700">
                <a:solidFill>
                  <a:srgbClr val="000000"/>
                </a:solidFill>
                <a:latin typeface="Courier New" panose="02070309020205020404" pitchFamily="49" charset="0"/>
              </a:rPr>
              <a:t>security-level </a:t>
            </a:r>
            <a:r>
              <a:rPr lang="en-US" altLang="en-US" sz="1700" i="1">
                <a:solidFill>
                  <a:srgbClr val="000000"/>
                </a:solidFill>
                <a:latin typeface="Courier New" panose="02070309020205020404" pitchFamily="49" charset="0"/>
              </a:rPr>
              <a:t>number</a:t>
            </a:r>
          </a:p>
        </p:txBody>
      </p:sp>
      <p:sp>
        <p:nvSpPr>
          <p:cNvPr id="120835" name="Text Box 3"/>
          <p:cNvSpPr txBox="1">
            <a:spLocks noChangeArrowheads="1"/>
          </p:cNvSpPr>
          <p:nvPr/>
        </p:nvSpPr>
        <p:spPr bwMode="auto">
          <a:xfrm>
            <a:off x="2230088" y="3351556"/>
            <a:ext cx="1845377"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50000"/>
              </a:spcBef>
              <a:spcAft>
                <a:spcPct val="0"/>
              </a:spcAft>
              <a:buClr>
                <a:srgbClr val="FF9933"/>
              </a:buClr>
              <a:buFont typeface="Wingdings" panose="05000000000000000000" pitchFamily="2" charset="2"/>
              <a:buNone/>
            </a:pPr>
            <a:r>
              <a:rPr lang="en-US" altLang="en-US" sz="1500">
                <a:solidFill>
                  <a:prstClr val="black"/>
                </a:solidFill>
              </a:rPr>
              <a:t>ciscoasa(config-if)#</a:t>
            </a:r>
          </a:p>
        </p:txBody>
      </p:sp>
      <p:sp>
        <p:nvSpPr>
          <p:cNvPr id="120836" name="Rectangle 4"/>
          <p:cNvSpPr>
            <a:spLocks noGrp="1" noChangeArrowheads="1"/>
          </p:cNvSpPr>
          <p:nvPr>
            <p:ph type="title"/>
          </p:nvPr>
        </p:nvSpPr>
        <p:spPr>
          <a:xfrm>
            <a:off x="0" y="15070"/>
            <a:ext cx="12192000" cy="540557"/>
          </a:xfrm>
        </p:spPr>
        <p:txBody>
          <a:bodyPr/>
          <a:lstStyle/>
          <a:p>
            <a:pPr eaLnBrk="1" hangingPunct="1"/>
            <a:r>
              <a:rPr lang="en-US" altLang="en-US" sz="3733" dirty="0">
                <a:latin typeface="Arial" panose="020B0604020202020204" pitchFamily="34" charset="0"/>
                <a:cs typeface="Arial" panose="020B0604020202020204" pitchFamily="34" charset="0"/>
              </a:rPr>
              <a:t>Assign a Security Level: security-level Subcommands</a:t>
            </a:r>
          </a:p>
        </p:txBody>
      </p:sp>
      <p:sp>
        <p:nvSpPr>
          <p:cNvPr id="120837" name="Rectangle 5"/>
          <p:cNvSpPr>
            <a:spLocks noGrp="1" noChangeArrowheads="1"/>
          </p:cNvSpPr>
          <p:nvPr>
            <p:ph sz="half" idx="1"/>
          </p:nvPr>
        </p:nvSpPr>
        <p:spPr>
          <a:xfrm>
            <a:off x="2238375" y="4225926"/>
            <a:ext cx="7062788" cy="449263"/>
          </a:xfrm>
        </p:spPr>
        <p:txBody>
          <a:bodyPr/>
          <a:lstStyle/>
          <a:p>
            <a:pPr lvl="1" eaLnBrk="1" hangingPunct="1">
              <a:buFont typeface="Wingdings" panose="05000000000000000000" pitchFamily="2" charset="2"/>
              <a:buNone/>
            </a:pPr>
            <a:r>
              <a:rPr lang="en-US" altLang="en-US" sz="1500"/>
              <a:t>Assigns a security level to the interface</a:t>
            </a:r>
          </a:p>
        </p:txBody>
      </p:sp>
      <p:sp>
        <p:nvSpPr>
          <p:cNvPr id="120838" name="Rectangle 6"/>
          <p:cNvSpPr>
            <a:spLocks noChangeArrowheads="1"/>
          </p:cNvSpPr>
          <p:nvPr/>
        </p:nvSpPr>
        <p:spPr bwMode="auto">
          <a:xfrm>
            <a:off x="1962150" y="4625977"/>
            <a:ext cx="8286751" cy="1389355"/>
          </a:xfrm>
          <a:prstGeom prst="rect">
            <a:avLst/>
          </a:prstGeom>
          <a:solidFill>
            <a:schemeClr val="bg1"/>
          </a:solidFill>
          <a:ln w="28575">
            <a:solidFill>
              <a:schemeClr val="tx1"/>
            </a:solidFill>
            <a:miter lim="800000"/>
            <a:headEnd/>
            <a:tailEnd/>
          </a:ln>
        </p:spPr>
        <p:txBody>
          <a:bodyPr lIns="92075" tIns="92075" rIns="92075" bIns="92075">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700">
                <a:solidFill>
                  <a:prstClr val="black"/>
                </a:solidFill>
                <a:latin typeface="Courier New" panose="02070309020205020404" pitchFamily="49" charset="0"/>
              </a:rPr>
              <a:t>asa1(config)# interface GigabitEthernet0/0</a:t>
            </a:r>
          </a:p>
          <a:p>
            <a:pPr fontAlgn="base">
              <a:spcBef>
                <a:spcPct val="20000"/>
              </a:spcBef>
              <a:spcAft>
                <a:spcPct val="0"/>
              </a:spcAft>
              <a:buClr>
                <a:srgbClr val="FF9933"/>
              </a:buClr>
              <a:buFont typeface="Wingdings" panose="05000000000000000000" pitchFamily="2" charset="2"/>
              <a:buNone/>
            </a:pPr>
            <a:r>
              <a:rPr lang="en-US" altLang="en-US" sz="1700">
                <a:solidFill>
                  <a:prstClr val="black"/>
                </a:solidFill>
                <a:latin typeface="Courier New" panose="02070309020205020404" pitchFamily="49" charset="0"/>
              </a:rPr>
              <a:t>asa1(config-if)# nameif outside</a:t>
            </a:r>
          </a:p>
          <a:p>
            <a:pPr fontAlgn="base">
              <a:spcBef>
                <a:spcPct val="20000"/>
              </a:spcBef>
              <a:spcAft>
                <a:spcPct val="0"/>
              </a:spcAft>
              <a:buClr>
                <a:srgbClr val="FF9933"/>
              </a:buClr>
              <a:buFont typeface="Wingdings" panose="05000000000000000000" pitchFamily="2" charset="2"/>
              <a:buNone/>
            </a:pPr>
            <a:r>
              <a:rPr lang="en-US" altLang="en-US" sz="1700">
                <a:solidFill>
                  <a:prstClr val="black"/>
                </a:solidFill>
                <a:latin typeface="Courier New" panose="02070309020205020404" pitchFamily="49" charset="0"/>
              </a:rPr>
              <a:t>asa1(config-if)# ip address 192.168.1.2</a:t>
            </a:r>
          </a:p>
          <a:p>
            <a:pPr fontAlgn="base">
              <a:spcBef>
                <a:spcPct val="20000"/>
              </a:spcBef>
              <a:spcAft>
                <a:spcPct val="0"/>
              </a:spcAft>
              <a:buClr>
                <a:srgbClr val="FF9933"/>
              </a:buClr>
              <a:buFont typeface="Wingdings" panose="05000000000000000000" pitchFamily="2" charset="2"/>
              <a:buNone/>
            </a:pPr>
            <a:r>
              <a:rPr lang="en-US" altLang="en-US" sz="1700">
                <a:solidFill>
                  <a:prstClr val="black"/>
                </a:solidFill>
                <a:latin typeface="Courier New" panose="02070309020205020404" pitchFamily="49" charset="0"/>
              </a:rPr>
              <a:t>asa1(config-if)# security-level 0 </a:t>
            </a:r>
          </a:p>
        </p:txBody>
      </p:sp>
      <p:sp>
        <p:nvSpPr>
          <p:cNvPr id="120839" name="Rectangle 100"/>
          <p:cNvSpPr>
            <a:spLocks noChangeArrowheads="1"/>
          </p:cNvSpPr>
          <p:nvPr/>
        </p:nvSpPr>
        <p:spPr bwMode="auto">
          <a:xfrm>
            <a:off x="5524501" y="2571751"/>
            <a:ext cx="1946495" cy="942441"/>
          </a:xfrm>
          <a:prstGeom prst="rect">
            <a:avLst/>
          </a:prstGeom>
          <a:solidFill>
            <a:schemeClr val="folHlink"/>
          </a:solidFill>
          <a:ln w="9525">
            <a:solidFill>
              <a:schemeClr val="tx1"/>
            </a:solidFill>
            <a:miter lim="800000"/>
            <a:headEnd/>
            <a:tailEnd/>
          </a:ln>
        </p:spPr>
        <p:txBody>
          <a:bodyPr wrap="none" lIns="92075" tIns="46039" rIns="92075" bIns="46039">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white"/>
                </a:solidFill>
              </a:rPr>
              <a:t>GigabitEthernet0/0</a:t>
            </a:r>
          </a:p>
          <a:p>
            <a:pPr fontAlgn="base">
              <a:spcBef>
                <a:spcPct val="20000"/>
              </a:spcBef>
              <a:spcAft>
                <a:spcPct val="0"/>
              </a:spcAft>
              <a:buClr>
                <a:srgbClr val="FF9933"/>
              </a:buClr>
              <a:buFont typeface="Wingdings" panose="05000000000000000000" pitchFamily="2" charset="2"/>
              <a:buNone/>
            </a:pPr>
            <a:r>
              <a:rPr lang="en-US" altLang="en-US" sz="1200">
                <a:solidFill>
                  <a:prstClr val="white"/>
                </a:solidFill>
              </a:rPr>
              <a:t> Interface name = outside</a:t>
            </a:r>
          </a:p>
          <a:p>
            <a:pPr fontAlgn="base">
              <a:spcBef>
                <a:spcPct val="20000"/>
              </a:spcBef>
              <a:spcAft>
                <a:spcPct val="0"/>
              </a:spcAft>
              <a:buClr>
                <a:srgbClr val="FF9933"/>
              </a:buClr>
              <a:buFont typeface="Wingdings" panose="05000000000000000000" pitchFamily="2" charset="2"/>
              <a:buNone/>
            </a:pPr>
            <a:r>
              <a:rPr lang="en-US" altLang="en-US" sz="1200">
                <a:solidFill>
                  <a:prstClr val="white"/>
                </a:solidFill>
              </a:rPr>
              <a:t> IP address = 192.168.1.2</a:t>
            </a:r>
          </a:p>
          <a:p>
            <a:pPr fontAlgn="base">
              <a:spcBef>
                <a:spcPct val="20000"/>
              </a:spcBef>
              <a:spcAft>
                <a:spcPct val="0"/>
              </a:spcAft>
              <a:buClr>
                <a:srgbClr val="FF9933"/>
              </a:buClr>
              <a:buFont typeface="Wingdings" panose="05000000000000000000" pitchFamily="2" charset="2"/>
              <a:buNone/>
            </a:pPr>
            <a:r>
              <a:rPr lang="en-US" altLang="en-US" sz="1200">
                <a:solidFill>
                  <a:prstClr val="white"/>
                </a:solidFill>
              </a:rPr>
              <a:t> Security level = 0</a:t>
            </a:r>
          </a:p>
        </p:txBody>
      </p:sp>
      <p:sp>
        <p:nvSpPr>
          <p:cNvPr id="120840" name="Line 102"/>
          <p:cNvSpPr>
            <a:spLocks noChangeShapeType="1"/>
          </p:cNvSpPr>
          <p:nvPr/>
        </p:nvSpPr>
        <p:spPr bwMode="auto">
          <a:xfrm flipV="1">
            <a:off x="8201026" y="2278065"/>
            <a:ext cx="1457325" cy="317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20841" name="Line 103"/>
          <p:cNvSpPr>
            <a:spLocks noChangeShapeType="1"/>
          </p:cNvSpPr>
          <p:nvPr/>
        </p:nvSpPr>
        <p:spPr bwMode="auto">
          <a:xfrm flipV="1">
            <a:off x="5767388" y="2305051"/>
            <a:ext cx="2447925" cy="317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20842" name="Line 104"/>
          <p:cNvSpPr>
            <a:spLocks noChangeShapeType="1"/>
          </p:cNvSpPr>
          <p:nvPr/>
        </p:nvSpPr>
        <p:spPr bwMode="auto">
          <a:xfrm flipH="1">
            <a:off x="8431213" y="1350963"/>
            <a:ext cx="26987" cy="1249363"/>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20843" name="Rectangle 105"/>
          <p:cNvSpPr>
            <a:spLocks noChangeArrowheads="1"/>
          </p:cNvSpPr>
          <p:nvPr/>
        </p:nvSpPr>
        <p:spPr bwMode="auto">
          <a:xfrm>
            <a:off x="7621589" y="2292351"/>
            <a:ext cx="634789" cy="369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723900">
              <a:defRPr>
                <a:solidFill>
                  <a:schemeClr val="tx1"/>
                </a:solidFill>
                <a:latin typeface="Arial" panose="020B0604020202020204" pitchFamily="34" charset="0"/>
                <a:cs typeface="Arial" panose="020B0604020202020204" pitchFamily="34" charset="0"/>
              </a:defRPr>
            </a:lvl1pPr>
            <a:lvl2pPr marL="742950" indent="-285750" defTabSz="723900">
              <a:defRPr>
                <a:solidFill>
                  <a:schemeClr val="tx1"/>
                </a:solidFill>
                <a:latin typeface="Arial" panose="020B0604020202020204" pitchFamily="34" charset="0"/>
                <a:cs typeface="Arial" panose="020B0604020202020204" pitchFamily="34" charset="0"/>
              </a:defRPr>
            </a:lvl2pPr>
            <a:lvl3pPr marL="1143000" indent="-228600" defTabSz="723900">
              <a:defRPr>
                <a:solidFill>
                  <a:schemeClr val="tx1"/>
                </a:solidFill>
                <a:latin typeface="Arial" panose="020B0604020202020204" pitchFamily="34" charset="0"/>
                <a:cs typeface="Arial" panose="020B0604020202020204" pitchFamily="34" charset="0"/>
              </a:defRPr>
            </a:lvl3pPr>
            <a:lvl4pPr marL="1600200" indent="-228600" defTabSz="723900">
              <a:defRPr>
                <a:solidFill>
                  <a:schemeClr val="tx1"/>
                </a:solidFill>
                <a:latin typeface="Arial" panose="020B0604020202020204" pitchFamily="34" charset="0"/>
                <a:cs typeface="Arial" panose="020B0604020202020204" pitchFamily="34" charset="0"/>
              </a:defRPr>
            </a:lvl4pPr>
            <a:lvl5pPr marL="2057400" indent="-228600" defTabSz="723900">
              <a:defRPr>
                <a:solidFill>
                  <a:schemeClr val="tx1"/>
                </a:solidFill>
                <a:latin typeface="Arial" panose="020B0604020202020204" pitchFamily="34" charset="0"/>
                <a:cs typeface="Arial" panose="020B0604020202020204" pitchFamily="34" charset="0"/>
              </a:defRPr>
            </a:lvl5pPr>
            <a:lvl6pPr marL="25146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g0/0</a:t>
            </a:r>
            <a:endParaRPr lang="en-US" altLang="en-US" sz="1400">
              <a:solidFill>
                <a:prstClr val="black"/>
              </a:solidFill>
            </a:endParaRPr>
          </a:p>
        </p:txBody>
      </p:sp>
      <p:sp>
        <p:nvSpPr>
          <p:cNvPr id="120844" name="Rectangle 106"/>
          <p:cNvSpPr>
            <a:spLocks noChangeArrowheads="1"/>
          </p:cNvSpPr>
          <p:nvPr/>
        </p:nvSpPr>
        <p:spPr bwMode="auto">
          <a:xfrm>
            <a:off x="8435976" y="1701801"/>
            <a:ext cx="634789" cy="369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723900">
              <a:defRPr>
                <a:solidFill>
                  <a:schemeClr val="tx1"/>
                </a:solidFill>
                <a:latin typeface="Arial" panose="020B0604020202020204" pitchFamily="34" charset="0"/>
                <a:cs typeface="Arial" panose="020B0604020202020204" pitchFamily="34" charset="0"/>
              </a:defRPr>
            </a:lvl1pPr>
            <a:lvl2pPr marL="742950" indent="-285750" defTabSz="723900">
              <a:defRPr>
                <a:solidFill>
                  <a:schemeClr val="tx1"/>
                </a:solidFill>
                <a:latin typeface="Arial" panose="020B0604020202020204" pitchFamily="34" charset="0"/>
                <a:cs typeface="Arial" panose="020B0604020202020204" pitchFamily="34" charset="0"/>
              </a:defRPr>
            </a:lvl2pPr>
            <a:lvl3pPr marL="1143000" indent="-228600" defTabSz="723900">
              <a:defRPr>
                <a:solidFill>
                  <a:schemeClr val="tx1"/>
                </a:solidFill>
                <a:latin typeface="Arial" panose="020B0604020202020204" pitchFamily="34" charset="0"/>
                <a:cs typeface="Arial" panose="020B0604020202020204" pitchFamily="34" charset="0"/>
              </a:defRPr>
            </a:lvl3pPr>
            <a:lvl4pPr marL="1600200" indent="-228600" defTabSz="723900">
              <a:defRPr>
                <a:solidFill>
                  <a:schemeClr val="tx1"/>
                </a:solidFill>
                <a:latin typeface="Arial" panose="020B0604020202020204" pitchFamily="34" charset="0"/>
                <a:cs typeface="Arial" panose="020B0604020202020204" pitchFamily="34" charset="0"/>
              </a:defRPr>
            </a:lvl4pPr>
            <a:lvl5pPr marL="2057400" indent="-228600" defTabSz="723900">
              <a:defRPr>
                <a:solidFill>
                  <a:schemeClr val="tx1"/>
                </a:solidFill>
                <a:latin typeface="Arial" panose="020B0604020202020204" pitchFamily="34" charset="0"/>
                <a:cs typeface="Arial" panose="020B0604020202020204" pitchFamily="34" charset="0"/>
              </a:defRPr>
            </a:lvl5pPr>
            <a:lvl6pPr marL="25146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g0/2</a:t>
            </a:r>
          </a:p>
        </p:txBody>
      </p:sp>
      <p:sp>
        <p:nvSpPr>
          <p:cNvPr id="120845" name="Rectangle 107"/>
          <p:cNvSpPr>
            <a:spLocks noChangeArrowheads="1"/>
          </p:cNvSpPr>
          <p:nvPr/>
        </p:nvSpPr>
        <p:spPr bwMode="auto">
          <a:xfrm>
            <a:off x="8624889" y="2252663"/>
            <a:ext cx="634789" cy="369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723900">
              <a:defRPr>
                <a:solidFill>
                  <a:schemeClr val="tx1"/>
                </a:solidFill>
                <a:latin typeface="Arial" panose="020B0604020202020204" pitchFamily="34" charset="0"/>
                <a:cs typeface="Arial" panose="020B0604020202020204" pitchFamily="34" charset="0"/>
              </a:defRPr>
            </a:lvl1pPr>
            <a:lvl2pPr marL="742950" indent="-285750" defTabSz="723900">
              <a:defRPr>
                <a:solidFill>
                  <a:schemeClr val="tx1"/>
                </a:solidFill>
                <a:latin typeface="Arial" panose="020B0604020202020204" pitchFamily="34" charset="0"/>
                <a:cs typeface="Arial" panose="020B0604020202020204" pitchFamily="34" charset="0"/>
              </a:defRPr>
            </a:lvl2pPr>
            <a:lvl3pPr marL="1143000" indent="-228600" defTabSz="723900">
              <a:defRPr>
                <a:solidFill>
                  <a:schemeClr val="tx1"/>
                </a:solidFill>
                <a:latin typeface="Arial" panose="020B0604020202020204" pitchFamily="34" charset="0"/>
                <a:cs typeface="Arial" panose="020B0604020202020204" pitchFamily="34" charset="0"/>
              </a:defRPr>
            </a:lvl3pPr>
            <a:lvl4pPr marL="1600200" indent="-228600" defTabSz="723900">
              <a:defRPr>
                <a:solidFill>
                  <a:schemeClr val="tx1"/>
                </a:solidFill>
                <a:latin typeface="Arial" panose="020B0604020202020204" pitchFamily="34" charset="0"/>
                <a:cs typeface="Arial" panose="020B0604020202020204" pitchFamily="34" charset="0"/>
              </a:defRPr>
            </a:lvl4pPr>
            <a:lvl5pPr marL="2057400" indent="-228600" defTabSz="723900">
              <a:defRPr>
                <a:solidFill>
                  <a:schemeClr val="tx1"/>
                </a:solidFill>
                <a:latin typeface="Arial" panose="020B0604020202020204" pitchFamily="34" charset="0"/>
                <a:cs typeface="Arial" panose="020B0604020202020204" pitchFamily="34" charset="0"/>
              </a:defRPr>
            </a:lvl5pPr>
            <a:lvl6pPr marL="25146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g0/1</a:t>
            </a:r>
          </a:p>
        </p:txBody>
      </p:sp>
      <p:grpSp>
        <p:nvGrpSpPr>
          <p:cNvPr id="120846" name="Group 108"/>
          <p:cNvGrpSpPr>
            <a:grpSpLocks/>
          </p:cNvGrpSpPr>
          <p:nvPr/>
        </p:nvGrpSpPr>
        <p:grpSpPr bwMode="auto">
          <a:xfrm>
            <a:off x="4403725" y="1851026"/>
            <a:ext cx="1538288" cy="784225"/>
            <a:chOff x="775" y="3234"/>
            <a:chExt cx="969" cy="494"/>
          </a:xfrm>
        </p:grpSpPr>
        <p:pic>
          <p:nvPicPr>
            <p:cNvPr id="120851" name="Picture 109" descr="Network_Cloud_Standard"/>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5" y="3234"/>
              <a:ext cx="969" cy="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0852" name="Rectangle 110"/>
            <p:cNvSpPr>
              <a:spLocks noChangeArrowheads="1"/>
            </p:cNvSpPr>
            <p:nvPr/>
          </p:nvSpPr>
          <p:spPr bwMode="auto">
            <a:xfrm>
              <a:off x="970" y="3384"/>
              <a:ext cx="55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Internet</a:t>
              </a:r>
            </a:p>
          </p:txBody>
        </p:sp>
      </p:grpSp>
      <p:pic>
        <p:nvPicPr>
          <p:cNvPr id="120847" name="Picture 112" descr="File-Application_Serve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96263" y="1146175"/>
            <a:ext cx="442912" cy="63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848" name="Picture 114" descr="PC"/>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434513" y="1925639"/>
            <a:ext cx="636587"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849" name="Picture 117" descr="Cisco_ASA5500"/>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183563" y="1989139"/>
            <a:ext cx="493712"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0850" name="Picture 118" descr="Route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515101" y="2109790"/>
            <a:ext cx="585788"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82128811"/>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6"/>
          <p:cNvSpPr>
            <a:spLocks noGrp="1" noChangeArrowheads="1"/>
          </p:cNvSpPr>
          <p:nvPr>
            <p:ph type="title"/>
          </p:nvPr>
        </p:nvSpPr>
        <p:spPr>
          <a:xfrm>
            <a:off x="15876" y="14289"/>
            <a:ext cx="12192000" cy="1325563"/>
          </a:xfrm>
        </p:spPr>
        <p:txBody>
          <a:bodyPr/>
          <a:lstStyle/>
          <a:p>
            <a:pPr eaLnBrk="1" hangingPunct="1"/>
            <a:r>
              <a:rPr lang="en-US" altLang="en-US" sz="3733" dirty="0">
                <a:latin typeface="Arial" panose="020B0604020202020204" pitchFamily="34" charset="0"/>
                <a:cs typeface="Arial" panose="020B0604020202020204" pitchFamily="34" charset="0"/>
              </a:rPr>
              <a:t>Interfaces with Same Security Level: same-security-traffic Command</a:t>
            </a:r>
          </a:p>
        </p:txBody>
      </p:sp>
      <p:sp>
        <p:nvSpPr>
          <p:cNvPr id="123906" name="Rectangle 3"/>
          <p:cNvSpPr>
            <a:spLocks noGrp="1" noChangeArrowheads="1"/>
          </p:cNvSpPr>
          <p:nvPr>
            <p:ph idx="1"/>
          </p:nvPr>
        </p:nvSpPr>
        <p:spPr>
          <a:xfrm>
            <a:off x="312438" y="5174109"/>
            <a:ext cx="11598876" cy="493713"/>
          </a:xfrm>
        </p:spPr>
        <p:txBody>
          <a:bodyPr rtlCol="0">
            <a:noAutofit/>
          </a:bodyPr>
          <a:lstStyle/>
          <a:p>
            <a:pPr lvl="1" eaLnBrk="1" fontAlgn="auto" hangingPunct="1">
              <a:lnSpc>
                <a:spcPct val="85000"/>
              </a:lnSpc>
              <a:spcAft>
                <a:spcPts val="0"/>
              </a:spcAft>
              <a:buNone/>
              <a:defRPr/>
            </a:pPr>
            <a:r>
              <a:rPr lang="en-US" dirty="0"/>
              <a:t>Enables communication between interfaces with the same security level or allows traffic to enter and exit the same interface </a:t>
            </a:r>
          </a:p>
        </p:txBody>
      </p:sp>
      <p:sp>
        <p:nvSpPr>
          <p:cNvPr id="122884" name="Text Box 4"/>
          <p:cNvSpPr txBox="1">
            <a:spLocks noChangeArrowheads="1"/>
          </p:cNvSpPr>
          <p:nvPr/>
        </p:nvSpPr>
        <p:spPr bwMode="auto">
          <a:xfrm>
            <a:off x="2154239" y="4419702"/>
            <a:ext cx="250348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400">
                <a:solidFill>
                  <a:prstClr val="black"/>
                </a:solidFill>
              </a:rPr>
              <a:t>ciscoasa(config)#</a:t>
            </a:r>
          </a:p>
        </p:txBody>
      </p:sp>
      <p:sp>
        <p:nvSpPr>
          <p:cNvPr id="122885" name="Text Box 5"/>
          <p:cNvSpPr txBox="1">
            <a:spLocks noChangeArrowheads="1"/>
          </p:cNvSpPr>
          <p:nvPr/>
        </p:nvSpPr>
        <p:spPr bwMode="auto">
          <a:xfrm>
            <a:off x="1952626" y="5751514"/>
            <a:ext cx="8429625" cy="313932"/>
          </a:xfrm>
          <a:prstGeom prst="rect">
            <a:avLst/>
          </a:prstGeom>
          <a:solidFill>
            <a:schemeClr val="bg1"/>
          </a:solidFill>
          <a:ln w="28575">
            <a:solidFill>
              <a:schemeClr val="tx1"/>
            </a:solidFill>
            <a:miter lim="800000"/>
            <a:headEnd/>
            <a:tailEnd/>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r>
              <a:rPr lang="en-US" altLang="en-US" sz="1600">
                <a:solidFill>
                  <a:prstClr val="black"/>
                </a:solidFill>
                <a:latin typeface="Courier New" panose="02070309020205020404" pitchFamily="49" charset="0"/>
              </a:rPr>
              <a:t>asa1(config)# same-security-traffic permit inter-interface</a:t>
            </a:r>
          </a:p>
        </p:txBody>
      </p:sp>
      <p:sp>
        <p:nvSpPr>
          <p:cNvPr id="122886" name="Text Box 6"/>
          <p:cNvSpPr txBox="1">
            <a:spLocks noChangeArrowheads="1"/>
          </p:cNvSpPr>
          <p:nvPr/>
        </p:nvSpPr>
        <p:spPr bwMode="auto">
          <a:xfrm>
            <a:off x="2166939" y="4714877"/>
            <a:ext cx="8078787" cy="338554"/>
          </a:xfrm>
          <a:prstGeom prst="rect">
            <a:avLst/>
          </a:prstGeom>
          <a:solidFill>
            <a:schemeClr val="bg1"/>
          </a:solidFill>
          <a:ln w="28575">
            <a:solidFill>
              <a:schemeClr val="tx1"/>
            </a:solidFill>
            <a:miter lim="800000"/>
            <a:headEnd/>
            <a:tailEnd/>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50000"/>
              </a:spcBef>
              <a:spcAft>
                <a:spcPct val="0"/>
              </a:spcAft>
              <a:buClr>
                <a:srgbClr val="FF9933"/>
              </a:buClr>
              <a:buFont typeface="Wingdings" panose="05000000000000000000" pitchFamily="2" charset="2"/>
              <a:buNone/>
            </a:pPr>
            <a:r>
              <a:rPr lang="en-US" altLang="en-US" sz="1600">
                <a:solidFill>
                  <a:prstClr val="black"/>
                </a:solidFill>
                <a:latin typeface="Courier New" panose="02070309020205020404" pitchFamily="49" charset="0"/>
              </a:rPr>
              <a:t>same-security-traffic permit {inter-interface | intra-interface} </a:t>
            </a:r>
          </a:p>
        </p:txBody>
      </p:sp>
      <p:sp>
        <p:nvSpPr>
          <p:cNvPr id="122887" name="Line 7"/>
          <p:cNvSpPr>
            <a:spLocks noChangeShapeType="1"/>
          </p:cNvSpPr>
          <p:nvPr/>
        </p:nvSpPr>
        <p:spPr bwMode="auto">
          <a:xfrm flipV="1">
            <a:off x="3808414" y="3176588"/>
            <a:ext cx="4276725" cy="4763"/>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22888" name="Line 8"/>
          <p:cNvSpPr>
            <a:spLocks noChangeShapeType="1"/>
          </p:cNvSpPr>
          <p:nvPr/>
        </p:nvSpPr>
        <p:spPr bwMode="auto">
          <a:xfrm flipH="1">
            <a:off x="6588126" y="1924049"/>
            <a:ext cx="12700" cy="1481139"/>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22889" name="Rectangle 9"/>
          <p:cNvSpPr>
            <a:spLocks noChangeArrowheads="1"/>
          </p:cNvSpPr>
          <p:nvPr/>
        </p:nvSpPr>
        <p:spPr bwMode="auto">
          <a:xfrm>
            <a:off x="7102475" y="1123950"/>
            <a:ext cx="1558119" cy="350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DMZ Network</a:t>
            </a:r>
          </a:p>
        </p:txBody>
      </p:sp>
      <p:sp>
        <p:nvSpPr>
          <p:cNvPr id="122890" name="Rectangle 10"/>
          <p:cNvSpPr>
            <a:spLocks noChangeArrowheads="1"/>
          </p:cNvSpPr>
          <p:nvPr/>
        </p:nvSpPr>
        <p:spPr bwMode="auto">
          <a:xfrm>
            <a:off x="7107239" y="1439865"/>
            <a:ext cx="1720023" cy="720841"/>
          </a:xfrm>
          <a:prstGeom prst="rect">
            <a:avLst/>
          </a:prstGeom>
          <a:solidFill>
            <a:schemeClr val="folHlink"/>
          </a:solidFill>
          <a:ln w="9525">
            <a:solidFill>
              <a:schemeClr val="tx1"/>
            </a:solidFill>
            <a:miter lim="800000"/>
            <a:headEnd/>
            <a:tailEnd/>
          </a:ln>
        </p:spPr>
        <p:txBody>
          <a:bodyPr wrap="none" lIns="92075" tIns="46039" rIns="92075" bIns="46039">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white"/>
                </a:solidFill>
              </a:rPr>
              <a:t>GigabitEthernet0/2</a:t>
            </a:r>
          </a:p>
          <a:p>
            <a:pPr fontAlgn="base">
              <a:spcBef>
                <a:spcPct val="20000"/>
              </a:spcBef>
              <a:spcAft>
                <a:spcPct val="0"/>
              </a:spcAft>
              <a:buClr>
                <a:srgbClr val="FF9933"/>
              </a:buClr>
              <a:buFont typeface="Wingdings" panose="05000000000000000000" pitchFamily="2" charset="2"/>
              <a:buNone/>
            </a:pPr>
            <a:r>
              <a:rPr lang="en-US" altLang="en-US" sz="1200">
                <a:solidFill>
                  <a:prstClr val="white"/>
                </a:solidFill>
              </a:rPr>
              <a:t> Security level </a:t>
            </a:r>
            <a:r>
              <a:rPr lang="en-US" altLang="en-US" sz="1200">
                <a:solidFill>
                  <a:srgbClr val="ED7D31"/>
                </a:solidFill>
              </a:rPr>
              <a:t>100</a:t>
            </a:r>
          </a:p>
          <a:p>
            <a:pPr fontAlgn="base">
              <a:spcBef>
                <a:spcPct val="20000"/>
              </a:spcBef>
              <a:spcAft>
                <a:spcPct val="0"/>
              </a:spcAft>
              <a:buClr>
                <a:srgbClr val="FF9933"/>
              </a:buClr>
              <a:buFont typeface="Wingdings" panose="05000000000000000000" pitchFamily="2" charset="2"/>
              <a:buNone/>
            </a:pPr>
            <a:r>
              <a:rPr lang="en-US" altLang="en-US" sz="1200">
                <a:solidFill>
                  <a:prstClr val="white"/>
                </a:solidFill>
              </a:rPr>
              <a:t> Interface name = dmz</a:t>
            </a:r>
          </a:p>
        </p:txBody>
      </p:sp>
      <p:sp>
        <p:nvSpPr>
          <p:cNvPr id="122891" name="Rectangle 11"/>
          <p:cNvSpPr>
            <a:spLocks noChangeArrowheads="1"/>
          </p:cNvSpPr>
          <p:nvPr/>
        </p:nvSpPr>
        <p:spPr bwMode="auto">
          <a:xfrm>
            <a:off x="5892801" y="3179763"/>
            <a:ext cx="533800" cy="308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723900">
              <a:defRPr>
                <a:solidFill>
                  <a:schemeClr val="tx1"/>
                </a:solidFill>
                <a:latin typeface="Arial" panose="020B0604020202020204" pitchFamily="34" charset="0"/>
                <a:cs typeface="Arial" panose="020B0604020202020204" pitchFamily="34" charset="0"/>
              </a:defRPr>
            </a:lvl1pPr>
            <a:lvl2pPr marL="742950" indent="-285750" defTabSz="723900">
              <a:defRPr>
                <a:solidFill>
                  <a:schemeClr val="tx1"/>
                </a:solidFill>
                <a:latin typeface="Arial" panose="020B0604020202020204" pitchFamily="34" charset="0"/>
                <a:cs typeface="Arial" panose="020B0604020202020204" pitchFamily="34" charset="0"/>
              </a:defRPr>
            </a:lvl2pPr>
            <a:lvl3pPr marL="1143000" indent="-228600" defTabSz="723900">
              <a:defRPr>
                <a:solidFill>
                  <a:schemeClr val="tx1"/>
                </a:solidFill>
                <a:latin typeface="Arial" panose="020B0604020202020204" pitchFamily="34" charset="0"/>
                <a:cs typeface="Arial" panose="020B0604020202020204" pitchFamily="34" charset="0"/>
              </a:defRPr>
            </a:lvl3pPr>
            <a:lvl4pPr marL="1600200" indent="-228600" defTabSz="723900">
              <a:defRPr>
                <a:solidFill>
                  <a:schemeClr val="tx1"/>
                </a:solidFill>
                <a:latin typeface="Arial" panose="020B0604020202020204" pitchFamily="34" charset="0"/>
                <a:cs typeface="Arial" panose="020B0604020202020204" pitchFamily="34" charset="0"/>
              </a:defRPr>
            </a:lvl4pPr>
            <a:lvl5pPr marL="2057400" indent="-228600" defTabSz="723900">
              <a:defRPr>
                <a:solidFill>
                  <a:schemeClr val="tx1"/>
                </a:solidFill>
                <a:latin typeface="Arial" panose="020B0604020202020204" pitchFamily="34" charset="0"/>
                <a:cs typeface="Arial" panose="020B0604020202020204" pitchFamily="34" charset="0"/>
              </a:defRPr>
            </a:lvl5pPr>
            <a:lvl6pPr marL="25146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400">
                <a:solidFill>
                  <a:prstClr val="black"/>
                </a:solidFill>
              </a:rPr>
              <a:t>g0/0</a:t>
            </a:r>
          </a:p>
        </p:txBody>
      </p:sp>
      <p:sp>
        <p:nvSpPr>
          <p:cNvPr id="122892" name="Rectangle 12"/>
          <p:cNvSpPr>
            <a:spLocks noChangeArrowheads="1"/>
          </p:cNvSpPr>
          <p:nvPr/>
        </p:nvSpPr>
        <p:spPr bwMode="auto">
          <a:xfrm>
            <a:off x="6111877" y="2403475"/>
            <a:ext cx="533800" cy="308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723900">
              <a:defRPr>
                <a:solidFill>
                  <a:schemeClr val="tx1"/>
                </a:solidFill>
                <a:latin typeface="Arial" panose="020B0604020202020204" pitchFamily="34" charset="0"/>
                <a:cs typeface="Arial" panose="020B0604020202020204" pitchFamily="34" charset="0"/>
              </a:defRPr>
            </a:lvl1pPr>
            <a:lvl2pPr marL="742950" indent="-285750" defTabSz="723900">
              <a:defRPr>
                <a:solidFill>
                  <a:schemeClr val="tx1"/>
                </a:solidFill>
                <a:latin typeface="Arial" panose="020B0604020202020204" pitchFamily="34" charset="0"/>
                <a:cs typeface="Arial" panose="020B0604020202020204" pitchFamily="34" charset="0"/>
              </a:defRPr>
            </a:lvl2pPr>
            <a:lvl3pPr marL="1143000" indent="-228600" defTabSz="723900">
              <a:defRPr>
                <a:solidFill>
                  <a:schemeClr val="tx1"/>
                </a:solidFill>
                <a:latin typeface="Arial" panose="020B0604020202020204" pitchFamily="34" charset="0"/>
                <a:cs typeface="Arial" panose="020B0604020202020204" pitchFamily="34" charset="0"/>
              </a:defRPr>
            </a:lvl3pPr>
            <a:lvl4pPr marL="1600200" indent="-228600" defTabSz="723900">
              <a:defRPr>
                <a:solidFill>
                  <a:schemeClr val="tx1"/>
                </a:solidFill>
                <a:latin typeface="Arial" panose="020B0604020202020204" pitchFamily="34" charset="0"/>
                <a:cs typeface="Arial" panose="020B0604020202020204" pitchFamily="34" charset="0"/>
              </a:defRPr>
            </a:lvl4pPr>
            <a:lvl5pPr marL="2057400" indent="-228600" defTabSz="723900">
              <a:defRPr>
                <a:solidFill>
                  <a:schemeClr val="tx1"/>
                </a:solidFill>
                <a:latin typeface="Arial" panose="020B0604020202020204" pitchFamily="34" charset="0"/>
                <a:cs typeface="Arial" panose="020B0604020202020204" pitchFamily="34" charset="0"/>
              </a:defRPr>
            </a:lvl5pPr>
            <a:lvl6pPr marL="25146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400">
                <a:solidFill>
                  <a:prstClr val="black"/>
                </a:solidFill>
              </a:rPr>
              <a:t>g0/2</a:t>
            </a:r>
          </a:p>
        </p:txBody>
      </p:sp>
      <p:sp>
        <p:nvSpPr>
          <p:cNvPr id="122893" name="Rectangle 13"/>
          <p:cNvSpPr>
            <a:spLocks noChangeArrowheads="1"/>
          </p:cNvSpPr>
          <p:nvPr/>
        </p:nvSpPr>
        <p:spPr bwMode="auto">
          <a:xfrm>
            <a:off x="6767514" y="3154363"/>
            <a:ext cx="533800" cy="308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723900">
              <a:defRPr>
                <a:solidFill>
                  <a:schemeClr val="tx1"/>
                </a:solidFill>
                <a:latin typeface="Arial" panose="020B0604020202020204" pitchFamily="34" charset="0"/>
                <a:cs typeface="Arial" panose="020B0604020202020204" pitchFamily="34" charset="0"/>
              </a:defRPr>
            </a:lvl1pPr>
            <a:lvl2pPr marL="742950" indent="-285750" defTabSz="723900">
              <a:defRPr>
                <a:solidFill>
                  <a:schemeClr val="tx1"/>
                </a:solidFill>
                <a:latin typeface="Arial" panose="020B0604020202020204" pitchFamily="34" charset="0"/>
                <a:cs typeface="Arial" panose="020B0604020202020204" pitchFamily="34" charset="0"/>
              </a:defRPr>
            </a:lvl2pPr>
            <a:lvl3pPr marL="1143000" indent="-228600" defTabSz="723900">
              <a:defRPr>
                <a:solidFill>
                  <a:schemeClr val="tx1"/>
                </a:solidFill>
                <a:latin typeface="Arial" panose="020B0604020202020204" pitchFamily="34" charset="0"/>
                <a:cs typeface="Arial" panose="020B0604020202020204" pitchFamily="34" charset="0"/>
              </a:defRPr>
            </a:lvl3pPr>
            <a:lvl4pPr marL="1600200" indent="-228600" defTabSz="723900">
              <a:defRPr>
                <a:solidFill>
                  <a:schemeClr val="tx1"/>
                </a:solidFill>
                <a:latin typeface="Arial" panose="020B0604020202020204" pitchFamily="34" charset="0"/>
                <a:cs typeface="Arial" panose="020B0604020202020204" pitchFamily="34" charset="0"/>
              </a:defRPr>
            </a:lvl4pPr>
            <a:lvl5pPr marL="2057400" indent="-228600" defTabSz="723900">
              <a:defRPr>
                <a:solidFill>
                  <a:schemeClr val="tx1"/>
                </a:solidFill>
                <a:latin typeface="Arial" panose="020B0604020202020204" pitchFamily="34" charset="0"/>
                <a:cs typeface="Arial" panose="020B0604020202020204" pitchFamily="34" charset="0"/>
              </a:defRPr>
            </a:lvl5pPr>
            <a:lvl6pPr marL="25146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400">
                <a:solidFill>
                  <a:prstClr val="black"/>
                </a:solidFill>
              </a:rPr>
              <a:t>g0/1</a:t>
            </a:r>
          </a:p>
        </p:txBody>
      </p:sp>
      <p:sp>
        <p:nvSpPr>
          <p:cNvPr id="122894" name="Arc 14"/>
          <p:cNvSpPr>
            <a:spLocks/>
          </p:cNvSpPr>
          <p:nvPr/>
        </p:nvSpPr>
        <p:spPr bwMode="auto">
          <a:xfrm rot="10800000" flipH="1" flipV="1">
            <a:off x="6867525" y="2336800"/>
            <a:ext cx="1060451" cy="635000"/>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pic>
        <p:nvPicPr>
          <p:cNvPr id="122895" name="Picture 15" descr="File-Application_Serve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81752" y="1500189"/>
            <a:ext cx="442913"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2896" name="Group 18"/>
          <p:cNvGrpSpPr>
            <a:grpSpLocks/>
          </p:cNvGrpSpPr>
          <p:nvPr/>
        </p:nvGrpSpPr>
        <p:grpSpPr bwMode="auto">
          <a:xfrm>
            <a:off x="2384426" y="2695575"/>
            <a:ext cx="1698625" cy="865188"/>
            <a:chOff x="400" y="1552"/>
            <a:chExt cx="1070" cy="545"/>
          </a:xfrm>
        </p:grpSpPr>
        <p:pic>
          <p:nvPicPr>
            <p:cNvPr id="122903" name="Picture 19" descr="Network_Cloud_Standard"/>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0" y="1552"/>
              <a:ext cx="1070" cy="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04" name="Rectangle 20"/>
            <p:cNvSpPr>
              <a:spLocks noChangeArrowheads="1"/>
            </p:cNvSpPr>
            <p:nvPr/>
          </p:nvSpPr>
          <p:spPr bwMode="auto">
            <a:xfrm>
              <a:off x="635" y="1724"/>
              <a:ext cx="55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Internet</a:t>
              </a:r>
            </a:p>
          </p:txBody>
        </p:sp>
      </p:grpSp>
      <p:pic>
        <p:nvPicPr>
          <p:cNvPr id="122897" name="Picture 21" descr="PC"/>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967664" y="2828926"/>
            <a:ext cx="636587"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898" name="Rectangle 22"/>
          <p:cNvSpPr>
            <a:spLocks noChangeArrowheads="1"/>
          </p:cNvSpPr>
          <p:nvPr/>
        </p:nvSpPr>
        <p:spPr bwMode="auto">
          <a:xfrm>
            <a:off x="7027863" y="3481388"/>
            <a:ext cx="1673535" cy="350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73025" tIns="36512" rIns="73025" bIns="36512">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Inside Network</a:t>
            </a:r>
          </a:p>
        </p:txBody>
      </p:sp>
      <p:sp>
        <p:nvSpPr>
          <p:cNvPr id="122899" name="Rectangle 23"/>
          <p:cNvSpPr>
            <a:spLocks noChangeArrowheads="1"/>
          </p:cNvSpPr>
          <p:nvPr/>
        </p:nvSpPr>
        <p:spPr bwMode="auto">
          <a:xfrm>
            <a:off x="7024689" y="3802065"/>
            <a:ext cx="1829027" cy="720841"/>
          </a:xfrm>
          <a:prstGeom prst="rect">
            <a:avLst/>
          </a:prstGeom>
          <a:solidFill>
            <a:schemeClr val="folHlink"/>
          </a:solidFill>
          <a:ln w="9525">
            <a:solidFill>
              <a:schemeClr val="tx1"/>
            </a:solidFill>
            <a:miter lim="800000"/>
            <a:headEnd/>
            <a:tailEnd/>
          </a:ln>
        </p:spPr>
        <p:txBody>
          <a:bodyPr wrap="none" lIns="92075" tIns="46039" rIns="92075" bIns="46039">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white"/>
                </a:solidFill>
              </a:rPr>
              <a:t>GigabitEthernet0/1</a:t>
            </a:r>
          </a:p>
          <a:p>
            <a:pPr fontAlgn="base">
              <a:spcBef>
                <a:spcPct val="20000"/>
              </a:spcBef>
              <a:spcAft>
                <a:spcPct val="0"/>
              </a:spcAft>
              <a:buClr>
                <a:srgbClr val="FF9933"/>
              </a:buClr>
              <a:buFont typeface="Wingdings" panose="05000000000000000000" pitchFamily="2" charset="2"/>
              <a:buNone/>
            </a:pPr>
            <a:r>
              <a:rPr lang="en-US" altLang="en-US" sz="1200">
                <a:solidFill>
                  <a:prstClr val="white"/>
                </a:solidFill>
              </a:rPr>
              <a:t> Security level </a:t>
            </a:r>
            <a:r>
              <a:rPr lang="en-US" altLang="en-US" sz="1200">
                <a:solidFill>
                  <a:srgbClr val="ED7D31"/>
                </a:solidFill>
              </a:rPr>
              <a:t>100</a:t>
            </a:r>
          </a:p>
          <a:p>
            <a:pPr fontAlgn="base">
              <a:spcBef>
                <a:spcPct val="20000"/>
              </a:spcBef>
              <a:spcAft>
                <a:spcPct val="0"/>
              </a:spcAft>
              <a:buClr>
                <a:srgbClr val="FF9933"/>
              </a:buClr>
              <a:buFont typeface="Wingdings" panose="05000000000000000000" pitchFamily="2" charset="2"/>
              <a:buNone/>
            </a:pPr>
            <a:r>
              <a:rPr lang="en-US" altLang="en-US" sz="1200">
                <a:solidFill>
                  <a:prstClr val="white"/>
                </a:solidFill>
              </a:rPr>
              <a:t> Interface name = inside</a:t>
            </a:r>
          </a:p>
        </p:txBody>
      </p:sp>
      <p:sp>
        <p:nvSpPr>
          <p:cNvPr id="122900" name="Arc 24"/>
          <p:cNvSpPr>
            <a:spLocks/>
          </p:cNvSpPr>
          <p:nvPr/>
        </p:nvSpPr>
        <p:spPr bwMode="auto">
          <a:xfrm flipH="1" flipV="1">
            <a:off x="6802438" y="2438400"/>
            <a:ext cx="1058863" cy="635000"/>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pic>
        <p:nvPicPr>
          <p:cNvPr id="122901" name="Picture 27" descr="Cisco_ASA5500"/>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338888" y="2851151"/>
            <a:ext cx="493712"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02" name="Picture 28" descr="Route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556126" y="3028951"/>
            <a:ext cx="585788"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78982697"/>
      </p:ext>
    </p:extLst>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ChangeArrowheads="1"/>
          </p:cNvSpPr>
          <p:nvPr/>
        </p:nvSpPr>
        <p:spPr bwMode="auto">
          <a:xfrm>
            <a:off x="2238377" y="3214689"/>
            <a:ext cx="7732713" cy="764568"/>
          </a:xfrm>
          <a:prstGeom prst="rect">
            <a:avLst/>
          </a:prstGeom>
          <a:solidFill>
            <a:schemeClr val="bg1"/>
          </a:solidFill>
          <a:ln w="28575">
            <a:solidFill>
              <a:schemeClr val="tx1"/>
            </a:solidFill>
            <a:miter lim="800000"/>
            <a:headEnd/>
            <a:tailEnd/>
          </a:ln>
        </p:spPr>
        <p:txBody>
          <a:bodyPr lIns="92075" tIns="92075" rIns="92075" bIns="92075">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srgbClr val="000000"/>
                </a:solidFill>
                <a:latin typeface="Courier New" panose="02070309020205020404" pitchFamily="49" charset="0"/>
              </a:rPr>
              <a:t>speed</a:t>
            </a:r>
            <a:r>
              <a:rPr lang="en-US" altLang="en-US" sz="1600" i="1">
                <a:solidFill>
                  <a:srgbClr val="000000"/>
                </a:solidFill>
                <a:latin typeface="Courier New" panose="02070309020205020404" pitchFamily="49" charset="0"/>
              </a:rPr>
              <a:t> </a:t>
            </a:r>
            <a:r>
              <a:rPr lang="en-US" altLang="en-US" sz="1600">
                <a:solidFill>
                  <a:srgbClr val="000000"/>
                </a:solidFill>
                <a:latin typeface="Courier New" panose="02070309020205020404" pitchFamily="49" charset="0"/>
              </a:rPr>
              <a:t>{10 | 100 | 1000 | auto | nonegotiate}</a:t>
            </a:r>
          </a:p>
          <a:p>
            <a:pPr fontAlgn="base">
              <a:spcBef>
                <a:spcPct val="20000"/>
              </a:spcBef>
              <a:spcAft>
                <a:spcPct val="0"/>
              </a:spcAft>
              <a:buClr>
                <a:srgbClr val="FF9933"/>
              </a:buClr>
              <a:buFont typeface="Wingdings" panose="05000000000000000000" pitchFamily="2" charset="2"/>
              <a:buNone/>
            </a:pPr>
            <a:r>
              <a:rPr lang="en-US" altLang="en-US" sz="1600">
                <a:solidFill>
                  <a:srgbClr val="000000"/>
                </a:solidFill>
                <a:latin typeface="Courier New" panose="02070309020205020404" pitchFamily="49" charset="0"/>
              </a:rPr>
              <a:t>duplex {auto | full | half}</a:t>
            </a:r>
            <a:r>
              <a:rPr lang="en-US" altLang="en-US">
                <a:solidFill>
                  <a:srgbClr val="000000"/>
                </a:solidFill>
                <a:latin typeface="Courier New" panose="02070309020205020404" pitchFamily="49" charset="0"/>
              </a:rPr>
              <a:t> </a:t>
            </a:r>
          </a:p>
        </p:txBody>
      </p:sp>
      <p:sp>
        <p:nvSpPr>
          <p:cNvPr id="124931" name="Rectangle 101"/>
          <p:cNvSpPr>
            <a:spLocks noGrp="1" noChangeArrowheads="1"/>
          </p:cNvSpPr>
          <p:nvPr>
            <p:ph type="title"/>
          </p:nvPr>
        </p:nvSpPr>
        <p:spPr>
          <a:xfrm>
            <a:off x="16811" y="4763"/>
            <a:ext cx="12175188" cy="1325563"/>
          </a:xfrm>
        </p:spPr>
        <p:txBody>
          <a:bodyPr/>
          <a:lstStyle/>
          <a:p>
            <a:pPr eaLnBrk="1" hangingPunct="1"/>
            <a:r>
              <a:rPr lang="en-US" altLang="en-US" sz="3733" dirty="0">
                <a:latin typeface="Arial" panose="020B0604020202020204" pitchFamily="34" charset="0"/>
                <a:cs typeface="Arial" panose="020B0604020202020204" pitchFamily="34" charset="0"/>
              </a:rPr>
              <a:t>Assign an Interface Speed and Duplex: speed and duplex </a:t>
            </a:r>
            <a:r>
              <a:rPr lang="en-US" altLang="en-US" sz="3733" dirty="0" err="1">
                <a:latin typeface="Arial" panose="020B0604020202020204" pitchFamily="34" charset="0"/>
                <a:cs typeface="Arial" panose="020B0604020202020204" pitchFamily="34" charset="0"/>
              </a:rPr>
              <a:t>SubCommands</a:t>
            </a:r>
            <a:endParaRPr lang="en-US" altLang="en-US" sz="3733" dirty="0">
              <a:latin typeface="Arial" panose="020B0604020202020204" pitchFamily="34" charset="0"/>
              <a:cs typeface="Arial" panose="020B0604020202020204" pitchFamily="34" charset="0"/>
            </a:endParaRPr>
          </a:p>
        </p:txBody>
      </p:sp>
      <p:sp>
        <p:nvSpPr>
          <p:cNvPr id="124932" name="Rectangle 5"/>
          <p:cNvSpPr>
            <a:spLocks noGrp="1" noChangeArrowheads="1"/>
          </p:cNvSpPr>
          <p:nvPr>
            <p:ph type="body" sz="half" idx="4294967295"/>
          </p:nvPr>
        </p:nvSpPr>
        <p:spPr>
          <a:xfrm>
            <a:off x="1524001" y="3983039"/>
            <a:ext cx="7062788" cy="392112"/>
          </a:xfrm>
        </p:spPr>
        <p:txBody>
          <a:bodyPr/>
          <a:lstStyle/>
          <a:p>
            <a:pPr lvl="1" eaLnBrk="1" hangingPunct="1">
              <a:buFont typeface="Wingdings" panose="05000000000000000000" pitchFamily="2" charset="2"/>
              <a:buNone/>
            </a:pPr>
            <a:r>
              <a:rPr lang="en-US" altLang="en-US" sz="1400"/>
              <a:t>Enable the interface speed and duplex</a:t>
            </a:r>
          </a:p>
        </p:txBody>
      </p:sp>
      <p:sp>
        <p:nvSpPr>
          <p:cNvPr id="124933" name="Text Box 3"/>
          <p:cNvSpPr txBox="1">
            <a:spLocks noChangeArrowheads="1"/>
          </p:cNvSpPr>
          <p:nvPr/>
        </p:nvSpPr>
        <p:spPr bwMode="auto">
          <a:xfrm>
            <a:off x="2230661" y="2856014"/>
            <a:ext cx="172675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50000"/>
              </a:spcBef>
              <a:spcAft>
                <a:spcPct val="0"/>
              </a:spcAft>
              <a:buClr>
                <a:srgbClr val="FF9933"/>
              </a:buClr>
              <a:buFont typeface="Wingdings" panose="05000000000000000000" pitchFamily="2" charset="2"/>
              <a:buNone/>
            </a:pPr>
            <a:r>
              <a:rPr lang="en-US" altLang="en-US" sz="1400">
                <a:solidFill>
                  <a:prstClr val="black"/>
                </a:solidFill>
              </a:rPr>
              <a:t>ciscoasa(config-if)#</a:t>
            </a:r>
          </a:p>
        </p:txBody>
      </p:sp>
      <p:sp>
        <p:nvSpPr>
          <p:cNvPr id="124934" name="Rectangle 100"/>
          <p:cNvSpPr>
            <a:spLocks noChangeArrowheads="1"/>
          </p:cNvSpPr>
          <p:nvPr/>
        </p:nvSpPr>
        <p:spPr bwMode="auto">
          <a:xfrm>
            <a:off x="5024440" y="1428751"/>
            <a:ext cx="1678345" cy="825485"/>
          </a:xfrm>
          <a:prstGeom prst="rect">
            <a:avLst/>
          </a:prstGeom>
          <a:solidFill>
            <a:schemeClr val="folHlink"/>
          </a:solidFill>
          <a:ln w="9525">
            <a:solidFill>
              <a:schemeClr val="tx1"/>
            </a:solidFill>
            <a:miter lim="800000"/>
            <a:headEnd/>
            <a:tailEnd/>
          </a:ln>
        </p:spPr>
        <p:txBody>
          <a:bodyPr wrap="none" lIns="92075" tIns="46039" rIns="92075" bIns="46039">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400">
                <a:solidFill>
                  <a:prstClr val="white"/>
                </a:solidFill>
              </a:rPr>
              <a:t>GigabitEthernet0/0</a:t>
            </a:r>
          </a:p>
          <a:p>
            <a:pPr fontAlgn="base">
              <a:spcBef>
                <a:spcPct val="20000"/>
              </a:spcBef>
              <a:spcAft>
                <a:spcPct val="0"/>
              </a:spcAft>
              <a:buClr>
                <a:srgbClr val="FF9933"/>
              </a:buClr>
              <a:buFont typeface="Wingdings" panose="05000000000000000000" pitchFamily="2" charset="2"/>
              <a:buNone/>
            </a:pPr>
            <a:r>
              <a:rPr lang="en-US" altLang="en-US" sz="1400">
                <a:solidFill>
                  <a:prstClr val="white"/>
                </a:solidFill>
              </a:rPr>
              <a:t> Speed =1000</a:t>
            </a:r>
          </a:p>
          <a:p>
            <a:pPr fontAlgn="base">
              <a:spcBef>
                <a:spcPct val="20000"/>
              </a:spcBef>
              <a:spcAft>
                <a:spcPct val="0"/>
              </a:spcAft>
              <a:buClr>
                <a:srgbClr val="FF9933"/>
              </a:buClr>
              <a:buFont typeface="Wingdings" panose="05000000000000000000" pitchFamily="2" charset="2"/>
              <a:buNone/>
            </a:pPr>
            <a:r>
              <a:rPr lang="en-US" altLang="en-US" sz="1400">
                <a:solidFill>
                  <a:prstClr val="white"/>
                </a:solidFill>
              </a:rPr>
              <a:t> Duplex = full</a:t>
            </a:r>
          </a:p>
        </p:txBody>
      </p:sp>
      <p:sp>
        <p:nvSpPr>
          <p:cNvPr id="124935" name="Line 103"/>
          <p:cNvSpPr>
            <a:spLocks noChangeShapeType="1"/>
          </p:cNvSpPr>
          <p:nvPr/>
        </p:nvSpPr>
        <p:spPr bwMode="auto">
          <a:xfrm flipV="1">
            <a:off x="7035800" y="2441577"/>
            <a:ext cx="1457325" cy="317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24936" name="Line 104"/>
          <p:cNvSpPr>
            <a:spLocks noChangeShapeType="1"/>
          </p:cNvSpPr>
          <p:nvPr/>
        </p:nvSpPr>
        <p:spPr bwMode="auto">
          <a:xfrm flipV="1">
            <a:off x="4602164" y="2468565"/>
            <a:ext cx="2447925" cy="317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24937" name="Line 105"/>
          <p:cNvSpPr>
            <a:spLocks noChangeShapeType="1"/>
          </p:cNvSpPr>
          <p:nvPr/>
        </p:nvSpPr>
        <p:spPr bwMode="auto">
          <a:xfrm flipH="1">
            <a:off x="7280275" y="1214440"/>
            <a:ext cx="12700" cy="1481137"/>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24938" name="Rectangle 106"/>
          <p:cNvSpPr>
            <a:spLocks noChangeArrowheads="1"/>
          </p:cNvSpPr>
          <p:nvPr/>
        </p:nvSpPr>
        <p:spPr bwMode="auto">
          <a:xfrm>
            <a:off x="6442077" y="2455864"/>
            <a:ext cx="585097"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723900">
              <a:defRPr>
                <a:solidFill>
                  <a:schemeClr val="tx1"/>
                </a:solidFill>
                <a:latin typeface="Arial" panose="020B0604020202020204" pitchFamily="34" charset="0"/>
                <a:cs typeface="Arial" panose="020B0604020202020204" pitchFamily="34" charset="0"/>
              </a:defRPr>
            </a:lvl1pPr>
            <a:lvl2pPr marL="742950" indent="-285750" defTabSz="723900">
              <a:defRPr>
                <a:solidFill>
                  <a:schemeClr val="tx1"/>
                </a:solidFill>
                <a:latin typeface="Arial" panose="020B0604020202020204" pitchFamily="34" charset="0"/>
                <a:cs typeface="Arial" panose="020B0604020202020204" pitchFamily="34" charset="0"/>
              </a:defRPr>
            </a:lvl2pPr>
            <a:lvl3pPr marL="1143000" indent="-228600" defTabSz="723900">
              <a:defRPr>
                <a:solidFill>
                  <a:schemeClr val="tx1"/>
                </a:solidFill>
                <a:latin typeface="Arial" panose="020B0604020202020204" pitchFamily="34" charset="0"/>
                <a:cs typeface="Arial" panose="020B0604020202020204" pitchFamily="34" charset="0"/>
              </a:defRPr>
            </a:lvl3pPr>
            <a:lvl4pPr marL="1600200" indent="-228600" defTabSz="723900">
              <a:defRPr>
                <a:solidFill>
                  <a:schemeClr val="tx1"/>
                </a:solidFill>
                <a:latin typeface="Arial" panose="020B0604020202020204" pitchFamily="34" charset="0"/>
                <a:cs typeface="Arial" panose="020B0604020202020204" pitchFamily="34" charset="0"/>
              </a:defRPr>
            </a:lvl4pPr>
            <a:lvl5pPr marL="2057400" indent="-228600" defTabSz="723900">
              <a:defRPr>
                <a:solidFill>
                  <a:schemeClr val="tx1"/>
                </a:solidFill>
                <a:latin typeface="Arial" panose="020B0604020202020204" pitchFamily="34" charset="0"/>
                <a:cs typeface="Arial" panose="020B0604020202020204" pitchFamily="34" charset="0"/>
              </a:defRPr>
            </a:lvl5pPr>
            <a:lvl6pPr marL="25146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g0/0</a:t>
            </a:r>
          </a:p>
        </p:txBody>
      </p:sp>
      <p:sp>
        <p:nvSpPr>
          <p:cNvPr id="124939" name="Rectangle 107"/>
          <p:cNvSpPr>
            <a:spLocks noChangeArrowheads="1"/>
          </p:cNvSpPr>
          <p:nvPr/>
        </p:nvSpPr>
        <p:spPr bwMode="auto">
          <a:xfrm>
            <a:off x="7270752" y="1865313"/>
            <a:ext cx="585097"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723900">
              <a:defRPr>
                <a:solidFill>
                  <a:schemeClr val="tx1"/>
                </a:solidFill>
                <a:latin typeface="Arial" panose="020B0604020202020204" pitchFamily="34" charset="0"/>
                <a:cs typeface="Arial" panose="020B0604020202020204" pitchFamily="34" charset="0"/>
              </a:defRPr>
            </a:lvl1pPr>
            <a:lvl2pPr marL="742950" indent="-285750" defTabSz="723900">
              <a:defRPr>
                <a:solidFill>
                  <a:schemeClr val="tx1"/>
                </a:solidFill>
                <a:latin typeface="Arial" panose="020B0604020202020204" pitchFamily="34" charset="0"/>
                <a:cs typeface="Arial" panose="020B0604020202020204" pitchFamily="34" charset="0"/>
              </a:defRPr>
            </a:lvl2pPr>
            <a:lvl3pPr marL="1143000" indent="-228600" defTabSz="723900">
              <a:defRPr>
                <a:solidFill>
                  <a:schemeClr val="tx1"/>
                </a:solidFill>
                <a:latin typeface="Arial" panose="020B0604020202020204" pitchFamily="34" charset="0"/>
                <a:cs typeface="Arial" panose="020B0604020202020204" pitchFamily="34" charset="0"/>
              </a:defRPr>
            </a:lvl3pPr>
            <a:lvl4pPr marL="1600200" indent="-228600" defTabSz="723900">
              <a:defRPr>
                <a:solidFill>
                  <a:schemeClr val="tx1"/>
                </a:solidFill>
                <a:latin typeface="Arial" panose="020B0604020202020204" pitchFamily="34" charset="0"/>
                <a:cs typeface="Arial" panose="020B0604020202020204" pitchFamily="34" charset="0"/>
              </a:defRPr>
            </a:lvl4pPr>
            <a:lvl5pPr marL="2057400" indent="-228600" defTabSz="723900">
              <a:defRPr>
                <a:solidFill>
                  <a:schemeClr val="tx1"/>
                </a:solidFill>
                <a:latin typeface="Arial" panose="020B0604020202020204" pitchFamily="34" charset="0"/>
                <a:cs typeface="Arial" panose="020B0604020202020204" pitchFamily="34" charset="0"/>
              </a:defRPr>
            </a:lvl5pPr>
            <a:lvl6pPr marL="25146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g0/2</a:t>
            </a:r>
          </a:p>
        </p:txBody>
      </p:sp>
      <p:sp>
        <p:nvSpPr>
          <p:cNvPr id="124940" name="Rectangle 108"/>
          <p:cNvSpPr>
            <a:spLocks noChangeArrowheads="1"/>
          </p:cNvSpPr>
          <p:nvPr/>
        </p:nvSpPr>
        <p:spPr bwMode="auto">
          <a:xfrm>
            <a:off x="7459665" y="2416176"/>
            <a:ext cx="585097"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723900">
              <a:defRPr>
                <a:solidFill>
                  <a:schemeClr val="tx1"/>
                </a:solidFill>
                <a:latin typeface="Arial" panose="020B0604020202020204" pitchFamily="34" charset="0"/>
                <a:cs typeface="Arial" panose="020B0604020202020204" pitchFamily="34" charset="0"/>
              </a:defRPr>
            </a:lvl1pPr>
            <a:lvl2pPr marL="742950" indent="-285750" defTabSz="723900">
              <a:defRPr>
                <a:solidFill>
                  <a:schemeClr val="tx1"/>
                </a:solidFill>
                <a:latin typeface="Arial" panose="020B0604020202020204" pitchFamily="34" charset="0"/>
                <a:cs typeface="Arial" panose="020B0604020202020204" pitchFamily="34" charset="0"/>
              </a:defRPr>
            </a:lvl2pPr>
            <a:lvl3pPr marL="1143000" indent="-228600" defTabSz="723900">
              <a:defRPr>
                <a:solidFill>
                  <a:schemeClr val="tx1"/>
                </a:solidFill>
                <a:latin typeface="Arial" panose="020B0604020202020204" pitchFamily="34" charset="0"/>
                <a:cs typeface="Arial" panose="020B0604020202020204" pitchFamily="34" charset="0"/>
              </a:defRPr>
            </a:lvl3pPr>
            <a:lvl4pPr marL="1600200" indent="-228600" defTabSz="723900">
              <a:defRPr>
                <a:solidFill>
                  <a:schemeClr val="tx1"/>
                </a:solidFill>
                <a:latin typeface="Arial" panose="020B0604020202020204" pitchFamily="34" charset="0"/>
                <a:cs typeface="Arial" panose="020B0604020202020204" pitchFamily="34" charset="0"/>
              </a:defRPr>
            </a:lvl4pPr>
            <a:lvl5pPr marL="2057400" indent="-228600" defTabSz="723900">
              <a:defRPr>
                <a:solidFill>
                  <a:schemeClr val="tx1"/>
                </a:solidFill>
                <a:latin typeface="Arial" panose="020B0604020202020204" pitchFamily="34" charset="0"/>
                <a:cs typeface="Arial" panose="020B0604020202020204" pitchFamily="34" charset="0"/>
              </a:defRPr>
            </a:lvl5pPr>
            <a:lvl6pPr marL="25146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g0/1</a:t>
            </a:r>
          </a:p>
        </p:txBody>
      </p:sp>
      <p:grpSp>
        <p:nvGrpSpPr>
          <p:cNvPr id="124941" name="Group 109"/>
          <p:cNvGrpSpPr>
            <a:grpSpLocks/>
          </p:cNvGrpSpPr>
          <p:nvPr/>
        </p:nvGrpSpPr>
        <p:grpSpPr bwMode="auto">
          <a:xfrm>
            <a:off x="3238500" y="2014540"/>
            <a:ext cx="1538288" cy="784225"/>
            <a:chOff x="775" y="3234"/>
            <a:chExt cx="969" cy="494"/>
          </a:xfrm>
        </p:grpSpPr>
        <p:pic>
          <p:nvPicPr>
            <p:cNvPr id="124948" name="Picture 110" descr="Network_Cloud_Standard"/>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5" y="3234"/>
              <a:ext cx="969" cy="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949" name="Rectangle 111"/>
            <p:cNvSpPr>
              <a:spLocks noChangeArrowheads="1"/>
            </p:cNvSpPr>
            <p:nvPr/>
          </p:nvSpPr>
          <p:spPr bwMode="auto">
            <a:xfrm>
              <a:off x="970" y="3384"/>
              <a:ext cx="55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Internet</a:t>
              </a:r>
            </a:p>
          </p:txBody>
        </p:sp>
      </p:grpSp>
      <p:pic>
        <p:nvPicPr>
          <p:cNvPr id="124942" name="Picture 113" descr="File-Application_Serve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059613" y="1195389"/>
            <a:ext cx="442912"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943" name="Picture 114" descr="Route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349875" y="2271713"/>
            <a:ext cx="585788"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944" name="Picture 115" descr="PC"/>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269289" y="2089151"/>
            <a:ext cx="636587"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945" name="Rectangle 116"/>
          <p:cNvSpPr>
            <a:spLocks noChangeArrowheads="1"/>
          </p:cNvSpPr>
          <p:nvPr/>
        </p:nvSpPr>
        <p:spPr bwMode="auto">
          <a:xfrm>
            <a:off x="1979613" y="4343401"/>
            <a:ext cx="8358187" cy="1694053"/>
          </a:xfrm>
          <a:prstGeom prst="rect">
            <a:avLst/>
          </a:prstGeom>
          <a:solidFill>
            <a:schemeClr val="bg1"/>
          </a:solidFill>
          <a:ln w="28575">
            <a:solidFill>
              <a:schemeClr val="tx1"/>
            </a:solidFill>
            <a:miter lim="800000"/>
            <a:headEnd/>
            <a:tailEnd/>
          </a:ln>
        </p:spPr>
        <p:txBody>
          <a:bodyPr lIns="92075" tIns="92075" rIns="92075" bIns="92075">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400">
                <a:solidFill>
                  <a:prstClr val="black"/>
                </a:solidFill>
                <a:latin typeface="Courier New" panose="02070309020205020404" pitchFamily="49" charset="0"/>
              </a:rPr>
              <a:t>asa1(config)# interface GigabitEthernet0/0</a:t>
            </a:r>
          </a:p>
          <a:p>
            <a:pPr fontAlgn="base">
              <a:spcBef>
                <a:spcPct val="20000"/>
              </a:spcBef>
              <a:spcAft>
                <a:spcPct val="0"/>
              </a:spcAft>
              <a:buClr>
                <a:srgbClr val="FF9933"/>
              </a:buClr>
              <a:buFont typeface="Wingdings" panose="05000000000000000000" pitchFamily="2" charset="2"/>
              <a:buNone/>
            </a:pPr>
            <a:r>
              <a:rPr lang="en-US" altLang="en-US" sz="1400">
                <a:solidFill>
                  <a:prstClr val="black"/>
                </a:solidFill>
                <a:latin typeface="Courier New" panose="02070309020205020404" pitchFamily="49" charset="0"/>
              </a:rPr>
              <a:t>asa1(config-if)# nameif outside</a:t>
            </a:r>
          </a:p>
          <a:p>
            <a:pPr fontAlgn="base">
              <a:spcBef>
                <a:spcPct val="20000"/>
              </a:spcBef>
              <a:spcAft>
                <a:spcPct val="0"/>
              </a:spcAft>
              <a:buClr>
                <a:srgbClr val="FF9933"/>
              </a:buClr>
              <a:buFont typeface="Wingdings" panose="05000000000000000000" pitchFamily="2" charset="2"/>
              <a:buNone/>
            </a:pPr>
            <a:r>
              <a:rPr lang="en-US" altLang="en-US" sz="1400">
                <a:solidFill>
                  <a:prstClr val="black"/>
                </a:solidFill>
                <a:latin typeface="Courier New" panose="02070309020205020404" pitchFamily="49" charset="0"/>
              </a:rPr>
              <a:t>asa1(config-if)# ip address 192.168.1.2</a:t>
            </a:r>
          </a:p>
          <a:p>
            <a:pPr fontAlgn="base">
              <a:spcBef>
                <a:spcPct val="20000"/>
              </a:spcBef>
              <a:spcAft>
                <a:spcPct val="0"/>
              </a:spcAft>
              <a:buClr>
                <a:srgbClr val="FF9933"/>
              </a:buClr>
              <a:buFont typeface="Wingdings" panose="05000000000000000000" pitchFamily="2" charset="2"/>
              <a:buNone/>
            </a:pPr>
            <a:r>
              <a:rPr lang="en-US" altLang="en-US" sz="1400">
                <a:solidFill>
                  <a:prstClr val="black"/>
                </a:solidFill>
                <a:latin typeface="Courier New" panose="02070309020205020404" pitchFamily="49" charset="0"/>
              </a:rPr>
              <a:t>asa1(config-if)# security-level 0 </a:t>
            </a:r>
          </a:p>
          <a:p>
            <a:pPr fontAlgn="base">
              <a:spcBef>
                <a:spcPct val="20000"/>
              </a:spcBef>
              <a:spcAft>
                <a:spcPct val="0"/>
              </a:spcAft>
              <a:buClr>
                <a:srgbClr val="FF9933"/>
              </a:buClr>
              <a:buFont typeface="Wingdings" panose="05000000000000000000" pitchFamily="2" charset="2"/>
              <a:buNone/>
            </a:pPr>
            <a:r>
              <a:rPr lang="en-US" altLang="en-US" sz="1400">
                <a:solidFill>
                  <a:prstClr val="black"/>
                </a:solidFill>
                <a:latin typeface="Courier New" panose="02070309020205020404" pitchFamily="49" charset="0"/>
              </a:rPr>
              <a:t>asa1(config-if)# speed 1000</a:t>
            </a:r>
          </a:p>
          <a:p>
            <a:pPr fontAlgn="base">
              <a:spcBef>
                <a:spcPct val="20000"/>
              </a:spcBef>
              <a:spcAft>
                <a:spcPct val="0"/>
              </a:spcAft>
              <a:buClr>
                <a:srgbClr val="FF9933"/>
              </a:buClr>
              <a:buFont typeface="Wingdings" panose="05000000000000000000" pitchFamily="2" charset="2"/>
              <a:buNone/>
            </a:pPr>
            <a:r>
              <a:rPr lang="en-US" altLang="en-US" sz="1400">
                <a:solidFill>
                  <a:prstClr val="black"/>
                </a:solidFill>
                <a:latin typeface="Courier New" panose="02070309020205020404" pitchFamily="49" charset="0"/>
              </a:rPr>
              <a:t>asa1(config-if)# duplex full</a:t>
            </a:r>
          </a:p>
        </p:txBody>
      </p:sp>
      <p:pic>
        <p:nvPicPr>
          <p:cNvPr id="124946" name="Picture 118" descr="Cisco_ASA5500"/>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018339" y="2152651"/>
            <a:ext cx="493712"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4947" name="Picture 119" descr="Route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349875" y="2271714"/>
            <a:ext cx="585788"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45226356"/>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ChangeArrowheads="1"/>
          </p:cNvSpPr>
          <p:nvPr/>
        </p:nvSpPr>
        <p:spPr bwMode="auto">
          <a:xfrm>
            <a:off x="2238377" y="3500439"/>
            <a:ext cx="7732713" cy="421397"/>
          </a:xfrm>
          <a:prstGeom prst="rect">
            <a:avLst/>
          </a:prstGeom>
          <a:solidFill>
            <a:schemeClr val="bg1"/>
          </a:solidFill>
          <a:ln w="28575">
            <a:solidFill>
              <a:schemeClr val="tx1"/>
            </a:solidFill>
            <a:miter lim="800000"/>
            <a:headEnd/>
            <a:tailEnd/>
          </a:ln>
        </p:spPr>
        <p:txBody>
          <a:bodyPr lIns="92075" tIns="92075" rIns="92075" bIns="92075">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r>
              <a:rPr lang="en-US" altLang="en-US" sz="1700">
                <a:solidFill>
                  <a:prstClr val="black"/>
                </a:solidFill>
                <a:latin typeface="Courier New" panose="02070309020205020404" pitchFamily="49" charset="0"/>
              </a:rPr>
              <a:t>management-only</a:t>
            </a:r>
          </a:p>
        </p:txBody>
      </p:sp>
      <p:sp>
        <p:nvSpPr>
          <p:cNvPr id="126979" name="Text Box 3"/>
          <p:cNvSpPr txBox="1">
            <a:spLocks noChangeArrowheads="1"/>
          </p:cNvSpPr>
          <p:nvPr/>
        </p:nvSpPr>
        <p:spPr bwMode="auto">
          <a:xfrm>
            <a:off x="2229577" y="3153361"/>
            <a:ext cx="19511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50000"/>
              </a:spcBef>
              <a:spcAft>
                <a:spcPct val="0"/>
              </a:spcAft>
              <a:buClr>
                <a:srgbClr val="FF9933"/>
              </a:buClr>
              <a:buFont typeface="Wingdings" panose="05000000000000000000" pitchFamily="2" charset="2"/>
              <a:buNone/>
            </a:pPr>
            <a:r>
              <a:rPr lang="en-US" altLang="en-US" sz="1600">
                <a:solidFill>
                  <a:prstClr val="black"/>
                </a:solidFill>
              </a:rPr>
              <a:t>ciscoasa(config-if)#</a:t>
            </a:r>
          </a:p>
        </p:txBody>
      </p:sp>
      <p:sp>
        <p:nvSpPr>
          <p:cNvPr id="126980" name="Rectangle 4"/>
          <p:cNvSpPr>
            <a:spLocks noGrp="1" noChangeArrowheads="1"/>
          </p:cNvSpPr>
          <p:nvPr>
            <p:ph type="title"/>
          </p:nvPr>
        </p:nvSpPr>
        <p:spPr>
          <a:xfrm>
            <a:off x="0" y="-4060"/>
            <a:ext cx="10515600" cy="779277"/>
          </a:xfrm>
        </p:spPr>
        <p:txBody>
          <a:bodyPr/>
          <a:lstStyle/>
          <a:p>
            <a:pPr eaLnBrk="1" hangingPunct="1"/>
            <a:r>
              <a:rPr lang="en-US" altLang="en-US" sz="3733" dirty="0">
                <a:latin typeface="Arial" panose="020B0604020202020204" pitchFamily="34" charset="0"/>
                <a:cs typeface="Arial" panose="020B0604020202020204" pitchFamily="34" charset="0"/>
              </a:rPr>
              <a:t>ASA Management Interface</a:t>
            </a:r>
          </a:p>
        </p:txBody>
      </p:sp>
      <p:sp>
        <p:nvSpPr>
          <p:cNvPr id="126981" name="Rectangle 5"/>
          <p:cNvSpPr>
            <a:spLocks noGrp="1" noChangeArrowheads="1"/>
          </p:cNvSpPr>
          <p:nvPr>
            <p:ph sz="half" idx="1"/>
          </p:nvPr>
        </p:nvSpPr>
        <p:spPr>
          <a:xfrm>
            <a:off x="2262189" y="5284788"/>
            <a:ext cx="7646987" cy="392112"/>
          </a:xfrm>
        </p:spPr>
        <p:txBody>
          <a:bodyPr/>
          <a:lstStyle/>
          <a:p>
            <a:pPr lvl="1" eaLnBrk="1" hangingPunct="1">
              <a:lnSpc>
                <a:spcPct val="85000"/>
              </a:lnSpc>
              <a:buFont typeface="Wingdings" panose="05000000000000000000" pitchFamily="2" charset="2"/>
              <a:buNone/>
            </a:pPr>
            <a:r>
              <a:rPr lang="en-US" altLang="en-US" sz="1600"/>
              <a:t>Disables management-only mode   (for ASA 5520, 5540 and 5550)</a:t>
            </a:r>
          </a:p>
        </p:txBody>
      </p:sp>
      <p:sp>
        <p:nvSpPr>
          <p:cNvPr id="126982" name="Rectangle 6"/>
          <p:cNvSpPr>
            <a:spLocks noChangeArrowheads="1"/>
          </p:cNvSpPr>
          <p:nvPr/>
        </p:nvSpPr>
        <p:spPr bwMode="auto">
          <a:xfrm>
            <a:off x="1966914" y="5191126"/>
            <a:ext cx="8286751" cy="761491"/>
          </a:xfrm>
          <a:prstGeom prst="rect">
            <a:avLst/>
          </a:prstGeom>
          <a:solidFill>
            <a:schemeClr val="bg1"/>
          </a:solidFill>
          <a:ln w="28575">
            <a:solidFill>
              <a:schemeClr val="tx1"/>
            </a:solidFill>
            <a:miter lim="800000"/>
            <a:headEnd/>
            <a:tailEnd/>
          </a:ln>
        </p:spPr>
        <p:txBody>
          <a:bodyPr lIns="92075" tIns="92075" rIns="92075" bIns="92075">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700">
                <a:solidFill>
                  <a:prstClr val="black"/>
                </a:solidFill>
                <a:latin typeface="Courier New" panose="02070309020205020404" pitchFamily="49" charset="0"/>
              </a:rPr>
              <a:t>asa1(config)# interface management0/0</a:t>
            </a:r>
          </a:p>
          <a:p>
            <a:pPr fontAlgn="base">
              <a:spcBef>
                <a:spcPct val="20000"/>
              </a:spcBef>
              <a:spcAft>
                <a:spcPct val="0"/>
              </a:spcAft>
              <a:buClr>
                <a:srgbClr val="FF9933"/>
              </a:buClr>
              <a:buFont typeface="Wingdings" panose="05000000000000000000" pitchFamily="2" charset="2"/>
              <a:buNone/>
            </a:pPr>
            <a:r>
              <a:rPr lang="en-US" altLang="en-US" sz="1700">
                <a:solidFill>
                  <a:prstClr val="black"/>
                </a:solidFill>
                <a:latin typeface="Courier New" panose="02070309020205020404" pitchFamily="49" charset="0"/>
              </a:rPr>
              <a:t>asa1(config-if)# no management-only</a:t>
            </a:r>
          </a:p>
        </p:txBody>
      </p:sp>
      <p:sp>
        <p:nvSpPr>
          <p:cNvPr id="126983" name="Rectangle 114"/>
          <p:cNvSpPr>
            <a:spLocks noChangeArrowheads="1"/>
          </p:cNvSpPr>
          <p:nvPr/>
        </p:nvSpPr>
        <p:spPr bwMode="auto">
          <a:xfrm>
            <a:off x="2238377" y="4365625"/>
            <a:ext cx="7732713" cy="421397"/>
          </a:xfrm>
          <a:prstGeom prst="rect">
            <a:avLst/>
          </a:prstGeom>
          <a:solidFill>
            <a:schemeClr val="bg1"/>
          </a:solidFill>
          <a:ln w="28575">
            <a:solidFill>
              <a:schemeClr val="tx1"/>
            </a:solidFill>
            <a:miter lim="800000"/>
            <a:headEnd/>
            <a:tailEnd/>
          </a:ln>
        </p:spPr>
        <p:txBody>
          <a:bodyPr lIns="92075" tIns="92075" rIns="92075" bIns="92075">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r>
              <a:rPr lang="en-US" altLang="en-US" sz="1700">
                <a:solidFill>
                  <a:prstClr val="black"/>
                </a:solidFill>
                <a:latin typeface="Courier New" panose="02070309020205020404" pitchFamily="49" charset="0"/>
              </a:rPr>
              <a:t>no management-only</a:t>
            </a:r>
          </a:p>
        </p:txBody>
      </p:sp>
      <p:sp>
        <p:nvSpPr>
          <p:cNvPr id="126984" name="Rectangle 115"/>
          <p:cNvSpPr>
            <a:spLocks noChangeArrowheads="1"/>
          </p:cNvSpPr>
          <p:nvPr/>
        </p:nvSpPr>
        <p:spPr bwMode="auto">
          <a:xfrm>
            <a:off x="2238375" y="3959226"/>
            <a:ext cx="7646988"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124" tIns="41061" rIns="82124" bIns="41061"/>
          <a:lstStyle>
            <a:lvl1pPr marL="342900" indent="-342900" defTabSz="814388">
              <a:defRPr>
                <a:solidFill>
                  <a:schemeClr val="tx1"/>
                </a:solidFill>
                <a:latin typeface="Arial" panose="020B0604020202020204" pitchFamily="34" charset="0"/>
                <a:cs typeface="Arial" panose="020B0604020202020204" pitchFamily="34" charset="0"/>
              </a:defRPr>
            </a:lvl1pPr>
            <a:lvl2pPr marL="342900" indent="-22860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fontAlgn="base">
              <a:lnSpc>
                <a:spcPct val="85000"/>
              </a:lnSpc>
              <a:spcBef>
                <a:spcPct val="35000"/>
              </a:spcBef>
              <a:spcAft>
                <a:spcPct val="0"/>
              </a:spcAft>
              <a:buClr>
                <a:srgbClr val="0183B7"/>
              </a:buClr>
              <a:buFont typeface="Wingdings" panose="05000000000000000000" pitchFamily="2" charset="2"/>
              <a:buNone/>
            </a:pPr>
            <a:r>
              <a:rPr lang="en-US" altLang="en-US" sz="1600">
                <a:solidFill>
                  <a:srgbClr val="000000"/>
                </a:solidFill>
              </a:rPr>
              <a:t>Configures an interface to accept management traffic only</a:t>
            </a:r>
          </a:p>
        </p:txBody>
      </p:sp>
      <p:sp>
        <p:nvSpPr>
          <p:cNvPr id="126985" name="Rectangle 116"/>
          <p:cNvSpPr>
            <a:spLocks noChangeArrowheads="1"/>
          </p:cNvSpPr>
          <p:nvPr/>
        </p:nvSpPr>
        <p:spPr bwMode="auto">
          <a:xfrm>
            <a:off x="2238375" y="4814888"/>
            <a:ext cx="7646988" cy="39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124" tIns="41061" rIns="82124" bIns="41061"/>
          <a:lstStyle>
            <a:lvl1pPr marL="342900" indent="-342900" defTabSz="814388">
              <a:defRPr>
                <a:solidFill>
                  <a:schemeClr val="tx1"/>
                </a:solidFill>
                <a:latin typeface="Arial" panose="020B0604020202020204" pitchFamily="34" charset="0"/>
                <a:cs typeface="Arial" panose="020B0604020202020204" pitchFamily="34" charset="0"/>
              </a:defRPr>
            </a:lvl1pPr>
            <a:lvl2pPr marL="342900" indent="-22860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fontAlgn="base">
              <a:lnSpc>
                <a:spcPct val="85000"/>
              </a:lnSpc>
              <a:spcBef>
                <a:spcPct val="35000"/>
              </a:spcBef>
              <a:spcAft>
                <a:spcPct val="0"/>
              </a:spcAft>
              <a:buClr>
                <a:srgbClr val="0183B7"/>
              </a:buClr>
              <a:buFont typeface="Wingdings" panose="05000000000000000000" pitchFamily="2" charset="2"/>
              <a:buNone/>
            </a:pPr>
            <a:r>
              <a:rPr lang="en-US" altLang="en-US" sz="1600">
                <a:solidFill>
                  <a:srgbClr val="000000"/>
                </a:solidFill>
              </a:rPr>
              <a:t>Disables management-only mode</a:t>
            </a:r>
          </a:p>
        </p:txBody>
      </p:sp>
      <p:sp>
        <p:nvSpPr>
          <p:cNvPr id="126986" name="Line 117"/>
          <p:cNvSpPr>
            <a:spLocks noChangeShapeType="1"/>
          </p:cNvSpPr>
          <p:nvPr/>
        </p:nvSpPr>
        <p:spPr bwMode="auto">
          <a:xfrm flipV="1">
            <a:off x="5662613" y="2132014"/>
            <a:ext cx="908051" cy="354012"/>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26987" name="Line 101"/>
          <p:cNvSpPr>
            <a:spLocks noChangeShapeType="1"/>
          </p:cNvSpPr>
          <p:nvPr/>
        </p:nvSpPr>
        <p:spPr bwMode="auto">
          <a:xfrm flipH="1">
            <a:off x="5761039" y="1760540"/>
            <a:ext cx="12700" cy="108902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26988" name="Rectangle 97"/>
          <p:cNvSpPr>
            <a:spLocks noChangeArrowheads="1"/>
          </p:cNvSpPr>
          <p:nvPr/>
        </p:nvSpPr>
        <p:spPr bwMode="auto">
          <a:xfrm>
            <a:off x="7405689" y="1227139"/>
            <a:ext cx="2571751" cy="634664"/>
          </a:xfrm>
          <a:prstGeom prst="rect">
            <a:avLst/>
          </a:prstGeom>
          <a:solidFill>
            <a:schemeClr val="folHlink"/>
          </a:solidFill>
          <a:ln w="9525">
            <a:solidFill>
              <a:schemeClr val="tx1"/>
            </a:solidFill>
            <a:miter lim="800000"/>
            <a:headEnd/>
            <a:tailEnd/>
          </a:ln>
        </p:spPr>
        <p:txBody>
          <a:bodyPr lIns="92075" tIns="46039" rIns="92075" bIns="46039">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white"/>
                </a:solidFill>
              </a:rPr>
              <a:t>Management0/0</a:t>
            </a:r>
          </a:p>
          <a:p>
            <a:pPr fontAlgn="base">
              <a:spcBef>
                <a:spcPct val="20000"/>
              </a:spcBef>
              <a:spcAft>
                <a:spcPct val="0"/>
              </a:spcAft>
              <a:buClr>
                <a:srgbClr val="FF9933"/>
              </a:buClr>
              <a:buFont typeface="Wingdings" panose="05000000000000000000" pitchFamily="2" charset="2"/>
              <a:buNone/>
            </a:pPr>
            <a:r>
              <a:rPr lang="en-US" altLang="en-US" sz="1600">
                <a:solidFill>
                  <a:prstClr val="white"/>
                </a:solidFill>
              </a:rPr>
              <a:t> Management only = no</a:t>
            </a:r>
          </a:p>
        </p:txBody>
      </p:sp>
      <p:sp>
        <p:nvSpPr>
          <p:cNvPr id="126989" name="Line 99"/>
          <p:cNvSpPr>
            <a:spLocks noChangeShapeType="1"/>
          </p:cNvSpPr>
          <p:nvPr/>
        </p:nvSpPr>
        <p:spPr bwMode="auto">
          <a:xfrm flipV="1">
            <a:off x="5656263" y="2613025"/>
            <a:ext cx="1892300" cy="0"/>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26990" name="Line 100"/>
          <p:cNvSpPr>
            <a:spLocks noChangeShapeType="1"/>
          </p:cNvSpPr>
          <p:nvPr/>
        </p:nvSpPr>
        <p:spPr bwMode="auto">
          <a:xfrm flipV="1">
            <a:off x="3297239" y="2622551"/>
            <a:ext cx="2447925" cy="317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26991" name="Rectangle 102"/>
          <p:cNvSpPr>
            <a:spLocks noChangeArrowheads="1"/>
          </p:cNvSpPr>
          <p:nvPr/>
        </p:nvSpPr>
        <p:spPr bwMode="auto">
          <a:xfrm>
            <a:off x="5065714" y="2609851"/>
            <a:ext cx="585097"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723900">
              <a:defRPr>
                <a:solidFill>
                  <a:schemeClr val="tx1"/>
                </a:solidFill>
                <a:latin typeface="Arial" panose="020B0604020202020204" pitchFamily="34" charset="0"/>
                <a:cs typeface="Arial" panose="020B0604020202020204" pitchFamily="34" charset="0"/>
              </a:defRPr>
            </a:lvl1pPr>
            <a:lvl2pPr marL="742950" indent="-285750" defTabSz="723900">
              <a:defRPr>
                <a:solidFill>
                  <a:schemeClr val="tx1"/>
                </a:solidFill>
                <a:latin typeface="Arial" panose="020B0604020202020204" pitchFamily="34" charset="0"/>
                <a:cs typeface="Arial" panose="020B0604020202020204" pitchFamily="34" charset="0"/>
              </a:defRPr>
            </a:lvl2pPr>
            <a:lvl3pPr marL="1143000" indent="-228600" defTabSz="723900">
              <a:defRPr>
                <a:solidFill>
                  <a:schemeClr val="tx1"/>
                </a:solidFill>
                <a:latin typeface="Arial" panose="020B0604020202020204" pitchFamily="34" charset="0"/>
                <a:cs typeface="Arial" panose="020B0604020202020204" pitchFamily="34" charset="0"/>
              </a:defRPr>
            </a:lvl3pPr>
            <a:lvl4pPr marL="1600200" indent="-228600" defTabSz="723900">
              <a:defRPr>
                <a:solidFill>
                  <a:schemeClr val="tx1"/>
                </a:solidFill>
                <a:latin typeface="Arial" panose="020B0604020202020204" pitchFamily="34" charset="0"/>
                <a:cs typeface="Arial" panose="020B0604020202020204" pitchFamily="34" charset="0"/>
              </a:defRPr>
            </a:lvl4pPr>
            <a:lvl5pPr marL="2057400" indent="-228600" defTabSz="723900">
              <a:defRPr>
                <a:solidFill>
                  <a:schemeClr val="tx1"/>
                </a:solidFill>
                <a:latin typeface="Arial" panose="020B0604020202020204" pitchFamily="34" charset="0"/>
                <a:cs typeface="Arial" panose="020B0604020202020204" pitchFamily="34" charset="0"/>
              </a:defRPr>
            </a:lvl5pPr>
            <a:lvl6pPr marL="25146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g0/0</a:t>
            </a:r>
          </a:p>
        </p:txBody>
      </p:sp>
      <p:sp>
        <p:nvSpPr>
          <p:cNvPr id="126992" name="Rectangle 103"/>
          <p:cNvSpPr>
            <a:spLocks noChangeArrowheads="1"/>
          </p:cNvSpPr>
          <p:nvPr/>
        </p:nvSpPr>
        <p:spPr bwMode="auto">
          <a:xfrm>
            <a:off x="5205414" y="2035176"/>
            <a:ext cx="585097"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723900">
              <a:defRPr>
                <a:solidFill>
                  <a:schemeClr val="tx1"/>
                </a:solidFill>
                <a:latin typeface="Arial" panose="020B0604020202020204" pitchFamily="34" charset="0"/>
                <a:cs typeface="Arial" panose="020B0604020202020204" pitchFamily="34" charset="0"/>
              </a:defRPr>
            </a:lvl1pPr>
            <a:lvl2pPr marL="742950" indent="-285750" defTabSz="723900">
              <a:defRPr>
                <a:solidFill>
                  <a:schemeClr val="tx1"/>
                </a:solidFill>
                <a:latin typeface="Arial" panose="020B0604020202020204" pitchFamily="34" charset="0"/>
                <a:cs typeface="Arial" panose="020B0604020202020204" pitchFamily="34" charset="0"/>
              </a:defRPr>
            </a:lvl2pPr>
            <a:lvl3pPr marL="1143000" indent="-228600" defTabSz="723900">
              <a:defRPr>
                <a:solidFill>
                  <a:schemeClr val="tx1"/>
                </a:solidFill>
                <a:latin typeface="Arial" panose="020B0604020202020204" pitchFamily="34" charset="0"/>
                <a:cs typeface="Arial" panose="020B0604020202020204" pitchFamily="34" charset="0"/>
              </a:defRPr>
            </a:lvl3pPr>
            <a:lvl4pPr marL="1600200" indent="-228600" defTabSz="723900">
              <a:defRPr>
                <a:solidFill>
                  <a:schemeClr val="tx1"/>
                </a:solidFill>
                <a:latin typeface="Arial" panose="020B0604020202020204" pitchFamily="34" charset="0"/>
                <a:cs typeface="Arial" panose="020B0604020202020204" pitchFamily="34" charset="0"/>
              </a:defRPr>
            </a:lvl4pPr>
            <a:lvl5pPr marL="2057400" indent="-228600" defTabSz="723900">
              <a:defRPr>
                <a:solidFill>
                  <a:schemeClr val="tx1"/>
                </a:solidFill>
                <a:latin typeface="Arial" panose="020B0604020202020204" pitchFamily="34" charset="0"/>
                <a:cs typeface="Arial" panose="020B0604020202020204" pitchFamily="34" charset="0"/>
              </a:defRPr>
            </a:lvl5pPr>
            <a:lvl6pPr marL="25146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g0/2</a:t>
            </a:r>
          </a:p>
        </p:txBody>
      </p:sp>
      <p:sp>
        <p:nvSpPr>
          <p:cNvPr id="126993" name="Rectangle 104"/>
          <p:cNvSpPr>
            <a:spLocks noChangeArrowheads="1"/>
          </p:cNvSpPr>
          <p:nvPr/>
        </p:nvSpPr>
        <p:spPr bwMode="auto">
          <a:xfrm>
            <a:off x="5969002" y="2573339"/>
            <a:ext cx="585097"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723900">
              <a:defRPr>
                <a:solidFill>
                  <a:schemeClr val="tx1"/>
                </a:solidFill>
                <a:latin typeface="Arial" panose="020B0604020202020204" pitchFamily="34" charset="0"/>
                <a:cs typeface="Arial" panose="020B0604020202020204" pitchFamily="34" charset="0"/>
              </a:defRPr>
            </a:lvl1pPr>
            <a:lvl2pPr marL="742950" indent="-285750" defTabSz="723900">
              <a:defRPr>
                <a:solidFill>
                  <a:schemeClr val="tx1"/>
                </a:solidFill>
                <a:latin typeface="Arial" panose="020B0604020202020204" pitchFamily="34" charset="0"/>
                <a:cs typeface="Arial" panose="020B0604020202020204" pitchFamily="34" charset="0"/>
              </a:defRPr>
            </a:lvl2pPr>
            <a:lvl3pPr marL="1143000" indent="-228600" defTabSz="723900">
              <a:defRPr>
                <a:solidFill>
                  <a:schemeClr val="tx1"/>
                </a:solidFill>
                <a:latin typeface="Arial" panose="020B0604020202020204" pitchFamily="34" charset="0"/>
                <a:cs typeface="Arial" panose="020B0604020202020204" pitchFamily="34" charset="0"/>
              </a:defRPr>
            </a:lvl3pPr>
            <a:lvl4pPr marL="1600200" indent="-228600" defTabSz="723900">
              <a:defRPr>
                <a:solidFill>
                  <a:schemeClr val="tx1"/>
                </a:solidFill>
                <a:latin typeface="Arial" panose="020B0604020202020204" pitchFamily="34" charset="0"/>
                <a:cs typeface="Arial" panose="020B0604020202020204" pitchFamily="34" charset="0"/>
              </a:defRPr>
            </a:lvl4pPr>
            <a:lvl5pPr marL="2057400" indent="-228600" defTabSz="723900">
              <a:defRPr>
                <a:solidFill>
                  <a:schemeClr val="tx1"/>
                </a:solidFill>
                <a:latin typeface="Arial" panose="020B0604020202020204" pitchFamily="34" charset="0"/>
                <a:cs typeface="Arial" panose="020B0604020202020204" pitchFamily="34" charset="0"/>
              </a:defRPr>
            </a:lvl5pPr>
            <a:lvl6pPr marL="25146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g0/1</a:t>
            </a:r>
          </a:p>
        </p:txBody>
      </p:sp>
      <p:grpSp>
        <p:nvGrpSpPr>
          <p:cNvPr id="126994" name="Group 105"/>
          <p:cNvGrpSpPr>
            <a:grpSpLocks/>
          </p:cNvGrpSpPr>
          <p:nvPr/>
        </p:nvGrpSpPr>
        <p:grpSpPr bwMode="auto">
          <a:xfrm>
            <a:off x="1933575" y="2168526"/>
            <a:ext cx="1538288" cy="784225"/>
            <a:chOff x="775" y="3234"/>
            <a:chExt cx="969" cy="494"/>
          </a:xfrm>
        </p:grpSpPr>
        <p:pic>
          <p:nvPicPr>
            <p:cNvPr id="127010" name="Picture 106" descr="Network_Cloud_Standard"/>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5" y="3234"/>
              <a:ext cx="969" cy="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7011" name="Rectangle 107"/>
            <p:cNvSpPr>
              <a:spLocks noChangeArrowheads="1"/>
            </p:cNvSpPr>
            <p:nvPr/>
          </p:nvSpPr>
          <p:spPr bwMode="auto">
            <a:xfrm>
              <a:off x="970" y="3384"/>
              <a:ext cx="55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Internet</a:t>
              </a:r>
            </a:p>
          </p:txBody>
        </p:sp>
      </p:grpSp>
      <p:pic>
        <p:nvPicPr>
          <p:cNvPr id="126995" name="Picture 110" descr="Route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887789" y="2425701"/>
            <a:ext cx="585787"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6996" name="Rectangle 119"/>
          <p:cNvSpPr>
            <a:spLocks noChangeArrowheads="1"/>
          </p:cNvSpPr>
          <p:nvPr/>
        </p:nvSpPr>
        <p:spPr bwMode="auto">
          <a:xfrm>
            <a:off x="5989640" y="2244725"/>
            <a:ext cx="642805"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723900">
              <a:defRPr>
                <a:solidFill>
                  <a:schemeClr val="tx1"/>
                </a:solidFill>
                <a:latin typeface="Arial" panose="020B0604020202020204" pitchFamily="34" charset="0"/>
                <a:cs typeface="Arial" panose="020B0604020202020204" pitchFamily="34" charset="0"/>
              </a:defRPr>
            </a:lvl1pPr>
            <a:lvl2pPr marL="742950" indent="-285750" defTabSz="723900">
              <a:defRPr>
                <a:solidFill>
                  <a:schemeClr val="tx1"/>
                </a:solidFill>
                <a:latin typeface="Arial" panose="020B0604020202020204" pitchFamily="34" charset="0"/>
                <a:cs typeface="Arial" panose="020B0604020202020204" pitchFamily="34" charset="0"/>
              </a:defRPr>
            </a:lvl2pPr>
            <a:lvl3pPr marL="1143000" indent="-228600" defTabSz="723900">
              <a:defRPr>
                <a:solidFill>
                  <a:schemeClr val="tx1"/>
                </a:solidFill>
                <a:latin typeface="Arial" panose="020B0604020202020204" pitchFamily="34" charset="0"/>
                <a:cs typeface="Arial" panose="020B0604020202020204" pitchFamily="34" charset="0"/>
              </a:defRPr>
            </a:lvl3pPr>
            <a:lvl4pPr marL="1600200" indent="-228600" defTabSz="723900">
              <a:defRPr>
                <a:solidFill>
                  <a:schemeClr val="tx1"/>
                </a:solidFill>
                <a:latin typeface="Arial" panose="020B0604020202020204" pitchFamily="34" charset="0"/>
                <a:cs typeface="Arial" panose="020B0604020202020204" pitchFamily="34" charset="0"/>
              </a:defRPr>
            </a:lvl4pPr>
            <a:lvl5pPr marL="2057400" indent="-228600" defTabSz="723900">
              <a:defRPr>
                <a:solidFill>
                  <a:schemeClr val="tx1"/>
                </a:solidFill>
                <a:latin typeface="Arial" panose="020B0604020202020204" pitchFamily="34" charset="0"/>
                <a:cs typeface="Arial" panose="020B0604020202020204" pitchFamily="34" charset="0"/>
              </a:defRPr>
            </a:lvl5pPr>
            <a:lvl6pPr marL="25146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m0/0</a:t>
            </a:r>
          </a:p>
        </p:txBody>
      </p:sp>
      <p:sp>
        <p:nvSpPr>
          <p:cNvPr id="126997" name="Line 122"/>
          <p:cNvSpPr>
            <a:spLocks noChangeShapeType="1"/>
          </p:cNvSpPr>
          <p:nvPr/>
        </p:nvSpPr>
        <p:spPr bwMode="auto">
          <a:xfrm rot="19137669" flipH="1">
            <a:off x="7265989" y="2351089"/>
            <a:ext cx="565151" cy="666751"/>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26998" name="Line 123"/>
          <p:cNvSpPr>
            <a:spLocks noChangeShapeType="1"/>
          </p:cNvSpPr>
          <p:nvPr/>
        </p:nvSpPr>
        <p:spPr bwMode="auto">
          <a:xfrm rot="19137669" flipH="1">
            <a:off x="6508751" y="1808164"/>
            <a:ext cx="101600" cy="604837"/>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26999" name="Line 124"/>
          <p:cNvSpPr>
            <a:spLocks noChangeShapeType="1"/>
          </p:cNvSpPr>
          <p:nvPr/>
        </p:nvSpPr>
        <p:spPr bwMode="auto">
          <a:xfrm rot="-2462331" flipH="1" flipV="1">
            <a:off x="7623175" y="2809876"/>
            <a:ext cx="363539" cy="32067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27000" name="Line 125"/>
          <p:cNvSpPr>
            <a:spLocks noChangeShapeType="1"/>
          </p:cNvSpPr>
          <p:nvPr/>
        </p:nvSpPr>
        <p:spPr bwMode="auto">
          <a:xfrm flipH="1" flipV="1">
            <a:off x="7548563" y="2435226"/>
            <a:ext cx="563563" cy="12700"/>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pic>
        <p:nvPicPr>
          <p:cNvPr id="127001" name="Picture 111" descr="PC"/>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658101" y="2795589"/>
            <a:ext cx="461963" cy="488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7002" name="Picture 126" descr="File-Application_Serve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586413" y="1254126"/>
            <a:ext cx="425451" cy="61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7003" name="Picture 128" descr="PC"/>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694613" y="2138363"/>
            <a:ext cx="461963" cy="488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7004" name="Line 129"/>
          <p:cNvSpPr>
            <a:spLocks noChangeShapeType="1"/>
          </p:cNvSpPr>
          <p:nvPr/>
        </p:nvSpPr>
        <p:spPr bwMode="auto">
          <a:xfrm flipH="1">
            <a:off x="6500814" y="1668463"/>
            <a:ext cx="303212" cy="309563"/>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pic>
        <p:nvPicPr>
          <p:cNvPr id="127005" name="Picture 131" descr="PC"/>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99237" y="1377950"/>
            <a:ext cx="461963" cy="488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7006" name="Line 132"/>
          <p:cNvSpPr>
            <a:spLocks noChangeShapeType="1"/>
          </p:cNvSpPr>
          <p:nvPr/>
        </p:nvSpPr>
        <p:spPr bwMode="auto">
          <a:xfrm flipH="1">
            <a:off x="6632575" y="2108201"/>
            <a:ext cx="490539" cy="88900"/>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pic>
        <p:nvPicPr>
          <p:cNvPr id="127007" name="Picture 130" descr="PC"/>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872288" y="1828801"/>
            <a:ext cx="461963" cy="488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7008" name="Picture 134" descr="Cisco_ASA5500"/>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559426" y="2306639"/>
            <a:ext cx="493713"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7009" name="Picture 135" descr="Route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887789" y="2427290"/>
            <a:ext cx="585787"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58456012"/>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38"/>
          <p:cNvSpPr>
            <a:spLocks noChangeArrowheads="1"/>
          </p:cNvSpPr>
          <p:nvPr/>
        </p:nvSpPr>
        <p:spPr bwMode="auto">
          <a:xfrm>
            <a:off x="2225675" y="5273677"/>
            <a:ext cx="7646988"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124" tIns="41061" rIns="82124" bIns="41061"/>
          <a:lstStyle>
            <a:lvl1pPr marL="342900" indent="-342900" defTabSz="814388">
              <a:defRPr>
                <a:solidFill>
                  <a:schemeClr val="tx1"/>
                </a:solidFill>
                <a:latin typeface="Arial" panose="020B0604020202020204" pitchFamily="34" charset="0"/>
                <a:cs typeface="Arial" panose="020B0604020202020204" pitchFamily="34" charset="0"/>
              </a:defRPr>
            </a:lvl1pPr>
            <a:lvl2pPr marL="342900" indent="-22860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fontAlgn="base">
              <a:lnSpc>
                <a:spcPct val="85000"/>
              </a:lnSpc>
              <a:spcBef>
                <a:spcPct val="35000"/>
              </a:spcBef>
              <a:spcAft>
                <a:spcPct val="0"/>
              </a:spcAft>
              <a:buClr>
                <a:srgbClr val="0183B7"/>
              </a:buClr>
              <a:buFont typeface="Wingdings" panose="05000000000000000000" pitchFamily="2" charset="2"/>
              <a:buNone/>
            </a:pPr>
            <a:r>
              <a:rPr lang="en-US" altLang="en-US" sz="1600">
                <a:solidFill>
                  <a:srgbClr val="000000"/>
                </a:solidFill>
              </a:rPr>
              <a:t>Disables management-only mode   (for ASA 5520, 5540 and 5550)</a:t>
            </a:r>
          </a:p>
        </p:txBody>
      </p:sp>
      <p:sp>
        <p:nvSpPr>
          <p:cNvPr id="129027" name="Rectangle 39"/>
          <p:cNvSpPr>
            <a:spLocks noChangeArrowheads="1"/>
          </p:cNvSpPr>
          <p:nvPr/>
        </p:nvSpPr>
        <p:spPr bwMode="auto">
          <a:xfrm>
            <a:off x="2201863" y="5219701"/>
            <a:ext cx="7734300" cy="761491"/>
          </a:xfrm>
          <a:prstGeom prst="rect">
            <a:avLst/>
          </a:prstGeom>
          <a:solidFill>
            <a:schemeClr val="bg1"/>
          </a:solidFill>
          <a:ln w="28575">
            <a:solidFill>
              <a:schemeClr val="tx1"/>
            </a:solidFill>
            <a:miter lim="800000"/>
            <a:headEnd/>
            <a:tailEnd/>
          </a:ln>
        </p:spPr>
        <p:txBody>
          <a:bodyPr lIns="92075" tIns="92075" rIns="92075" bIns="92075">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700">
                <a:solidFill>
                  <a:prstClr val="black"/>
                </a:solidFill>
                <a:latin typeface="Courier New" panose="02070309020205020404" pitchFamily="49" charset="0"/>
              </a:rPr>
              <a:t>asa1(config)# interface GigabitEthernet0/0</a:t>
            </a:r>
          </a:p>
          <a:p>
            <a:pPr fontAlgn="base">
              <a:spcBef>
                <a:spcPct val="20000"/>
              </a:spcBef>
              <a:spcAft>
                <a:spcPct val="0"/>
              </a:spcAft>
              <a:buClr>
                <a:srgbClr val="FF9933"/>
              </a:buClr>
              <a:buFont typeface="Wingdings" panose="05000000000000000000" pitchFamily="2" charset="2"/>
              <a:buNone/>
            </a:pPr>
            <a:r>
              <a:rPr lang="en-US" altLang="en-US" sz="1700">
                <a:solidFill>
                  <a:prstClr val="black"/>
                </a:solidFill>
                <a:latin typeface="Courier New" panose="02070309020205020404" pitchFamily="49" charset="0"/>
              </a:rPr>
              <a:t>asa1(config-if)# no shutdown</a:t>
            </a:r>
          </a:p>
        </p:txBody>
      </p:sp>
      <p:sp>
        <p:nvSpPr>
          <p:cNvPr id="129028" name="Rectangle 40"/>
          <p:cNvSpPr>
            <a:spLocks noChangeArrowheads="1"/>
          </p:cNvSpPr>
          <p:nvPr/>
        </p:nvSpPr>
        <p:spPr bwMode="auto">
          <a:xfrm>
            <a:off x="2201863" y="4090989"/>
            <a:ext cx="7732712" cy="421397"/>
          </a:xfrm>
          <a:prstGeom prst="rect">
            <a:avLst/>
          </a:prstGeom>
          <a:solidFill>
            <a:schemeClr val="bg1"/>
          </a:solidFill>
          <a:ln w="28575">
            <a:solidFill>
              <a:schemeClr val="tx1"/>
            </a:solidFill>
            <a:miter lim="800000"/>
            <a:headEnd/>
            <a:tailEnd/>
          </a:ln>
        </p:spPr>
        <p:txBody>
          <a:bodyPr lIns="92075" tIns="92075" rIns="92075" bIns="92075">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r>
              <a:rPr lang="en-US" altLang="en-US" sz="1700">
                <a:solidFill>
                  <a:prstClr val="black"/>
                </a:solidFill>
                <a:latin typeface="Courier New" panose="02070309020205020404" pitchFamily="49" charset="0"/>
              </a:rPr>
              <a:t>shutdown</a:t>
            </a:r>
          </a:p>
        </p:txBody>
      </p:sp>
      <p:sp>
        <p:nvSpPr>
          <p:cNvPr id="129029" name="Rectangle 41"/>
          <p:cNvSpPr>
            <a:spLocks noChangeArrowheads="1"/>
          </p:cNvSpPr>
          <p:nvPr/>
        </p:nvSpPr>
        <p:spPr bwMode="auto">
          <a:xfrm>
            <a:off x="2201864" y="4540252"/>
            <a:ext cx="7646987"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124" tIns="41061" rIns="82124" bIns="41061"/>
          <a:lstStyle>
            <a:lvl1pPr marL="342900" indent="-342900" defTabSz="814388">
              <a:defRPr>
                <a:solidFill>
                  <a:schemeClr val="tx1"/>
                </a:solidFill>
                <a:latin typeface="Arial" panose="020B0604020202020204" pitchFamily="34" charset="0"/>
                <a:cs typeface="Arial" panose="020B0604020202020204" pitchFamily="34" charset="0"/>
              </a:defRPr>
            </a:lvl1pPr>
            <a:lvl2pPr marL="342900" indent="-22860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fontAlgn="base">
              <a:lnSpc>
                <a:spcPct val="85000"/>
              </a:lnSpc>
              <a:spcBef>
                <a:spcPct val="35000"/>
              </a:spcBef>
              <a:spcAft>
                <a:spcPct val="0"/>
              </a:spcAft>
              <a:buClr>
                <a:srgbClr val="0183B7"/>
              </a:buClr>
              <a:buFont typeface="Wingdings" panose="05000000000000000000" pitchFamily="2" charset="2"/>
              <a:buNone/>
            </a:pPr>
            <a:r>
              <a:rPr lang="en-US" altLang="en-US" sz="1600">
                <a:solidFill>
                  <a:srgbClr val="000000"/>
                </a:solidFill>
              </a:rPr>
              <a:t>Disables an interface</a:t>
            </a:r>
          </a:p>
          <a:p>
            <a:pPr lvl="1" fontAlgn="base">
              <a:lnSpc>
                <a:spcPct val="85000"/>
              </a:lnSpc>
              <a:spcBef>
                <a:spcPct val="35000"/>
              </a:spcBef>
              <a:spcAft>
                <a:spcPct val="0"/>
              </a:spcAft>
              <a:buClr>
                <a:srgbClr val="0183B7"/>
              </a:buClr>
              <a:buFont typeface="Wingdings" panose="05000000000000000000" pitchFamily="2" charset="2"/>
              <a:buNone/>
            </a:pPr>
            <a:r>
              <a:rPr lang="en-US" altLang="en-US" sz="1600">
                <a:solidFill>
                  <a:srgbClr val="000000"/>
                </a:solidFill>
              </a:rPr>
              <a:t>no shutdown = enabled</a:t>
            </a:r>
          </a:p>
        </p:txBody>
      </p:sp>
      <p:sp>
        <p:nvSpPr>
          <p:cNvPr id="129030" name="Text Box 42"/>
          <p:cNvSpPr txBox="1">
            <a:spLocks noChangeArrowheads="1"/>
          </p:cNvSpPr>
          <p:nvPr/>
        </p:nvSpPr>
        <p:spPr bwMode="auto">
          <a:xfrm>
            <a:off x="2193065" y="3739148"/>
            <a:ext cx="19511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50000"/>
              </a:spcBef>
              <a:spcAft>
                <a:spcPct val="0"/>
              </a:spcAft>
              <a:buClr>
                <a:srgbClr val="FF9933"/>
              </a:buClr>
              <a:buFont typeface="Wingdings" panose="05000000000000000000" pitchFamily="2" charset="2"/>
              <a:buNone/>
            </a:pPr>
            <a:r>
              <a:rPr lang="en-US" altLang="en-US" sz="1600">
                <a:solidFill>
                  <a:prstClr val="black"/>
                </a:solidFill>
              </a:rPr>
              <a:t>ciscoasa(config-if)#</a:t>
            </a:r>
          </a:p>
        </p:txBody>
      </p:sp>
      <p:sp>
        <p:nvSpPr>
          <p:cNvPr id="129031" name="Rectangle 44"/>
          <p:cNvSpPr>
            <a:spLocks noChangeArrowheads="1"/>
          </p:cNvSpPr>
          <p:nvPr/>
        </p:nvSpPr>
        <p:spPr bwMode="auto">
          <a:xfrm>
            <a:off x="5033963" y="3109914"/>
            <a:ext cx="1885951" cy="600809"/>
          </a:xfrm>
          <a:prstGeom prst="rect">
            <a:avLst/>
          </a:prstGeom>
          <a:solidFill>
            <a:schemeClr val="folHlink"/>
          </a:solidFill>
          <a:ln w="9525">
            <a:solidFill>
              <a:schemeClr val="tx1"/>
            </a:solidFill>
            <a:miter lim="800000"/>
            <a:headEnd/>
            <a:tailEnd/>
          </a:ln>
        </p:spPr>
        <p:txBody>
          <a:bodyPr lIns="92075" tIns="46039" rIns="92075" bIns="46039">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500">
                <a:solidFill>
                  <a:prstClr val="white"/>
                </a:solidFill>
              </a:rPr>
              <a:t>GigabitEthernet0/0</a:t>
            </a:r>
          </a:p>
          <a:p>
            <a:pPr fontAlgn="base">
              <a:spcBef>
                <a:spcPct val="20000"/>
              </a:spcBef>
              <a:spcAft>
                <a:spcPct val="0"/>
              </a:spcAft>
              <a:buClr>
                <a:srgbClr val="FF9933"/>
              </a:buClr>
              <a:buFont typeface="Wingdings" panose="05000000000000000000" pitchFamily="2" charset="2"/>
              <a:buNone/>
            </a:pPr>
            <a:r>
              <a:rPr lang="en-US" altLang="en-US" sz="1500">
                <a:solidFill>
                  <a:prstClr val="white"/>
                </a:solidFill>
              </a:rPr>
              <a:t> Enabled</a:t>
            </a:r>
          </a:p>
        </p:txBody>
      </p:sp>
      <p:sp>
        <p:nvSpPr>
          <p:cNvPr id="129032" name="Line 45"/>
          <p:cNvSpPr>
            <a:spLocks noChangeShapeType="1"/>
          </p:cNvSpPr>
          <p:nvPr/>
        </p:nvSpPr>
        <p:spPr bwMode="auto">
          <a:xfrm flipV="1">
            <a:off x="7289800" y="2505077"/>
            <a:ext cx="1457325" cy="317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29033" name="Line 46"/>
          <p:cNvSpPr>
            <a:spLocks noChangeShapeType="1"/>
          </p:cNvSpPr>
          <p:nvPr/>
        </p:nvSpPr>
        <p:spPr bwMode="auto">
          <a:xfrm flipV="1">
            <a:off x="4856164" y="2532065"/>
            <a:ext cx="2447925" cy="317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29034" name="Line 47"/>
          <p:cNvSpPr>
            <a:spLocks noChangeShapeType="1"/>
          </p:cNvSpPr>
          <p:nvPr/>
        </p:nvSpPr>
        <p:spPr bwMode="auto">
          <a:xfrm flipH="1">
            <a:off x="7524751" y="1168400"/>
            <a:ext cx="12700" cy="1481139"/>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29035" name="Rectangle 48"/>
          <p:cNvSpPr>
            <a:spLocks noChangeArrowheads="1"/>
          </p:cNvSpPr>
          <p:nvPr/>
        </p:nvSpPr>
        <p:spPr bwMode="auto">
          <a:xfrm>
            <a:off x="6696077" y="2519364"/>
            <a:ext cx="585097"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723900">
              <a:defRPr>
                <a:solidFill>
                  <a:schemeClr val="tx1"/>
                </a:solidFill>
                <a:latin typeface="Arial" panose="020B0604020202020204" pitchFamily="34" charset="0"/>
                <a:cs typeface="Arial" panose="020B0604020202020204" pitchFamily="34" charset="0"/>
              </a:defRPr>
            </a:lvl1pPr>
            <a:lvl2pPr marL="742950" indent="-285750" defTabSz="723900">
              <a:defRPr>
                <a:solidFill>
                  <a:schemeClr val="tx1"/>
                </a:solidFill>
                <a:latin typeface="Arial" panose="020B0604020202020204" pitchFamily="34" charset="0"/>
                <a:cs typeface="Arial" panose="020B0604020202020204" pitchFamily="34" charset="0"/>
              </a:defRPr>
            </a:lvl2pPr>
            <a:lvl3pPr marL="1143000" indent="-228600" defTabSz="723900">
              <a:defRPr>
                <a:solidFill>
                  <a:schemeClr val="tx1"/>
                </a:solidFill>
                <a:latin typeface="Arial" panose="020B0604020202020204" pitchFamily="34" charset="0"/>
                <a:cs typeface="Arial" panose="020B0604020202020204" pitchFamily="34" charset="0"/>
              </a:defRPr>
            </a:lvl3pPr>
            <a:lvl4pPr marL="1600200" indent="-228600" defTabSz="723900">
              <a:defRPr>
                <a:solidFill>
                  <a:schemeClr val="tx1"/>
                </a:solidFill>
                <a:latin typeface="Arial" panose="020B0604020202020204" pitchFamily="34" charset="0"/>
                <a:cs typeface="Arial" panose="020B0604020202020204" pitchFamily="34" charset="0"/>
              </a:defRPr>
            </a:lvl4pPr>
            <a:lvl5pPr marL="2057400" indent="-228600" defTabSz="723900">
              <a:defRPr>
                <a:solidFill>
                  <a:schemeClr val="tx1"/>
                </a:solidFill>
                <a:latin typeface="Arial" panose="020B0604020202020204" pitchFamily="34" charset="0"/>
                <a:cs typeface="Arial" panose="020B0604020202020204" pitchFamily="34" charset="0"/>
              </a:defRPr>
            </a:lvl5pPr>
            <a:lvl6pPr marL="25146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g0/0</a:t>
            </a:r>
          </a:p>
        </p:txBody>
      </p:sp>
      <p:sp>
        <p:nvSpPr>
          <p:cNvPr id="129036" name="Rectangle 49"/>
          <p:cNvSpPr>
            <a:spLocks noChangeArrowheads="1"/>
          </p:cNvSpPr>
          <p:nvPr/>
        </p:nvSpPr>
        <p:spPr bwMode="auto">
          <a:xfrm>
            <a:off x="7524752" y="1928813"/>
            <a:ext cx="585097"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723900">
              <a:defRPr>
                <a:solidFill>
                  <a:schemeClr val="tx1"/>
                </a:solidFill>
                <a:latin typeface="Arial" panose="020B0604020202020204" pitchFamily="34" charset="0"/>
                <a:cs typeface="Arial" panose="020B0604020202020204" pitchFamily="34" charset="0"/>
              </a:defRPr>
            </a:lvl1pPr>
            <a:lvl2pPr marL="742950" indent="-285750" defTabSz="723900">
              <a:defRPr>
                <a:solidFill>
                  <a:schemeClr val="tx1"/>
                </a:solidFill>
                <a:latin typeface="Arial" panose="020B0604020202020204" pitchFamily="34" charset="0"/>
                <a:cs typeface="Arial" panose="020B0604020202020204" pitchFamily="34" charset="0"/>
              </a:defRPr>
            </a:lvl2pPr>
            <a:lvl3pPr marL="1143000" indent="-228600" defTabSz="723900">
              <a:defRPr>
                <a:solidFill>
                  <a:schemeClr val="tx1"/>
                </a:solidFill>
                <a:latin typeface="Arial" panose="020B0604020202020204" pitchFamily="34" charset="0"/>
                <a:cs typeface="Arial" panose="020B0604020202020204" pitchFamily="34" charset="0"/>
              </a:defRPr>
            </a:lvl3pPr>
            <a:lvl4pPr marL="1600200" indent="-228600" defTabSz="723900">
              <a:defRPr>
                <a:solidFill>
                  <a:schemeClr val="tx1"/>
                </a:solidFill>
                <a:latin typeface="Arial" panose="020B0604020202020204" pitchFamily="34" charset="0"/>
                <a:cs typeface="Arial" panose="020B0604020202020204" pitchFamily="34" charset="0"/>
              </a:defRPr>
            </a:lvl4pPr>
            <a:lvl5pPr marL="2057400" indent="-228600" defTabSz="723900">
              <a:defRPr>
                <a:solidFill>
                  <a:schemeClr val="tx1"/>
                </a:solidFill>
                <a:latin typeface="Arial" panose="020B0604020202020204" pitchFamily="34" charset="0"/>
                <a:cs typeface="Arial" panose="020B0604020202020204" pitchFamily="34" charset="0"/>
              </a:defRPr>
            </a:lvl5pPr>
            <a:lvl6pPr marL="25146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g0/2</a:t>
            </a:r>
          </a:p>
        </p:txBody>
      </p:sp>
      <p:sp>
        <p:nvSpPr>
          <p:cNvPr id="129037" name="Rectangle 50"/>
          <p:cNvSpPr>
            <a:spLocks noChangeArrowheads="1"/>
          </p:cNvSpPr>
          <p:nvPr/>
        </p:nvSpPr>
        <p:spPr bwMode="auto">
          <a:xfrm>
            <a:off x="7713665" y="2479676"/>
            <a:ext cx="585097"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723900">
              <a:defRPr>
                <a:solidFill>
                  <a:schemeClr val="tx1"/>
                </a:solidFill>
                <a:latin typeface="Arial" panose="020B0604020202020204" pitchFamily="34" charset="0"/>
                <a:cs typeface="Arial" panose="020B0604020202020204" pitchFamily="34" charset="0"/>
              </a:defRPr>
            </a:lvl1pPr>
            <a:lvl2pPr marL="742950" indent="-285750" defTabSz="723900">
              <a:defRPr>
                <a:solidFill>
                  <a:schemeClr val="tx1"/>
                </a:solidFill>
                <a:latin typeface="Arial" panose="020B0604020202020204" pitchFamily="34" charset="0"/>
                <a:cs typeface="Arial" panose="020B0604020202020204" pitchFamily="34" charset="0"/>
              </a:defRPr>
            </a:lvl2pPr>
            <a:lvl3pPr marL="1143000" indent="-228600" defTabSz="723900">
              <a:defRPr>
                <a:solidFill>
                  <a:schemeClr val="tx1"/>
                </a:solidFill>
                <a:latin typeface="Arial" panose="020B0604020202020204" pitchFamily="34" charset="0"/>
                <a:cs typeface="Arial" panose="020B0604020202020204" pitchFamily="34" charset="0"/>
              </a:defRPr>
            </a:lvl3pPr>
            <a:lvl4pPr marL="1600200" indent="-228600" defTabSz="723900">
              <a:defRPr>
                <a:solidFill>
                  <a:schemeClr val="tx1"/>
                </a:solidFill>
                <a:latin typeface="Arial" panose="020B0604020202020204" pitchFamily="34" charset="0"/>
                <a:cs typeface="Arial" panose="020B0604020202020204" pitchFamily="34" charset="0"/>
              </a:defRPr>
            </a:lvl4pPr>
            <a:lvl5pPr marL="2057400" indent="-228600" defTabSz="723900">
              <a:defRPr>
                <a:solidFill>
                  <a:schemeClr val="tx1"/>
                </a:solidFill>
                <a:latin typeface="Arial" panose="020B0604020202020204" pitchFamily="34" charset="0"/>
                <a:cs typeface="Arial" panose="020B0604020202020204" pitchFamily="34" charset="0"/>
              </a:defRPr>
            </a:lvl5pPr>
            <a:lvl6pPr marL="25146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7239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g0/1</a:t>
            </a:r>
          </a:p>
        </p:txBody>
      </p:sp>
      <p:grpSp>
        <p:nvGrpSpPr>
          <p:cNvPr id="129038" name="Group 51"/>
          <p:cNvGrpSpPr>
            <a:grpSpLocks/>
          </p:cNvGrpSpPr>
          <p:nvPr/>
        </p:nvGrpSpPr>
        <p:grpSpPr bwMode="auto">
          <a:xfrm>
            <a:off x="3492500" y="2078040"/>
            <a:ext cx="1538288" cy="784225"/>
            <a:chOff x="775" y="3234"/>
            <a:chExt cx="969" cy="494"/>
          </a:xfrm>
        </p:grpSpPr>
        <p:pic>
          <p:nvPicPr>
            <p:cNvPr id="129044" name="Picture 52" descr="Network_Cloud_Standard"/>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5" y="3234"/>
              <a:ext cx="969" cy="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9045" name="Rectangle 53"/>
            <p:cNvSpPr>
              <a:spLocks noChangeArrowheads="1"/>
            </p:cNvSpPr>
            <p:nvPr/>
          </p:nvSpPr>
          <p:spPr bwMode="auto">
            <a:xfrm>
              <a:off x="970" y="3384"/>
              <a:ext cx="55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Internet</a:t>
              </a:r>
            </a:p>
          </p:txBody>
        </p:sp>
      </p:grpSp>
      <p:pic>
        <p:nvPicPr>
          <p:cNvPr id="129039" name="Picture 55" descr="File-Application_Serve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304088" y="1149351"/>
            <a:ext cx="442912" cy="63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9040" name="Picture 57" descr="PC"/>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523289" y="2152651"/>
            <a:ext cx="636587"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9041" name="Rectangle 59"/>
          <p:cNvSpPr>
            <a:spLocks noGrp="1" noChangeArrowheads="1"/>
          </p:cNvSpPr>
          <p:nvPr>
            <p:ph type="title"/>
          </p:nvPr>
        </p:nvSpPr>
        <p:spPr>
          <a:xfrm>
            <a:off x="24121" y="249683"/>
            <a:ext cx="11988800" cy="527221"/>
          </a:xfrm>
        </p:spPr>
        <p:txBody>
          <a:bodyPr/>
          <a:lstStyle/>
          <a:p>
            <a:pPr eaLnBrk="1" hangingPunct="1"/>
            <a:r>
              <a:rPr lang="en-US" altLang="en-US" sz="3733" dirty="0">
                <a:latin typeface="Arial" panose="020B0604020202020204" pitchFamily="34" charset="0"/>
                <a:cs typeface="Arial" panose="020B0604020202020204" pitchFamily="34" charset="0"/>
              </a:rPr>
              <a:t>Enabling and Disabling Interfaces: shutdown Subcommand</a:t>
            </a:r>
          </a:p>
        </p:txBody>
      </p:sp>
      <p:pic>
        <p:nvPicPr>
          <p:cNvPr id="129042" name="Picture 60" descr="Cisco_ASA5500"/>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272339" y="2279651"/>
            <a:ext cx="493712"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9043" name="Picture 61" descr="Route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603875" y="2336802"/>
            <a:ext cx="585788"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66717579"/>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174"/>
          <p:cNvSpPr>
            <a:spLocks noGrp="1" noChangeArrowheads="1"/>
          </p:cNvSpPr>
          <p:nvPr>
            <p:ph type="title"/>
          </p:nvPr>
        </p:nvSpPr>
        <p:spPr>
          <a:xfrm>
            <a:off x="8771" y="0"/>
            <a:ext cx="10515600" cy="523875"/>
          </a:xfrm>
        </p:spPr>
        <p:txBody>
          <a:bodyPr/>
          <a:lstStyle/>
          <a:p>
            <a:pPr eaLnBrk="1" hangingPunct="1"/>
            <a:r>
              <a:rPr lang="en-US" altLang="en-US" sz="3733" dirty="0">
                <a:latin typeface="Arial" panose="020B0604020202020204" pitchFamily="34" charset="0"/>
                <a:cs typeface="Arial" panose="020B0604020202020204" pitchFamily="34" charset="0"/>
              </a:rPr>
              <a:t>Network Address Translation </a:t>
            </a:r>
          </a:p>
        </p:txBody>
      </p:sp>
      <p:sp>
        <p:nvSpPr>
          <p:cNvPr id="131075" name="Rectangle 27"/>
          <p:cNvSpPr>
            <a:spLocks noChangeArrowheads="1"/>
          </p:cNvSpPr>
          <p:nvPr/>
        </p:nvSpPr>
        <p:spPr bwMode="auto">
          <a:xfrm flipH="1">
            <a:off x="5641975" y="4156077"/>
            <a:ext cx="589790" cy="439044"/>
          </a:xfrm>
          <a:prstGeom prst="rect">
            <a:avLst/>
          </a:prstGeom>
          <a:solidFill>
            <a:schemeClr val="folHlink"/>
          </a:solidFill>
          <a:ln w="9525">
            <a:solidFill>
              <a:schemeClr val="tx1"/>
            </a:solidFill>
            <a:miter lim="800000"/>
            <a:headEnd/>
            <a:tailEnd/>
          </a:ln>
        </p:spPr>
        <p:txBody>
          <a:bodyPr wrap="none" lIns="190443" tIns="93955" rIns="190443" bIns="93955">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Char char="v"/>
            </a:pPr>
            <a:endParaRPr lang="en-US" altLang="en-US">
              <a:solidFill>
                <a:prstClr val="black"/>
              </a:solidFill>
            </a:endParaRPr>
          </a:p>
        </p:txBody>
      </p:sp>
      <p:sp>
        <p:nvSpPr>
          <p:cNvPr id="131076" name="Rectangle 28"/>
          <p:cNvSpPr>
            <a:spLocks noChangeArrowheads="1"/>
          </p:cNvSpPr>
          <p:nvPr/>
        </p:nvSpPr>
        <p:spPr bwMode="auto">
          <a:xfrm flipH="1">
            <a:off x="7015165" y="4168776"/>
            <a:ext cx="1354137" cy="663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90443" tIns="93955" rIns="190443" bIns="93955">
            <a:spAutoFit/>
          </a:bodyPr>
          <a:lstStyle>
            <a:lvl1pPr defTabSz="1905000">
              <a:defRPr>
                <a:solidFill>
                  <a:schemeClr val="tx1"/>
                </a:solidFill>
                <a:latin typeface="Arial" panose="020B0604020202020204" pitchFamily="34" charset="0"/>
                <a:cs typeface="Arial" panose="020B0604020202020204" pitchFamily="34" charset="0"/>
              </a:defRPr>
            </a:lvl1pPr>
            <a:lvl2pPr marL="742950" indent="-285750" defTabSz="1905000">
              <a:defRPr>
                <a:solidFill>
                  <a:schemeClr val="tx1"/>
                </a:solidFill>
                <a:latin typeface="Arial" panose="020B0604020202020204" pitchFamily="34" charset="0"/>
                <a:cs typeface="Arial" panose="020B0604020202020204" pitchFamily="34" charset="0"/>
              </a:defRPr>
            </a:lvl2pPr>
            <a:lvl3pPr marL="1143000" indent="-228600" defTabSz="1905000">
              <a:defRPr>
                <a:solidFill>
                  <a:schemeClr val="tx1"/>
                </a:solidFill>
                <a:latin typeface="Arial" panose="020B0604020202020204" pitchFamily="34" charset="0"/>
                <a:cs typeface="Arial" panose="020B0604020202020204" pitchFamily="34" charset="0"/>
              </a:defRPr>
            </a:lvl3pPr>
            <a:lvl4pPr marL="1600200" indent="-228600" defTabSz="1905000">
              <a:defRPr>
                <a:solidFill>
                  <a:schemeClr val="tx1"/>
                </a:solidFill>
                <a:latin typeface="Arial" panose="020B0604020202020204" pitchFamily="34" charset="0"/>
                <a:cs typeface="Arial" panose="020B0604020202020204" pitchFamily="34" charset="0"/>
              </a:defRPr>
            </a:lvl4pPr>
            <a:lvl5pPr marL="2057400" indent="-228600" defTabSz="1905000">
              <a:defRPr>
                <a:solidFill>
                  <a:schemeClr val="tx1"/>
                </a:solidFill>
                <a:latin typeface="Arial" panose="020B0604020202020204" pitchFamily="34" charset="0"/>
                <a:cs typeface="Arial" panose="020B0604020202020204" pitchFamily="34" charset="0"/>
              </a:defRPr>
            </a:lvl5pPr>
            <a:lvl6pPr marL="2514600" indent="-228600" defTabSz="1905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1905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1905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1905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sz="1400">
                <a:solidFill>
                  <a:prstClr val="black"/>
                </a:solidFill>
              </a:rPr>
              <a:t>Inside </a:t>
            </a:r>
          </a:p>
          <a:p>
            <a:pPr algn="ctr" fontAlgn="base">
              <a:spcBef>
                <a:spcPct val="20000"/>
              </a:spcBef>
              <a:spcAft>
                <a:spcPct val="0"/>
              </a:spcAft>
              <a:buClr>
                <a:srgbClr val="FF9933"/>
              </a:buClr>
              <a:buFont typeface="Wingdings" panose="05000000000000000000" pitchFamily="2" charset="2"/>
              <a:buNone/>
            </a:pPr>
            <a:r>
              <a:rPr lang="en-US" altLang="en-US" sz="1400">
                <a:solidFill>
                  <a:prstClr val="black"/>
                </a:solidFill>
              </a:rPr>
              <a:t>Local</a:t>
            </a:r>
          </a:p>
        </p:txBody>
      </p:sp>
      <p:sp>
        <p:nvSpPr>
          <p:cNvPr id="131077" name="Rectangle 29"/>
          <p:cNvSpPr>
            <a:spLocks noChangeArrowheads="1"/>
          </p:cNvSpPr>
          <p:nvPr/>
        </p:nvSpPr>
        <p:spPr bwMode="auto">
          <a:xfrm flipH="1">
            <a:off x="5597197" y="4168777"/>
            <a:ext cx="1144915" cy="879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square" lIns="190443" tIns="93955" rIns="190443" bIns="93955">
            <a:spAutoFit/>
          </a:bodyPr>
          <a:lstStyle>
            <a:lvl1pPr defTabSz="1905000">
              <a:defRPr>
                <a:solidFill>
                  <a:schemeClr val="tx1"/>
                </a:solidFill>
                <a:latin typeface="Arial" panose="020B0604020202020204" pitchFamily="34" charset="0"/>
                <a:cs typeface="Arial" panose="020B0604020202020204" pitchFamily="34" charset="0"/>
              </a:defRPr>
            </a:lvl1pPr>
            <a:lvl2pPr marL="742950" indent="-285750" defTabSz="1905000">
              <a:defRPr>
                <a:solidFill>
                  <a:schemeClr val="tx1"/>
                </a:solidFill>
                <a:latin typeface="Arial" panose="020B0604020202020204" pitchFamily="34" charset="0"/>
                <a:cs typeface="Arial" panose="020B0604020202020204" pitchFamily="34" charset="0"/>
              </a:defRPr>
            </a:lvl2pPr>
            <a:lvl3pPr marL="1143000" indent="-228600" defTabSz="1905000">
              <a:defRPr>
                <a:solidFill>
                  <a:schemeClr val="tx1"/>
                </a:solidFill>
                <a:latin typeface="Arial" panose="020B0604020202020204" pitchFamily="34" charset="0"/>
                <a:cs typeface="Arial" panose="020B0604020202020204" pitchFamily="34" charset="0"/>
              </a:defRPr>
            </a:lvl3pPr>
            <a:lvl4pPr marL="1600200" indent="-228600" defTabSz="1905000">
              <a:defRPr>
                <a:solidFill>
                  <a:schemeClr val="tx1"/>
                </a:solidFill>
                <a:latin typeface="Arial" panose="020B0604020202020204" pitchFamily="34" charset="0"/>
                <a:cs typeface="Arial" panose="020B0604020202020204" pitchFamily="34" charset="0"/>
              </a:defRPr>
            </a:lvl4pPr>
            <a:lvl5pPr marL="2057400" indent="-228600" defTabSz="1905000">
              <a:defRPr>
                <a:solidFill>
                  <a:schemeClr val="tx1"/>
                </a:solidFill>
                <a:latin typeface="Arial" panose="020B0604020202020204" pitchFamily="34" charset="0"/>
                <a:cs typeface="Arial" panose="020B0604020202020204" pitchFamily="34" charset="0"/>
              </a:defRPr>
            </a:lvl5pPr>
            <a:lvl6pPr marL="2514600" indent="-228600" defTabSz="1905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1905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1905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1905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sz="1400" dirty="0">
                <a:solidFill>
                  <a:prstClr val="black"/>
                </a:solidFill>
              </a:rPr>
              <a:t>Outside </a:t>
            </a:r>
          </a:p>
          <a:p>
            <a:pPr algn="ctr" fontAlgn="base">
              <a:spcBef>
                <a:spcPct val="20000"/>
              </a:spcBef>
              <a:spcAft>
                <a:spcPct val="0"/>
              </a:spcAft>
              <a:buClr>
                <a:srgbClr val="FF9933"/>
              </a:buClr>
              <a:buFont typeface="Wingdings" panose="05000000000000000000" pitchFamily="2" charset="2"/>
              <a:buNone/>
            </a:pPr>
            <a:r>
              <a:rPr lang="en-US" altLang="en-US" sz="1400" dirty="0">
                <a:solidFill>
                  <a:prstClr val="black"/>
                </a:solidFill>
              </a:rPr>
              <a:t>Mapped Pool</a:t>
            </a:r>
          </a:p>
        </p:txBody>
      </p:sp>
      <p:sp>
        <p:nvSpPr>
          <p:cNvPr id="131078" name="Rectangle 30"/>
          <p:cNvSpPr>
            <a:spLocks noChangeArrowheads="1"/>
          </p:cNvSpPr>
          <p:nvPr/>
        </p:nvSpPr>
        <p:spPr bwMode="auto">
          <a:xfrm flipH="1">
            <a:off x="7133900" y="4829175"/>
            <a:ext cx="1116665" cy="405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443" tIns="93955" rIns="190443" bIns="93955">
            <a:spAutoFit/>
          </a:bodyPr>
          <a:lstStyle>
            <a:lvl1pPr defTabSz="1905000">
              <a:defRPr>
                <a:solidFill>
                  <a:schemeClr val="tx1"/>
                </a:solidFill>
                <a:latin typeface="Arial" panose="020B0604020202020204" pitchFamily="34" charset="0"/>
                <a:cs typeface="Arial" panose="020B0604020202020204" pitchFamily="34" charset="0"/>
              </a:defRPr>
            </a:lvl1pPr>
            <a:lvl2pPr marL="742950" indent="-285750" defTabSz="1905000">
              <a:defRPr>
                <a:solidFill>
                  <a:schemeClr val="tx1"/>
                </a:solidFill>
                <a:latin typeface="Arial" panose="020B0604020202020204" pitchFamily="34" charset="0"/>
                <a:cs typeface="Arial" panose="020B0604020202020204" pitchFamily="34" charset="0"/>
              </a:defRPr>
            </a:lvl2pPr>
            <a:lvl3pPr marL="1143000" indent="-228600" defTabSz="1905000">
              <a:defRPr>
                <a:solidFill>
                  <a:schemeClr val="tx1"/>
                </a:solidFill>
                <a:latin typeface="Arial" panose="020B0604020202020204" pitchFamily="34" charset="0"/>
                <a:cs typeface="Arial" panose="020B0604020202020204" pitchFamily="34" charset="0"/>
              </a:defRPr>
            </a:lvl3pPr>
            <a:lvl4pPr marL="1600200" indent="-228600" defTabSz="1905000">
              <a:defRPr>
                <a:solidFill>
                  <a:schemeClr val="tx1"/>
                </a:solidFill>
                <a:latin typeface="Arial" panose="020B0604020202020204" pitchFamily="34" charset="0"/>
                <a:cs typeface="Arial" panose="020B0604020202020204" pitchFamily="34" charset="0"/>
              </a:defRPr>
            </a:lvl4pPr>
            <a:lvl5pPr marL="2057400" indent="-228600" defTabSz="1905000">
              <a:defRPr>
                <a:solidFill>
                  <a:schemeClr val="tx1"/>
                </a:solidFill>
                <a:latin typeface="Arial" panose="020B0604020202020204" pitchFamily="34" charset="0"/>
                <a:cs typeface="Arial" panose="020B0604020202020204" pitchFamily="34" charset="0"/>
              </a:defRPr>
            </a:lvl5pPr>
            <a:lvl6pPr marL="2514600" indent="-228600" defTabSz="1905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1905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1905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1905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sz="1400">
                <a:solidFill>
                  <a:prstClr val="black"/>
                </a:solidFill>
              </a:rPr>
              <a:t>10.0.0.11</a:t>
            </a:r>
          </a:p>
        </p:txBody>
      </p:sp>
      <p:sp>
        <p:nvSpPr>
          <p:cNvPr id="131079" name="Rectangle 31"/>
          <p:cNvSpPr>
            <a:spLocks noChangeArrowheads="1"/>
          </p:cNvSpPr>
          <p:nvPr/>
        </p:nvSpPr>
        <p:spPr bwMode="auto">
          <a:xfrm flipH="1">
            <a:off x="5600996" y="4829175"/>
            <a:ext cx="1428160" cy="405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443" tIns="93955" rIns="190443" bIns="93955">
            <a:spAutoFit/>
          </a:bodyPr>
          <a:lstStyle>
            <a:lvl1pPr defTabSz="1905000">
              <a:defRPr>
                <a:solidFill>
                  <a:schemeClr val="tx1"/>
                </a:solidFill>
                <a:latin typeface="Arial" panose="020B0604020202020204" pitchFamily="34" charset="0"/>
                <a:cs typeface="Arial" panose="020B0604020202020204" pitchFamily="34" charset="0"/>
              </a:defRPr>
            </a:lvl1pPr>
            <a:lvl2pPr marL="742950" indent="-285750" defTabSz="1905000">
              <a:defRPr>
                <a:solidFill>
                  <a:schemeClr val="tx1"/>
                </a:solidFill>
                <a:latin typeface="Arial" panose="020B0604020202020204" pitchFamily="34" charset="0"/>
                <a:cs typeface="Arial" panose="020B0604020202020204" pitchFamily="34" charset="0"/>
              </a:defRPr>
            </a:lvl2pPr>
            <a:lvl3pPr marL="1143000" indent="-228600" defTabSz="1905000">
              <a:defRPr>
                <a:solidFill>
                  <a:schemeClr val="tx1"/>
                </a:solidFill>
                <a:latin typeface="Arial" panose="020B0604020202020204" pitchFamily="34" charset="0"/>
                <a:cs typeface="Arial" panose="020B0604020202020204" pitchFamily="34" charset="0"/>
              </a:defRPr>
            </a:lvl3pPr>
            <a:lvl4pPr marL="1600200" indent="-228600" defTabSz="1905000">
              <a:defRPr>
                <a:solidFill>
                  <a:schemeClr val="tx1"/>
                </a:solidFill>
                <a:latin typeface="Arial" panose="020B0604020202020204" pitchFamily="34" charset="0"/>
                <a:cs typeface="Arial" panose="020B0604020202020204" pitchFamily="34" charset="0"/>
              </a:defRPr>
            </a:lvl4pPr>
            <a:lvl5pPr marL="2057400" indent="-228600" defTabSz="1905000">
              <a:defRPr>
                <a:solidFill>
                  <a:schemeClr val="tx1"/>
                </a:solidFill>
                <a:latin typeface="Arial" panose="020B0604020202020204" pitchFamily="34" charset="0"/>
                <a:cs typeface="Arial" panose="020B0604020202020204" pitchFamily="34" charset="0"/>
              </a:defRPr>
            </a:lvl5pPr>
            <a:lvl6pPr marL="2514600" indent="-228600" defTabSz="1905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1905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1905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1905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sz="1400">
                <a:solidFill>
                  <a:prstClr val="black"/>
                </a:solidFill>
              </a:rPr>
              <a:t>192.168.0.20</a:t>
            </a:r>
          </a:p>
        </p:txBody>
      </p:sp>
      <p:sp>
        <p:nvSpPr>
          <p:cNvPr id="131080" name="Line 32"/>
          <p:cNvSpPr>
            <a:spLocks noChangeShapeType="1"/>
          </p:cNvSpPr>
          <p:nvPr/>
        </p:nvSpPr>
        <p:spPr bwMode="auto">
          <a:xfrm flipH="1">
            <a:off x="5681665" y="4725989"/>
            <a:ext cx="2732087" cy="1587"/>
          </a:xfrm>
          <a:prstGeom prst="line">
            <a:avLst/>
          </a:prstGeom>
          <a:noFill/>
          <a:ln w="25400">
            <a:solidFill>
              <a:schemeClr val="bg1"/>
            </a:solidFill>
            <a:round/>
            <a:headEnd/>
            <a:tailEnd/>
          </a:ln>
          <a:extLst>
            <a:ext uri="{909E8E84-426E-40DD-AFC4-6F175D3DCCD1}">
              <a14:hiddenFill xmlns:a14="http://schemas.microsoft.com/office/drawing/2010/main">
                <a:noFill/>
              </a14:hiddenFill>
            </a:ext>
          </a:extLst>
        </p:spPr>
        <p:txBody>
          <a:bodyPr wrap="none" lIns="190443" tIns="93955" rIns="190443" bIns="93955">
            <a:spAutoFit/>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31081" name="Line 33"/>
          <p:cNvSpPr>
            <a:spLocks noChangeShapeType="1"/>
          </p:cNvSpPr>
          <p:nvPr/>
        </p:nvSpPr>
        <p:spPr bwMode="auto">
          <a:xfrm flipH="1">
            <a:off x="7126288" y="4186239"/>
            <a:ext cx="0" cy="1093787"/>
          </a:xfrm>
          <a:prstGeom prst="line">
            <a:avLst/>
          </a:prstGeom>
          <a:noFill/>
          <a:ln w="25400">
            <a:solidFill>
              <a:schemeClr val="bg1"/>
            </a:solidFill>
            <a:round/>
            <a:headEnd/>
            <a:tailEnd/>
          </a:ln>
          <a:extLst>
            <a:ext uri="{909E8E84-426E-40DD-AFC4-6F175D3DCCD1}">
              <a14:hiddenFill xmlns:a14="http://schemas.microsoft.com/office/drawing/2010/main">
                <a:noFill/>
              </a14:hiddenFill>
            </a:ext>
          </a:extLst>
        </p:spPr>
        <p:txBody>
          <a:bodyPr wrap="none" lIns="190443" tIns="93955" rIns="190443" bIns="93955">
            <a:spAutoFit/>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31082" name="Line 34"/>
          <p:cNvSpPr>
            <a:spLocks noChangeShapeType="1"/>
          </p:cNvSpPr>
          <p:nvPr/>
        </p:nvSpPr>
        <p:spPr bwMode="auto">
          <a:xfrm flipH="1" flipV="1">
            <a:off x="2641601" y="3459163"/>
            <a:ext cx="6134100" cy="127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31083" name="Rectangle 39"/>
          <p:cNvSpPr>
            <a:spLocks noChangeArrowheads="1"/>
          </p:cNvSpPr>
          <p:nvPr/>
        </p:nvSpPr>
        <p:spPr bwMode="auto">
          <a:xfrm flipH="1">
            <a:off x="4154488" y="3429001"/>
            <a:ext cx="203200" cy="274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Char char="v"/>
            </a:pPr>
            <a:endParaRPr lang="en-US" altLang="en-US">
              <a:solidFill>
                <a:prstClr val="black"/>
              </a:solidFill>
            </a:endParaRPr>
          </a:p>
        </p:txBody>
      </p:sp>
      <p:sp>
        <p:nvSpPr>
          <p:cNvPr id="131084" name="Rectangle 40"/>
          <p:cNvSpPr>
            <a:spLocks noChangeArrowheads="1"/>
          </p:cNvSpPr>
          <p:nvPr/>
        </p:nvSpPr>
        <p:spPr bwMode="auto">
          <a:xfrm flipH="1">
            <a:off x="4411663" y="3429001"/>
            <a:ext cx="203200" cy="274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Char char="v"/>
            </a:pPr>
            <a:endParaRPr lang="en-US" altLang="en-US">
              <a:solidFill>
                <a:prstClr val="black"/>
              </a:solidFill>
            </a:endParaRPr>
          </a:p>
        </p:txBody>
      </p:sp>
      <p:sp>
        <p:nvSpPr>
          <p:cNvPr id="131085" name="Freeform 43"/>
          <p:cNvSpPr>
            <a:spLocks/>
          </p:cNvSpPr>
          <p:nvPr/>
        </p:nvSpPr>
        <p:spPr bwMode="auto">
          <a:xfrm flipH="1">
            <a:off x="8763000" y="3186114"/>
            <a:ext cx="450851" cy="979487"/>
          </a:xfrm>
          <a:custGeom>
            <a:avLst/>
            <a:gdLst>
              <a:gd name="T0" fmla="*/ 0 w 253"/>
              <a:gd name="T1" fmla="*/ 0 h 777"/>
              <a:gd name="T2" fmla="*/ 2147483646 w 253"/>
              <a:gd name="T3" fmla="*/ 0 h 777"/>
              <a:gd name="T4" fmla="*/ 2147483646 w 253"/>
              <a:gd name="T5" fmla="*/ 2147483646 h 777"/>
              <a:gd name="T6" fmla="*/ 0 w 253"/>
              <a:gd name="T7" fmla="*/ 2147483646 h 777"/>
              <a:gd name="T8" fmla="*/ 0 60000 65536"/>
              <a:gd name="T9" fmla="*/ 0 60000 65536"/>
              <a:gd name="T10" fmla="*/ 0 60000 65536"/>
              <a:gd name="T11" fmla="*/ 0 60000 65536"/>
              <a:gd name="T12" fmla="*/ 0 w 253"/>
              <a:gd name="T13" fmla="*/ 0 h 777"/>
              <a:gd name="T14" fmla="*/ 253 w 253"/>
              <a:gd name="T15" fmla="*/ 777 h 777"/>
            </a:gdLst>
            <a:ahLst/>
            <a:cxnLst>
              <a:cxn ang="T8">
                <a:pos x="T0" y="T1"/>
              </a:cxn>
              <a:cxn ang="T9">
                <a:pos x="T2" y="T3"/>
              </a:cxn>
              <a:cxn ang="T10">
                <a:pos x="T4" y="T5"/>
              </a:cxn>
              <a:cxn ang="T11">
                <a:pos x="T6" y="T7"/>
              </a:cxn>
            </a:cxnLst>
            <a:rect l="T12" t="T13" r="T14" b="T15"/>
            <a:pathLst>
              <a:path w="253" h="777">
                <a:moveTo>
                  <a:pt x="0" y="0"/>
                </a:moveTo>
                <a:lnTo>
                  <a:pt x="252" y="0"/>
                </a:lnTo>
                <a:lnTo>
                  <a:pt x="252" y="776"/>
                </a:lnTo>
                <a:lnTo>
                  <a:pt x="0" y="776"/>
                </a:lnTo>
              </a:path>
            </a:pathLst>
          </a:custGeom>
          <a:noFill/>
          <a:ln w="38100" cap="rnd">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31086" name="Rectangle 46"/>
          <p:cNvSpPr>
            <a:spLocks noChangeArrowheads="1"/>
          </p:cNvSpPr>
          <p:nvPr/>
        </p:nvSpPr>
        <p:spPr bwMode="auto">
          <a:xfrm flipH="1">
            <a:off x="8905615" y="3513139"/>
            <a:ext cx="833698" cy="285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1763" tIns="49988" rIns="101763" bIns="49988">
            <a:spAutoFit/>
          </a:bodyPr>
          <a:lstStyle>
            <a:lvl1pPr defTabSz="1028700">
              <a:defRPr>
                <a:solidFill>
                  <a:schemeClr val="tx1"/>
                </a:solidFill>
                <a:latin typeface="Arial" panose="020B0604020202020204" pitchFamily="34" charset="0"/>
                <a:cs typeface="Arial" panose="020B0604020202020204" pitchFamily="34" charset="0"/>
              </a:defRPr>
            </a:lvl1pPr>
            <a:lvl2pPr marL="742950" indent="-285750" defTabSz="1028700">
              <a:defRPr>
                <a:solidFill>
                  <a:schemeClr val="tx1"/>
                </a:solidFill>
                <a:latin typeface="Arial" panose="020B0604020202020204" pitchFamily="34" charset="0"/>
                <a:cs typeface="Arial" panose="020B0604020202020204" pitchFamily="34" charset="0"/>
              </a:defRPr>
            </a:lvl2pPr>
            <a:lvl3pPr marL="1143000" indent="-228600" defTabSz="1028700">
              <a:defRPr>
                <a:solidFill>
                  <a:schemeClr val="tx1"/>
                </a:solidFill>
                <a:latin typeface="Arial" panose="020B0604020202020204" pitchFamily="34" charset="0"/>
                <a:cs typeface="Arial" panose="020B0604020202020204" pitchFamily="34" charset="0"/>
              </a:defRPr>
            </a:lvl3pPr>
            <a:lvl4pPr marL="1600200" indent="-228600" defTabSz="1028700">
              <a:defRPr>
                <a:solidFill>
                  <a:schemeClr val="tx1"/>
                </a:solidFill>
                <a:latin typeface="Arial" panose="020B0604020202020204" pitchFamily="34" charset="0"/>
                <a:cs typeface="Arial" panose="020B0604020202020204" pitchFamily="34" charset="0"/>
              </a:defRPr>
            </a:lvl4pPr>
            <a:lvl5pPr marL="2057400" indent="-228600" defTabSz="1028700">
              <a:defRPr>
                <a:solidFill>
                  <a:schemeClr val="tx1"/>
                </a:solidFill>
                <a:latin typeface="Arial" panose="020B0604020202020204" pitchFamily="34" charset="0"/>
                <a:cs typeface="Arial" panose="020B0604020202020204" pitchFamily="34" charset="0"/>
              </a:defRPr>
            </a:lvl5pPr>
            <a:lvl6pPr marL="25146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10.0.0.11</a:t>
            </a:r>
          </a:p>
        </p:txBody>
      </p:sp>
      <p:sp>
        <p:nvSpPr>
          <p:cNvPr id="131087" name="Rectangle 47"/>
          <p:cNvSpPr>
            <a:spLocks noChangeArrowheads="1"/>
          </p:cNvSpPr>
          <p:nvPr/>
        </p:nvSpPr>
        <p:spPr bwMode="auto">
          <a:xfrm flipH="1">
            <a:off x="9021765" y="4494213"/>
            <a:ext cx="820737" cy="285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01763" tIns="49988" rIns="101763" bIns="49988">
            <a:spAutoFit/>
          </a:bodyPr>
          <a:lstStyle>
            <a:lvl1pPr defTabSz="1028700">
              <a:defRPr>
                <a:solidFill>
                  <a:schemeClr val="tx1"/>
                </a:solidFill>
                <a:latin typeface="Arial" panose="020B0604020202020204" pitchFamily="34" charset="0"/>
                <a:cs typeface="Arial" panose="020B0604020202020204" pitchFamily="34" charset="0"/>
              </a:defRPr>
            </a:lvl1pPr>
            <a:lvl2pPr marL="742950" indent="-285750" defTabSz="1028700">
              <a:defRPr>
                <a:solidFill>
                  <a:schemeClr val="tx1"/>
                </a:solidFill>
                <a:latin typeface="Arial" panose="020B0604020202020204" pitchFamily="34" charset="0"/>
                <a:cs typeface="Arial" panose="020B0604020202020204" pitchFamily="34" charset="0"/>
              </a:defRPr>
            </a:lvl2pPr>
            <a:lvl3pPr marL="1143000" indent="-228600" defTabSz="1028700">
              <a:defRPr>
                <a:solidFill>
                  <a:schemeClr val="tx1"/>
                </a:solidFill>
                <a:latin typeface="Arial" panose="020B0604020202020204" pitchFamily="34" charset="0"/>
                <a:cs typeface="Arial" panose="020B0604020202020204" pitchFamily="34" charset="0"/>
              </a:defRPr>
            </a:lvl3pPr>
            <a:lvl4pPr marL="1600200" indent="-228600" defTabSz="1028700">
              <a:defRPr>
                <a:solidFill>
                  <a:schemeClr val="tx1"/>
                </a:solidFill>
                <a:latin typeface="Arial" panose="020B0604020202020204" pitchFamily="34" charset="0"/>
                <a:cs typeface="Arial" panose="020B0604020202020204" pitchFamily="34" charset="0"/>
              </a:defRPr>
            </a:lvl4pPr>
            <a:lvl5pPr marL="2057400" indent="-228600" defTabSz="1028700">
              <a:defRPr>
                <a:solidFill>
                  <a:schemeClr val="tx1"/>
                </a:solidFill>
                <a:latin typeface="Arial" panose="020B0604020202020204" pitchFamily="34" charset="0"/>
                <a:cs typeface="Arial" panose="020B0604020202020204" pitchFamily="34" charset="0"/>
              </a:defRPr>
            </a:lvl5pPr>
            <a:lvl6pPr marL="25146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10.0.0.4</a:t>
            </a:r>
          </a:p>
        </p:txBody>
      </p:sp>
      <p:sp>
        <p:nvSpPr>
          <p:cNvPr id="131088" name="Text Box 48"/>
          <p:cNvSpPr txBox="1">
            <a:spLocks noChangeArrowheads="1"/>
          </p:cNvSpPr>
          <p:nvPr/>
        </p:nvSpPr>
        <p:spPr bwMode="auto">
          <a:xfrm flipH="1">
            <a:off x="3855659" y="4558299"/>
            <a:ext cx="173271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50000"/>
              </a:spcBef>
              <a:spcAft>
                <a:spcPct val="0"/>
              </a:spcAft>
              <a:buClr>
                <a:srgbClr val="FF9933"/>
              </a:buClr>
              <a:buFont typeface="Wingdings" panose="05000000000000000000" pitchFamily="2" charset="2"/>
              <a:buNone/>
            </a:pPr>
            <a:r>
              <a:rPr lang="en-US" altLang="en-US" sz="1600">
                <a:solidFill>
                  <a:prstClr val="black"/>
                </a:solidFill>
              </a:rPr>
              <a:t>Translation Table</a:t>
            </a:r>
          </a:p>
        </p:txBody>
      </p:sp>
      <p:sp>
        <p:nvSpPr>
          <p:cNvPr id="131089" name="Line 49"/>
          <p:cNvSpPr>
            <a:spLocks noChangeShapeType="1"/>
          </p:cNvSpPr>
          <p:nvPr/>
        </p:nvSpPr>
        <p:spPr bwMode="auto">
          <a:xfrm flipH="1">
            <a:off x="7385051" y="3382963"/>
            <a:ext cx="1287463"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nchor="ctr">
            <a:spAutoFit/>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31090" name="Line 50"/>
          <p:cNvSpPr>
            <a:spLocks noChangeShapeType="1"/>
          </p:cNvSpPr>
          <p:nvPr/>
        </p:nvSpPr>
        <p:spPr bwMode="auto">
          <a:xfrm flipH="1">
            <a:off x="5591175" y="3379789"/>
            <a:ext cx="1150939" cy="15875"/>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nchor="ctr">
            <a:spAutoFit/>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31091" name="Text Box 51"/>
          <p:cNvSpPr txBox="1">
            <a:spLocks noChangeArrowheads="1"/>
          </p:cNvSpPr>
          <p:nvPr/>
        </p:nvSpPr>
        <p:spPr bwMode="auto">
          <a:xfrm flipH="1">
            <a:off x="7874769" y="3115083"/>
            <a:ext cx="8128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50000"/>
              </a:spcBef>
              <a:spcAft>
                <a:spcPct val="0"/>
              </a:spcAft>
              <a:buClr>
                <a:srgbClr val="FF9933"/>
              </a:buClr>
              <a:buFont typeface="Wingdings" panose="05000000000000000000" pitchFamily="2" charset="2"/>
              <a:buNone/>
            </a:pPr>
            <a:r>
              <a:rPr lang="en-US" altLang="en-US" sz="1200">
                <a:solidFill>
                  <a:prstClr val="black"/>
                </a:solidFill>
              </a:rPr>
              <a:t>10.0.0.11</a:t>
            </a:r>
          </a:p>
        </p:txBody>
      </p:sp>
      <p:sp>
        <p:nvSpPr>
          <p:cNvPr id="131092" name="Text Box 52"/>
          <p:cNvSpPr txBox="1">
            <a:spLocks noChangeArrowheads="1"/>
          </p:cNvSpPr>
          <p:nvPr/>
        </p:nvSpPr>
        <p:spPr bwMode="auto">
          <a:xfrm flipH="1">
            <a:off x="5702481" y="3130957"/>
            <a:ext cx="107914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50000"/>
              </a:spcBef>
              <a:spcAft>
                <a:spcPct val="0"/>
              </a:spcAft>
              <a:buClr>
                <a:srgbClr val="FF9933"/>
              </a:buClr>
              <a:buFont typeface="Wingdings" panose="05000000000000000000" pitchFamily="2" charset="2"/>
              <a:buNone/>
            </a:pPr>
            <a:r>
              <a:rPr lang="en-US" altLang="en-US" sz="1200">
                <a:solidFill>
                  <a:prstClr val="black"/>
                </a:solidFill>
              </a:rPr>
              <a:t>192.168.0.20</a:t>
            </a:r>
          </a:p>
        </p:txBody>
      </p:sp>
      <p:sp>
        <p:nvSpPr>
          <p:cNvPr id="131093" name="Line 53"/>
          <p:cNvSpPr>
            <a:spLocks noChangeShapeType="1"/>
          </p:cNvSpPr>
          <p:nvPr/>
        </p:nvSpPr>
        <p:spPr bwMode="auto">
          <a:xfrm rot="10800000" flipH="1">
            <a:off x="6934200" y="3738563"/>
            <a:ext cx="0" cy="495300"/>
          </a:xfrm>
          <a:prstGeom prst="line">
            <a:avLst/>
          </a:prstGeom>
          <a:noFill/>
          <a:ln w="38100">
            <a:solidFill>
              <a:schemeClr val="tx1"/>
            </a:solidFill>
            <a:prstDash val="sysDot"/>
            <a:round/>
            <a:headEnd/>
            <a:tailEnd type="triangle" w="med" len="med"/>
          </a:ln>
          <a:extLst>
            <a:ext uri="{909E8E84-426E-40DD-AFC4-6F175D3DCCD1}">
              <a14:hiddenFill xmlns:a14="http://schemas.microsoft.com/office/drawing/2010/main">
                <a:noFill/>
              </a14:hiddenFill>
            </a:ext>
          </a:extLst>
        </p:spPr>
        <p:txBody>
          <a:bodyPr anchor="ctr">
            <a:spAutoFit/>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31094" name="Rectangle 203"/>
          <p:cNvSpPr>
            <a:spLocks noChangeArrowheads="1"/>
          </p:cNvSpPr>
          <p:nvPr/>
        </p:nvSpPr>
        <p:spPr bwMode="auto">
          <a:xfrm flipH="1">
            <a:off x="2047084" y="3703639"/>
            <a:ext cx="1216816" cy="285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1763" tIns="49988" rIns="101763" bIns="49988">
            <a:spAutoFit/>
          </a:bodyPr>
          <a:lstStyle>
            <a:lvl1pPr defTabSz="1028700">
              <a:defRPr>
                <a:solidFill>
                  <a:schemeClr val="tx1"/>
                </a:solidFill>
                <a:latin typeface="Arial" panose="020B0604020202020204" pitchFamily="34" charset="0"/>
                <a:cs typeface="Arial" panose="020B0604020202020204" pitchFamily="34" charset="0"/>
              </a:defRPr>
            </a:lvl1pPr>
            <a:lvl2pPr marL="742950" indent="-285750" defTabSz="1028700">
              <a:defRPr>
                <a:solidFill>
                  <a:schemeClr val="tx1"/>
                </a:solidFill>
                <a:latin typeface="Arial" panose="020B0604020202020204" pitchFamily="34" charset="0"/>
                <a:cs typeface="Arial" panose="020B0604020202020204" pitchFamily="34" charset="0"/>
              </a:defRPr>
            </a:lvl2pPr>
            <a:lvl3pPr marL="1143000" indent="-228600" defTabSz="1028700">
              <a:defRPr>
                <a:solidFill>
                  <a:schemeClr val="tx1"/>
                </a:solidFill>
                <a:latin typeface="Arial" panose="020B0604020202020204" pitchFamily="34" charset="0"/>
                <a:cs typeface="Arial" panose="020B0604020202020204" pitchFamily="34" charset="0"/>
              </a:defRPr>
            </a:lvl3pPr>
            <a:lvl4pPr marL="1600200" indent="-228600" defTabSz="1028700">
              <a:defRPr>
                <a:solidFill>
                  <a:schemeClr val="tx1"/>
                </a:solidFill>
                <a:latin typeface="Arial" panose="020B0604020202020204" pitchFamily="34" charset="0"/>
                <a:cs typeface="Arial" panose="020B0604020202020204" pitchFamily="34" charset="0"/>
              </a:defRPr>
            </a:lvl4pPr>
            <a:lvl5pPr marL="2057400" indent="-228600" defTabSz="1028700">
              <a:defRPr>
                <a:solidFill>
                  <a:schemeClr val="tx1"/>
                </a:solidFill>
                <a:latin typeface="Arial" panose="020B0604020202020204" pitchFamily="34" charset="0"/>
                <a:cs typeface="Arial" panose="020B0604020202020204" pitchFamily="34" charset="0"/>
              </a:defRPr>
            </a:lvl5pPr>
            <a:lvl6pPr marL="25146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192.168.10 .11</a:t>
            </a:r>
          </a:p>
        </p:txBody>
      </p:sp>
      <p:sp>
        <p:nvSpPr>
          <p:cNvPr id="131095" name="Line 219"/>
          <p:cNvSpPr>
            <a:spLocks noChangeShapeType="1"/>
          </p:cNvSpPr>
          <p:nvPr/>
        </p:nvSpPr>
        <p:spPr bwMode="auto">
          <a:xfrm rot="10800000" flipH="1">
            <a:off x="7289800" y="3738563"/>
            <a:ext cx="0" cy="495300"/>
          </a:xfrm>
          <a:prstGeom prst="line">
            <a:avLst/>
          </a:prstGeom>
          <a:noFill/>
          <a:ln w="38100">
            <a:solidFill>
              <a:schemeClr val="tx1"/>
            </a:solidFill>
            <a:prstDash val="sysDot"/>
            <a:round/>
            <a:headEnd type="triangle" w="med" len="med"/>
            <a:tailEnd/>
          </a:ln>
          <a:extLst>
            <a:ext uri="{909E8E84-426E-40DD-AFC4-6F175D3DCCD1}">
              <a14:hiddenFill xmlns:a14="http://schemas.microsoft.com/office/drawing/2010/main">
                <a:noFill/>
              </a14:hiddenFill>
            </a:ext>
          </a:extLst>
        </p:spPr>
        <p:txBody>
          <a:bodyPr anchor="ctr">
            <a:spAutoFit/>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31096" name="Text Box 220"/>
          <p:cNvSpPr txBox="1">
            <a:spLocks noChangeArrowheads="1"/>
          </p:cNvSpPr>
          <p:nvPr/>
        </p:nvSpPr>
        <p:spPr bwMode="auto">
          <a:xfrm>
            <a:off x="6911977" y="2433638"/>
            <a:ext cx="592022" cy="35073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NAT</a:t>
            </a:r>
          </a:p>
        </p:txBody>
      </p:sp>
      <p:grpSp>
        <p:nvGrpSpPr>
          <p:cNvPr id="131097" name="Group 224"/>
          <p:cNvGrpSpPr>
            <a:grpSpLocks/>
          </p:cNvGrpSpPr>
          <p:nvPr/>
        </p:nvGrpSpPr>
        <p:grpSpPr bwMode="auto">
          <a:xfrm flipH="1">
            <a:off x="6242049" y="2794000"/>
            <a:ext cx="1974851" cy="355600"/>
            <a:chOff x="2688" y="1312"/>
            <a:chExt cx="876" cy="224"/>
          </a:xfrm>
        </p:grpSpPr>
        <p:sp>
          <p:nvSpPr>
            <p:cNvPr id="131106" name="Arc 225"/>
            <p:cNvSpPr>
              <a:spLocks/>
            </p:cNvSpPr>
            <p:nvPr/>
          </p:nvSpPr>
          <p:spPr bwMode="auto">
            <a:xfrm rot="10800000" flipV="1">
              <a:off x="2688" y="1312"/>
              <a:ext cx="440" cy="22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type="none" w="sm" len="sm"/>
              <a:tailEnd/>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31107" name="Arc 226"/>
            <p:cNvSpPr>
              <a:spLocks/>
            </p:cNvSpPr>
            <p:nvPr/>
          </p:nvSpPr>
          <p:spPr bwMode="auto">
            <a:xfrm rot="10800000" flipH="1" flipV="1">
              <a:off x="3124" y="1312"/>
              <a:ext cx="440" cy="22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grpSp>
      <p:grpSp>
        <p:nvGrpSpPr>
          <p:cNvPr id="131098" name="Group 238"/>
          <p:cNvGrpSpPr>
            <a:grpSpLocks/>
          </p:cNvGrpSpPr>
          <p:nvPr/>
        </p:nvGrpSpPr>
        <p:grpSpPr bwMode="auto">
          <a:xfrm>
            <a:off x="3060700" y="3038477"/>
            <a:ext cx="1538288" cy="784225"/>
            <a:chOff x="775" y="3234"/>
            <a:chExt cx="969" cy="494"/>
          </a:xfrm>
        </p:grpSpPr>
        <p:pic>
          <p:nvPicPr>
            <p:cNvPr id="131104" name="Picture 239" descr="Network_Cloud_Standard"/>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5" y="3234"/>
              <a:ext cx="969" cy="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1105" name="Rectangle 240"/>
            <p:cNvSpPr>
              <a:spLocks noChangeArrowheads="1"/>
            </p:cNvSpPr>
            <p:nvPr/>
          </p:nvSpPr>
          <p:spPr bwMode="auto">
            <a:xfrm>
              <a:off x="970" y="3384"/>
              <a:ext cx="55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Internet</a:t>
              </a:r>
            </a:p>
          </p:txBody>
        </p:sp>
      </p:grpSp>
      <p:pic>
        <p:nvPicPr>
          <p:cNvPr id="131099" name="Picture 242" descr="File-Application_Serve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79652" y="3035301"/>
            <a:ext cx="442913" cy="63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1100" name="Picture 244" descr="PC"/>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077326" y="3824289"/>
            <a:ext cx="636588"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1101" name="Picture 245" descr="PC"/>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056689" y="2868614"/>
            <a:ext cx="636587"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1102" name="Picture 247" descr="Cisco_ASA5500"/>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856413" y="3070226"/>
            <a:ext cx="493712"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1103" name="Picture 248" descr="Route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852989" y="3282951"/>
            <a:ext cx="585787"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95297804"/>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a:xfrm>
            <a:off x="0" y="-4855"/>
            <a:ext cx="10515600" cy="473168"/>
          </a:xfrm>
        </p:spPr>
        <p:txBody>
          <a:bodyPr/>
          <a:lstStyle/>
          <a:p>
            <a:pPr eaLnBrk="1" hangingPunct="1"/>
            <a:r>
              <a:rPr lang="en-US" altLang="en-US" sz="3733" dirty="0">
                <a:latin typeface="Arial" panose="020B0604020202020204" pitchFamily="34" charset="0"/>
                <a:cs typeface="Arial" panose="020B0604020202020204" pitchFamily="34" charset="0"/>
              </a:rPr>
              <a:t>Enable NAT Control </a:t>
            </a:r>
          </a:p>
        </p:txBody>
      </p:sp>
      <p:sp>
        <p:nvSpPr>
          <p:cNvPr id="133123" name="Rectangle 135"/>
          <p:cNvSpPr>
            <a:spLocks noChangeArrowheads="1"/>
          </p:cNvSpPr>
          <p:nvPr/>
        </p:nvSpPr>
        <p:spPr bwMode="auto">
          <a:xfrm>
            <a:off x="2297113" y="5561014"/>
            <a:ext cx="7467600" cy="493725"/>
          </a:xfrm>
          <a:prstGeom prst="rect">
            <a:avLst/>
          </a:prstGeom>
          <a:solidFill>
            <a:schemeClr val="bg1"/>
          </a:solidFill>
          <a:ln w="28575">
            <a:solidFill>
              <a:schemeClr val="tx1"/>
            </a:solidFill>
            <a:miter lim="800000"/>
            <a:headEnd/>
            <a:tailEnd/>
          </a:ln>
        </p:spPr>
        <p:txBody>
          <a:bodyPr lIns="92075" tIns="92075" rIns="92075" bIns="92075">
            <a:spAutoFit/>
          </a:bodyPr>
          <a:lstStyle>
            <a:lvl1pPr marL="228600" indent="-2286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2000">
                <a:solidFill>
                  <a:prstClr val="black"/>
                </a:solidFill>
                <a:latin typeface="Courier New" panose="02070309020205020404" pitchFamily="49" charset="0"/>
              </a:rPr>
              <a:t>asa1(config)# nat-control</a:t>
            </a:r>
          </a:p>
        </p:txBody>
      </p:sp>
      <p:sp>
        <p:nvSpPr>
          <p:cNvPr id="133124" name="Text Box 136"/>
          <p:cNvSpPr txBox="1">
            <a:spLocks noChangeArrowheads="1"/>
          </p:cNvSpPr>
          <p:nvPr/>
        </p:nvSpPr>
        <p:spPr bwMode="auto">
          <a:xfrm>
            <a:off x="2309814" y="5214938"/>
            <a:ext cx="5178854" cy="350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5B9BD5"/>
              </a:buClr>
              <a:buFont typeface="Wingdings" panose="05000000000000000000" pitchFamily="2" charset="2"/>
              <a:buNone/>
            </a:pPr>
            <a:r>
              <a:rPr lang="en-US" altLang="en-US">
                <a:solidFill>
                  <a:prstClr val="black"/>
                </a:solidFill>
              </a:rPr>
              <a:t> Enable or disable NAT configuration requirement</a:t>
            </a:r>
          </a:p>
        </p:txBody>
      </p:sp>
      <p:sp>
        <p:nvSpPr>
          <p:cNvPr id="133125" name="Rectangle 147"/>
          <p:cNvSpPr>
            <a:spLocks noChangeArrowheads="1"/>
          </p:cNvSpPr>
          <p:nvPr/>
        </p:nvSpPr>
        <p:spPr bwMode="auto">
          <a:xfrm flipH="1">
            <a:off x="4081463" y="-73025"/>
            <a:ext cx="203200" cy="274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Char char="v"/>
            </a:pPr>
            <a:endParaRPr lang="en-US" altLang="en-US">
              <a:solidFill>
                <a:prstClr val="black"/>
              </a:solidFill>
            </a:endParaRPr>
          </a:p>
        </p:txBody>
      </p:sp>
      <p:sp>
        <p:nvSpPr>
          <p:cNvPr id="133126" name="Rectangle 148"/>
          <p:cNvSpPr>
            <a:spLocks noChangeArrowheads="1"/>
          </p:cNvSpPr>
          <p:nvPr/>
        </p:nvSpPr>
        <p:spPr bwMode="auto">
          <a:xfrm flipH="1">
            <a:off x="4338639" y="-73025"/>
            <a:ext cx="203200" cy="274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Char char="v"/>
            </a:pPr>
            <a:endParaRPr lang="en-US" altLang="en-US">
              <a:solidFill>
                <a:prstClr val="black"/>
              </a:solidFill>
            </a:endParaRPr>
          </a:p>
        </p:txBody>
      </p:sp>
      <p:sp>
        <p:nvSpPr>
          <p:cNvPr id="133127" name="Rectangle 4"/>
          <p:cNvSpPr>
            <a:spLocks noChangeArrowheads="1"/>
          </p:cNvSpPr>
          <p:nvPr/>
        </p:nvSpPr>
        <p:spPr bwMode="auto">
          <a:xfrm flipH="1">
            <a:off x="5641975" y="3533777"/>
            <a:ext cx="589790" cy="439044"/>
          </a:xfrm>
          <a:prstGeom prst="rect">
            <a:avLst/>
          </a:prstGeom>
          <a:solidFill>
            <a:schemeClr val="folHlink"/>
          </a:solidFill>
          <a:ln w="9525">
            <a:solidFill>
              <a:schemeClr val="tx1"/>
            </a:solidFill>
            <a:miter lim="800000"/>
            <a:headEnd/>
            <a:tailEnd/>
          </a:ln>
        </p:spPr>
        <p:txBody>
          <a:bodyPr wrap="none" lIns="190443" tIns="93955" rIns="190443" bIns="93955">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Char char="v"/>
            </a:pPr>
            <a:endParaRPr lang="en-US" altLang="en-US">
              <a:solidFill>
                <a:prstClr val="black"/>
              </a:solidFill>
            </a:endParaRPr>
          </a:p>
        </p:txBody>
      </p:sp>
      <p:sp>
        <p:nvSpPr>
          <p:cNvPr id="133128" name="Rectangle 5"/>
          <p:cNvSpPr>
            <a:spLocks noChangeArrowheads="1"/>
          </p:cNvSpPr>
          <p:nvPr/>
        </p:nvSpPr>
        <p:spPr bwMode="auto">
          <a:xfrm flipH="1">
            <a:off x="7015165" y="3546476"/>
            <a:ext cx="1354137" cy="663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90443" tIns="93955" rIns="190443" bIns="93955">
            <a:spAutoFit/>
          </a:bodyPr>
          <a:lstStyle>
            <a:lvl1pPr defTabSz="1905000">
              <a:defRPr>
                <a:solidFill>
                  <a:schemeClr val="tx1"/>
                </a:solidFill>
                <a:latin typeface="Arial" panose="020B0604020202020204" pitchFamily="34" charset="0"/>
                <a:cs typeface="Arial" panose="020B0604020202020204" pitchFamily="34" charset="0"/>
              </a:defRPr>
            </a:lvl1pPr>
            <a:lvl2pPr marL="742950" indent="-285750" defTabSz="1905000">
              <a:defRPr>
                <a:solidFill>
                  <a:schemeClr val="tx1"/>
                </a:solidFill>
                <a:latin typeface="Arial" panose="020B0604020202020204" pitchFamily="34" charset="0"/>
                <a:cs typeface="Arial" panose="020B0604020202020204" pitchFamily="34" charset="0"/>
              </a:defRPr>
            </a:lvl2pPr>
            <a:lvl3pPr marL="1143000" indent="-228600" defTabSz="1905000">
              <a:defRPr>
                <a:solidFill>
                  <a:schemeClr val="tx1"/>
                </a:solidFill>
                <a:latin typeface="Arial" panose="020B0604020202020204" pitchFamily="34" charset="0"/>
                <a:cs typeface="Arial" panose="020B0604020202020204" pitchFamily="34" charset="0"/>
              </a:defRPr>
            </a:lvl3pPr>
            <a:lvl4pPr marL="1600200" indent="-228600" defTabSz="1905000">
              <a:defRPr>
                <a:solidFill>
                  <a:schemeClr val="tx1"/>
                </a:solidFill>
                <a:latin typeface="Arial" panose="020B0604020202020204" pitchFamily="34" charset="0"/>
                <a:cs typeface="Arial" panose="020B0604020202020204" pitchFamily="34" charset="0"/>
              </a:defRPr>
            </a:lvl4pPr>
            <a:lvl5pPr marL="2057400" indent="-228600" defTabSz="1905000">
              <a:defRPr>
                <a:solidFill>
                  <a:schemeClr val="tx1"/>
                </a:solidFill>
                <a:latin typeface="Arial" panose="020B0604020202020204" pitchFamily="34" charset="0"/>
                <a:cs typeface="Arial" panose="020B0604020202020204" pitchFamily="34" charset="0"/>
              </a:defRPr>
            </a:lvl5pPr>
            <a:lvl6pPr marL="2514600" indent="-228600" defTabSz="1905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1905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1905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1905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sz="1400">
                <a:solidFill>
                  <a:prstClr val="black"/>
                </a:solidFill>
              </a:rPr>
              <a:t>Inside </a:t>
            </a:r>
          </a:p>
          <a:p>
            <a:pPr algn="ctr" fontAlgn="base">
              <a:spcBef>
                <a:spcPct val="20000"/>
              </a:spcBef>
              <a:spcAft>
                <a:spcPct val="0"/>
              </a:spcAft>
              <a:buClr>
                <a:srgbClr val="FF9933"/>
              </a:buClr>
              <a:buFont typeface="Wingdings" panose="05000000000000000000" pitchFamily="2" charset="2"/>
              <a:buNone/>
            </a:pPr>
            <a:r>
              <a:rPr lang="en-US" altLang="en-US" sz="1400">
                <a:solidFill>
                  <a:prstClr val="black"/>
                </a:solidFill>
              </a:rPr>
              <a:t>Local</a:t>
            </a:r>
          </a:p>
        </p:txBody>
      </p:sp>
      <p:sp>
        <p:nvSpPr>
          <p:cNvPr id="133129" name="Rectangle 6"/>
          <p:cNvSpPr>
            <a:spLocks noChangeArrowheads="1"/>
          </p:cNvSpPr>
          <p:nvPr/>
        </p:nvSpPr>
        <p:spPr bwMode="auto">
          <a:xfrm flipH="1">
            <a:off x="5600941" y="3546476"/>
            <a:ext cx="1439382" cy="663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443" tIns="93955" rIns="190443" bIns="93955">
            <a:spAutoFit/>
          </a:bodyPr>
          <a:lstStyle>
            <a:lvl1pPr defTabSz="1905000">
              <a:defRPr>
                <a:solidFill>
                  <a:schemeClr val="tx1"/>
                </a:solidFill>
                <a:latin typeface="Arial" panose="020B0604020202020204" pitchFamily="34" charset="0"/>
                <a:cs typeface="Arial" panose="020B0604020202020204" pitchFamily="34" charset="0"/>
              </a:defRPr>
            </a:lvl1pPr>
            <a:lvl2pPr marL="742950" indent="-285750" defTabSz="1905000">
              <a:defRPr>
                <a:solidFill>
                  <a:schemeClr val="tx1"/>
                </a:solidFill>
                <a:latin typeface="Arial" panose="020B0604020202020204" pitchFamily="34" charset="0"/>
                <a:cs typeface="Arial" panose="020B0604020202020204" pitchFamily="34" charset="0"/>
              </a:defRPr>
            </a:lvl2pPr>
            <a:lvl3pPr marL="1143000" indent="-228600" defTabSz="1905000">
              <a:defRPr>
                <a:solidFill>
                  <a:schemeClr val="tx1"/>
                </a:solidFill>
                <a:latin typeface="Arial" panose="020B0604020202020204" pitchFamily="34" charset="0"/>
                <a:cs typeface="Arial" panose="020B0604020202020204" pitchFamily="34" charset="0"/>
              </a:defRPr>
            </a:lvl3pPr>
            <a:lvl4pPr marL="1600200" indent="-228600" defTabSz="1905000">
              <a:defRPr>
                <a:solidFill>
                  <a:schemeClr val="tx1"/>
                </a:solidFill>
                <a:latin typeface="Arial" panose="020B0604020202020204" pitchFamily="34" charset="0"/>
                <a:cs typeface="Arial" panose="020B0604020202020204" pitchFamily="34" charset="0"/>
              </a:defRPr>
            </a:lvl4pPr>
            <a:lvl5pPr marL="2057400" indent="-228600" defTabSz="1905000">
              <a:defRPr>
                <a:solidFill>
                  <a:schemeClr val="tx1"/>
                </a:solidFill>
                <a:latin typeface="Arial" panose="020B0604020202020204" pitchFamily="34" charset="0"/>
                <a:cs typeface="Arial" panose="020B0604020202020204" pitchFamily="34" charset="0"/>
              </a:defRPr>
            </a:lvl5pPr>
            <a:lvl6pPr marL="2514600" indent="-228600" defTabSz="1905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1905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1905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1905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sz="1400">
                <a:solidFill>
                  <a:prstClr val="black"/>
                </a:solidFill>
              </a:rPr>
              <a:t>Outside </a:t>
            </a:r>
          </a:p>
          <a:p>
            <a:pPr algn="ctr" fontAlgn="base">
              <a:spcBef>
                <a:spcPct val="20000"/>
              </a:spcBef>
              <a:spcAft>
                <a:spcPct val="0"/>
              </a:spcAft>
              <a:buClr>
                <a:srgbClr val="FF9933"/>
              </a:buClr>
              <a:buFont typeface="Wingdings" panose="05000000000000000000" pitchFamily="2" charset="2"/>
              <a:buNone/>
            </a:pPr>
            <a:r>
              <a:rPr lang="en-US" altLang="en-US" sz="1400">
                <a:solidFill>
                  <a:prstClr val="black"/>
                </a:solidFill>
              </a:rPr>
              <a:t>Mapped Pool</a:t>
            </a:r>
          </a:p>
        </p:txBody>
      </p:sp>
      <p:sp>
        <p:nvSpPr>
          <p:cNvPr id="133130" name="Rectangle 7"/>
          <p:cNvSpPr>
            <a:spLocks noChangeArrowheads="1"/>
          </p:cNvSpPr>
          <p:nvPr/>
        </p:nvSpPr>
        <p:spPr bwMode="auto">
          <a:xfrm flipH="1">
            <a:off x="7133900" y="4206875"/>
            <a:ext cx="1116665" cy="405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443" tIns="93955" rIns="190443" bIns="93955">
            <a:spAutoFit/>
          </a:bodyPr>
          <a:lstStyle>
            <a:lvl1pPr defTabSz="1905000">
              <a:defRPr>
                <a:solidFill>
                  <a:schemeClr val="tx1"/>
                </a:solidFill>
                <a:latin typeface="Arial" panose="020B0604020202020204" pitchFamily="34" charset="0"/>
                <a:cs typeface="Arial" panose="020B0604020202020204" pitchFamily="34" charset="0"/>
              </a:defRPr>
            </a:lvl1pPr>
            <a:lvl2pPr marL="742950" indent="-285750" defTabSz="1905000">
              <a:defRPr>
                <a:solidFill>
                  <a:schemeClr val="tx1"/>
                </a:solidFill>
                <a:latin typeface="Arial" panose="020B0604020202020204" pitchFamily="34" charset="0"/>
                <a:cs typeface="Arial" panose="020B0604020202020204" pitchFamily="34" charset="0"/>
              </a:defRPr>
            </a:lvl2pPr>
            <a:lvl3pPr marL="1143000" indent="-228600" defTabSz="1905000">
              <a:defRPr>
                <a:solidFill>
                  <a:schemeClr val="tx1"/>
                </a:solidFill>
                <a:latin typeface="Arial" panose="020B0604020202020204" pitchFamily="34" charset="0"/>
                <a:cs typeface="Arial" panose="020B0604020202020204" pitchFamily="34" charset="0"/>
              </a:defRPr>
            </a:lvl3pPr>
            <a:lvl4pPr marL="1600200" indent="-228600" defTabSz="1905000">
              <a:defRPr>
                <a:solidFill>
                  <a:schemeClr val="tx1"/>
                </a:solidFill>
                <a:latin typeface="Arial" panose="020B0604020202020204" pitchFamily="34" charset="0"/>
                <a:cs typeface="Arial" panose="020B0604020202020204" pitchFamily="34" charset="0"/>
              </a:defRPr>
            </a:lvl4pPr>
            <a:lvl5pPr marL="2057400" indent="-228600" defTabSz="1905000">
              <a:defRPr>
                <a:solidFill>
                  <a:schemeClr val="tx1"/>
                </a:solidFill>
                <a:latin typeface="Arial" panose="020B0604020202020204" pitchFamily="34" charset="0"/>
                <a:cs typeface="Arial" panose="020B0604020202020204" pitchFamily="34" charset="0"/>
              </a:defRPr>
            </a:lvl5pPr>
            <a:lvl6pPr marL="2514600" indent="-228600" defTabSz="1905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1905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1905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1905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sz="1400">
                <a:solidFill>
                  <a:prstClr val="black"/>
                </a:solidFill>
              </a:rPr>
              <a:t>10.0.0.11</a:t>
            </a:r>
          </a:p>
        </p:txBody>
      </p:sp>
      <p:sp>
        <p:nvSpPr>
          <p:cNvPr id="133131" name="Rectangle 8"/>
          <p:cNvSpPr>
            <a:spLocks noChangeArrowheads="1"/>
          </p:cNvSpPr>
          <p:nvPr/>
        </p:nvSpPr>
        <p:spPr bwMode="auto">
          <a:xfrm flipH="1">
            <a:off x="5600996" y="4206875"/>
            <a:ext cx="1428160" cy="405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90443" tIns="93955" rIns="190443" bIns="93955">
            <a:spAutoFit/>
          </a:bodyPr>
          <a:lstStyle>
            <a:lvl1pPr defTabSz="1905000">
              <a:defRPr>
                <a:solidFill>
                  <a:schemeClr val="tx1"/>
                </a:solidFill>
                <a:latin typeface="Arial" panose="020B0604020202020204" pitchFamily="34" charset="0"/>
                <a:cs typeface="Arial" panose="020B0604020202020204" pitchFamily="34" charset="0"/>
              </a:defRPr>
            </a:lvl1pPr>
            <a:lvl2pPr marL="742950" indent="-285750" defTabSz="1905000">
              <a:defRPr>
                <a:solidFill>
                  <a:schemeClr val="tx1"/>
                </a:solidFill>
                <a:latin typeface="Arial" panose="020B0604020202020204" pitchFamily="34" charset="0"/>
                <a:cs typeface="Arial" panose="020B0604020202020204" pitchFamily="34" charset="0"/>
              </a:defRPr>
            </a:lvl2pPr>
            <a:lvl3pPr marL="1143000" indent="-228600" defTabSz="1905000">
              <a:defRPr>
                <a:solidFill>
                  <a:schemeClr val="tx1"/>
                </a:solidFill>
                <a:latin typeface="Arial" panose="020B0604020202020204" pitchFamily="34" charset="0"/>
                <a:cs typeface="Arial" panose="020B0604020202020204" pitchFamily="34" charset="0"/>
              </a:defRPr>
            </a:lvl3pPr>
            <a:lvl4pPr marL="1600200" indent="-228600" defTabSz="1905000">
              <a:defRPr>
                <a:solidFill>
                  <a:schemeClr val="tx1"/>
                </a:solidFill>
                <a:latin typeface="Arial" panose="020B0604020202020204" pitchFamily="34" charset="0"/>
                <a:cs typeface="Arial" panose="020B0604020202020204" pitchFamily="34" charset="0"/>
              </a:defRPr>
            </a:lvl4pPr>
            <a:lvl5pPr marL="2057400" indent="-228600" defTabSz="1905000">
              <a:defRPr>
                <a:solidFill>
                  <a:schemeClr val="tx1"/>
                </a:solidFill>
                <a:latin typeface="Arial" panose="020B0604020202020204" pitchFamily="34" charset="0"/>
                <a:cs typeface="Arial" panose="020B0604020202020204" pitchFamily="34" charset="0"/>
              </a:defRPr>
            </a:lvl5pPr>
            <a:lvl6pPr marL="2514600" indent="-228600" defTabSz="1905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1905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1905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19050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sz="1400">
                <a:solidFill>
                  <a:prstClr val="black"/>
                </a:solidFill>
              </a:rPr>
              <a:t>192.168.0.20</a:t>
            </a:r>
          </a:p>
        </p:txBody>
      </p:sp>
      <p:sp>
        <p:nvSpPr>
          <p:cNvPr id="133132" name="Line 9"/>
          <p:cNvSpPr>
            <a:spLocks noChangeShapeType="1"/>
          </p:cNvSpPr>
          <p:nvPr/>
        </p:nvSpPr>
        <p:spPr bwMode="auto">
          <a:xfrm flipH="1">
            <a:off x="5681665" y="4103689"/>
            <a:ext cx="2732087" cy="1587"/>
          </a:xfrm>
          <a:prstGeom prst="line">
            <a:avLst/>
          </a:prstGeom>
          <a:noFill/>
          <a:ln w="25400">
            <a:solidFill>
              <a:schemeClr val="bg1"/>
            </a:solidFill>
            <a:round/>
            <a:headEnd/>
            <a:tailEnd/>
          </a:ln>
          <a:extLst>
            <a:ext uri="{909E8E84-426E-40DD-AFC4-6F175D3DCCD1}">
              <a14:hiddenFill xmlns:a14="http://schemas.microsoft.com/office/drawing/2010/main">
                <a:noFill/>
              </a14:hiddenFill>
            </a:ext>
          </a:extLst>
        </p:spPr>
        <p:txBody>
          <a:bodyPr wrap="none" lIns="190443" tIns="93955" rIns="190443" bIns="93955">
            <a:spAutoFit/>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33133" name="Line 10"/>
          <p:cNvSpPr>
            <a:spLocks noChangeShapeType="1"/>
          </p:cNvSpPr>
          <p:nvPr/>
        </p:nvSpPr>
        <p:spPr bwMode="auto">
          <a:xfrm flipH="1">
            <a:off x="7126288" y="3563939"/>
            <a:ext cx="0" cy="1093787"/>
          </a:xfrm>
          <a:prstGeom prst="line">
            <a:avLst/>
          </a:prstGeom>
          <a:noFill/>
          <a:ln w="25400">
            <a:solidFill>
              <a:schemeClr val="bg1"/>
            </a:solidFill>
            <a:round/>
            <a:headEnd/>
            <a:tailEnd/>
          </a:ln>
          <a:extLst>
            <a:ext uri="{909E8E84-426E-40DD-AFC4-6F175D3DCCD1}">
              <a14:hiddenFill xmlns:a14="http://schemas.microsoft.com/office/drawing/2010/main">
                <a:noFill/>
              </a14:hiddenFill>
            </a:ext>
          </a:extLst>
        </p:spPr>
        <p:txBody>
          <a:bodyPr wrap="none" lIns="190443" tIns="93955" rIns="190443" bIns="93955">
            <a:spAutoFit/>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33134" name="Line 11"/>
          <p:cNvSpPr>
            <a:spLocks noChangeShapeType="1"/>
          </p:cNvSpPr>
          <p:nvPr/>
        </p:nvSpPr>
        <p:spPr bwMode="auto">
          <a:xfrm flipH="1" flipV="1">
            <a:off x="2641601" y="2836863"/>
            <a:ext cx="6134100" cy="127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33135" name="Freeform 59"/>
          <p:cNvSpPr>
            <a:spLocks/>
          </p:cNvSpPr>
          <p:nvPr/>
        </p:nvSpPr>
        <p:spPr bwMode="auto">
          <a:xfrm flipH="1">
            <a:off x="8763000" y="2563814"/>
            <a:ext cx="450851" cy="979487"/>
          </a:xfrm>
          <a:custGeom>
            <a:avLst/>
            <a:gdLst>
              <a:gd name="T0" fmla="*/ 0 w 253"/>
              <a:gd name="T1" fmla="*/ 0 h 777"/>
              <a:gd name="T2" fmla="*/ 2147483646 w 253"/>
              <a:gd name="T3" fmla="*/ 0 h 777"/>
              <a:gd name="T4" fmla="*/ 2147483646 w 253"/>
              <a:gd name="T5" fmla="*/ 2147483646 h 777"/>
              <a:gd name="T6" fmla="*/ 0 w 253"/>
              <a:gd name="T7" fmla="*/ 2147483646 h 777"/>
              <a:gd name="T8" fmla="*/ 0 60000 65536"/>
              <a:gd name="T9" fmla="*/ 0 60000 65536"/>
              <a:gd name="T10" fmla="*/ 0 60000 65536"/>
              <a:gd name="T11" fmla="*/ 0 60000 65536"/>
              <a:gd name="T12" fmla="*/ 0 w 253"/>
              <a:gd name="T13" fmla="*/ 0 h 777"/>
              <a:gd name="T14" fmla="*/ 253 w 253"/>
              <a:gd name="T15" fmla="*/ 777 h 777"/>
            </a:gdLst>
            <a:ahLst/>
            <a:cxnLst>
              <a:cxn ang="T8">
                <a:pos x="T0" y="T1"/>
              </a:cxn>
              <a:cxn ang="T9">
                <a:pos x="T2" y="T3"/>
              </a:cxn>
              <a:cxn ang="T10">
                <a:pos x="T4" y="T5"/>
              </a:cxn>
              <a:cxn ang="T11">
                <a:pos x="T6" y="T7"/>
              </a:cxn>
            </a:cxnLst>
            <a:rect l="T12" t="T13" r="T14" b="T15"/>
            <a:pathLst>
              <a:path w="253" h="777">
                <a:moveTo>
                  <a:pt x="0" y="0"/>
                </a:moveTo>
                <a:lnTo>
                  <a:pt x="252" y="0"/>
                </a:lnTo>
                <a:lnTo>
                  <a:pt x="252" y="776"/>
                </a:lnTo>
                <a:lnTo>
                  <a:pt x="0" y="776"/>
                </a:lnTo>
              </a:path>
            </a:pathLst>
          </a:custGeom>
          <a:noFill/>
          <a:ln w="38100" cap="rnd">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33136" name="Rectangle 104"/>
          <p:cNvSpPr>
            <a:spLocks noChangeArrowheads="1"/>
          </p:cNvSpPr>
          <p:nvPr/>
        </p:nvSpPr>
        <p:spPr bwMode="auto">
          <a:xfrm flipH="1">
            <a:off x="8905615" y="2890839"/>
            <a:ext cx="833698" cy="285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1763" tIns="49988" rIns="101763" bIns="49988">
            <a:spAutoFit/>
          </a:bodyPr>
          <a:lstStyle>
            <a:lvl1pPr defTabSz="1028700">
              <a:defRPr>
                <a:solidFill>
                  <a:schemeClr val="tx1"/>
                </a:solidFill>
                <a:latin typeface="Arial" panose="020B0604020202020204" pitchFamily="34" charset="0"/>
                <a:cs typeface="Arial" panose="020B0604020202020204" pitchFamily="34" charset="0"/>
              </a:defRPr>
            </a:lvl1pPr>
            <a:lvl2pPr marL="742950" indent="-285750" defTabSz="1028700">
              <a:defRPr>
                <a:solidFill>
                  <a:schemeClr val="tx1"/>
                </a:solidFill>
                <a:latin typeface="Arial" panose="020B0604020202020204" pitchFamily="34" charset="0"/>
                <a:cs typeface="Arial" panose="020B0604020202020204" pitchFamily="34" charset="0"/>
              </a:defRPr>
            </a:lvl2pPr>
            <a:lvl3pPr marL="1143000" indent="-228600" defTabSz="1028700">
              <a:defRPr>
                <a:solidFill>
                  <a:schemeClr val="tx1"/>
                </a:solidFill>
                <a:latin typeface="Arial" panose="020B0604020202020204" pitchFamily="34" charset="0"/>
                <a:cs typeface="Arial" panose="020B0604020202020204" pitchFamily="34" charset="0"/>
              </a:defRPr>
            </a:lvl3pPr>
            <a:lvl4pPr marL="1600200" indent="-228600" defTabSz="1028700">
              <a:defRPr>
                <a:solidFill>
                  <a:schemeClr val="tx1"/>
                </a:solidFill>
                <a:latin typeface="Arial" panose="020B0604020202020204" pitchFamily="34" charset="0"/>
                <a:cs typeface="Arial" panose="020B0604020202020204" pitchFamily="34" charset="0"/>
              </a:defRPr>
            </a:lvl4pPr>
            <a:lvl5pPr marL="2057400" indent="-228600" defTabSz="1028700">
              <a:defRPr>
                <a:solidFill>
                  <a:schemeClr val="tx1"/>
                </a:solidFill>
                <a:latin typeface="Arial" panose="020B0604020202020204" pitchFamily="34" charset="0"/>
                <a:cs typeface="Arial" panose="020B0604020202020204" pitchFamily="34" charset="0"/>
              </a:defRPr>
            </a:lvl5pPr>
            <a:lvl6pPr marL="25146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10.0.0.11</a:t>
            </a:r>
          </a:p>
        </p:txBody>
      </p:sp>
      <p:sp>
        <p:nvSpPr>
          <p:cNvPr id="133137" name="Rectangle 105"/>
          <p:cNvSpPr>
            <a:spLocks noChangeArrowheads="1"/>
          </p:cNvSpPr>
          <p:nvPr/>
        </p:nvSpPr>
        <p:spPr bwMode="auto">
          <a:xfrm flipH="1">
            <a:off x="9021765" y="3871913"/>
            <a:ext cx="820737" cy="285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01763" tIns="49988" rIns="101763" bIns="49988">
            <a:spAutoFit/>
          </a:bodyPr>
          <a:lstStyle>
            <a:lvl1pPr defTabSz="1028700">
              <a:defRPr>
                <a:solidFill>
                  <a:schemeClr val="tx1"/>
                </a:solidFill>
                <a:latin typeface="Arial" panose="020B0604020202020204" pitchFamily="34" charset="0"/>
                <a:cs typeface="Arial" panose="020B0604020202020204" pitchFamily="34" charset="0"/>
              </a:defRPr>
            </a:lvl1pPr>
            <a:lvl2pPr marL="742950" indent="-285750" defTabSz="1028700">
              <a:defRPr>
                <a:solidFill>
                  <a:schemeClr val="tx1"/>
                </a:solidFill>
                <a:latin typeface="Arial" panose="020B0604020202020204" pitchFamily="34" charset="0"/>
                <a:cs typeface="Arial" panose="020B0604020202020204" pitchFamily="34" charset="0"/>
              </a:defRPr>
            </a:lvl2pPr>
            <a:lvl3pPr marL="1143000" indent="-228600" defTabSz="1028700">
              <a:defRPr>
                <a:solidFill>
                  <a:schemeClr val="tx1"/>
                </a:solidFill>
                <a:latin typeface="Arial" panose="020B0604020202020204" pitchFamily="34" charset="0"/>
                <a:cs typeface="Arial" panose="020B0604020202020204" pitchFamily="34" charset="0"/>
              </a:defRPr>
            </a:lvl3pPr>
            <a:lvl4pPr marL="1600200" indent="-228600" defTabSz="1028700">
              <a:defRPr>
                <a:solidFill>
                  <a:schemeClr val="tx1"/>
                </a:solidFill>
                <a:latin typeface="Arial" panose="020B0604020202020204" pitchFamily="34" charset="0"/>
                <a:cs typeface="Arial" panose="020B0604020202020204" pitchFamily="34" charset="0"/>
              </a:defRPr>
            </a:lvl4pPr>
            <a:lvl5pPr marL="2057400" indent="-228600" defTabSz="1028700">
              <a:defRPr>
                <a:solidFill>
                  <a:schemeClr val="tx1"/>
                </a:solidFill>
                <a:latin typeface="Arial" panose="020B0604020202020204" pitchFamily="34" charset="0"/>
                <a:cs typeface="Arial" panose="020B0604020202020204" pitchFamily="34" charset="0"/>
              </a:defRPr>
            </a:lvl5pPr>
            <a:lvl6pPr marL="25146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10.0.0.4</a:t>
            </a:r>
          </a:p>
        </p:txBody>
      </p:sp>
      <p:sp>
        <p:nvSpPr>
          <p:cNvPr id="133138" name="Text Box 106"/>
          <p:cNvSpPr txBox="1">
            <a:spLocks noChangeArrowheads="1"/>
          </p:cNvSpPr>
          <p:nvPr/>
        </p:nvSpPr>
        <p:spPr bwMode="auto">
          <a:xfrm flipH="1">
            <a:off x="3855659" y="3935999"/>
            <a:ext cx="173271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50000"/>
              </a:spcBef>
              <a:spcAft>
                <a:spcPct val="0"/>
              </a:spcAft>
              <a:buClr>
                <a:srgbClr val="FF9933"/>
              </a:buClr>
              <a:buFont typeface="Wingdings" panose="05000000000000000000" pitchFamily="2" charset="2"/>
              <a:buNone/>
            </a:pPr>
            <a:r>
              <a:rPr lang="en-US" altLang="en-US" sz="1600">
                <a:solidFill>
                  <a:prstClr val="black"/>
                </a:solidFill>
              </a:rPr>
              <a:t>Translation Table</a:t>
            </a:r>
          </a:p>
        </p:txBody>
      </p:sp>
      <p:sp>
        <p:nvSpPr>
          <p:cNvPr id="133139" name="Line 107"/>
          <p:cNvSpPr>
            <a:spLocks noChangeShapeType="1"/>
          </p:cNvSpPr>
          <p:nvPr/>
        </p:nvSpPr>
        <p:spPr bwMode="auto">
          <a:xfrm flipH="1" flipV="1">
            <a:off x="7385051" y="2759075"/>
            <a:ext cx="1287463" cy="1588"/>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nchor="ctr">
            <a:spAutoFit/>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33140" name="Line 108"/>
          <p:cNvSpPr>
            <a:spLocks noChangeShapeType="1"/>
          </p:cNvSpPr>
          <p:nvPr/>
        </p:nvSpPr>
        <p:spPr bwMode="auto">
          <a:xfrm flipH="1">
            <a:off x="5808665" y="2773363"/>
            <a:ext cx="846137"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nchor="ctr">
            <a:spAutoFit/>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33141" name="Text Box 109"/>
          <p:cNvSpPr txBox="1">
            <a:spLocks noChangeArrowheads="1"/>
          </p:cNvSpPr>
          <p:nvPr/>
        </p:nvSpPr>
        <p:spPr bwMode="auto">
          <a:xfrm flipH="1">
            <a:off x="7874769" y="2492783"/>
            <a:ext cx="8128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50000"/>
              </a:spcBef>
              <a:spcAft>
                <a:spcPct val="0"/>
              </a:spcAft>
              <a:buClr>
                <a:srgbClr val="FF9933"/>
              </a:buClr>
              <a:buFont typeface="Wingdings" panose="05000000000000000000" pitchFamily="2" charset="2"/>
              <a:buNone/>
            </a:pPr>
            <a:r>
              <a:rPr lang="en-US" altLang="en-US" sz="1200">
                <a:solidFill>
                  <a:prstClr val="black"/>
                </a:solidFill>
              </a:rPr>
              <a:t>10.0.0.11</a:t>
            </a:r>
          </a:p>
        </p:txBody>
      </p:sp>
      <p:sp>
        <p:nvSpPr>
          <p:cNvPr id="133142" name="Text Box 110"/>
          <p:cNvSpPr txBox="1">
            <a:spLocks noChangeArrowheads="1"/>
          </p:cNvSpPr>
          <p:nvPr/>
        </p:nvSpPr>
        <p:spPr bwMode="auto">
          <a:xfrm flipH="1">
            <a:off x="5702481" y="2494371"/>
            <a:ext cx="107914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50000"/>
              </a:spcBef>
              <a:spcAft>
                <a:spcPct val="0"/>
              </a:spcAft>
              <a:buClr>
                <a:srgbClr val="FF9933"/>
              </a:buClr>
              <a:buFont typeface="Wingdings" panose="05000000000000000000" pitchFamily="2" charset="2"/>
              <a:buNone/>
            </a:pPr>
            <a:r>
              <a:rPr lang="en-US" altLang="en-US" sz="1200">
                <a:solidFill>
                  <a:prstClr val="black"/>
                </a:solidFill>
              </a:rPr>
              <a:t>192.168.0.20</a:t>
            </a:r>
          </a:p>
        </p:txBody>
      </p:sp>
      <p:sp>
        <p:nvSpPr>
          <p:cNvPr id="133143" name="Line 111"/>
          <p:cNvSpPr>
            <a:spLocks noChangeShapeType="1"/>
          </p:cNvSpPr>
          <p:nvPr/>
        </p:nvSpPr>
        <p:spPr bwMode="auto">
          <a:xfrm rot="10800000" flipH="1">
            <a:off x="6934200" y="3116263"/>
            <a:ext cx="0" cy="495300"/>
          </a:xfrm>
          <a:prstGeom prst="line">
            <a:avLst/>
          </a:prstGeom>
          <a:noFill/>
          <a:ln w="38100">
            <a:solidFill>
              <a:schemeClr val="tx1"/>
            </a:solidFill>
            <a:prstDash val="sysDot"/>
            <a:round/>
            <a:headEnd/>
            <a:tailEnd type="triangle" w="med" len="med"/>
          </a:ln>
          <a:extLst>
            <a:ext uri="{909E8E84-426E-40DD-AFC4-6F175D3DCCD1}">
              <a14:hiddenFill xmlns:a14="http://schemas.microsoft.com/office/drawing/2010/main">
                <a:noFill/>
              </a14:hiddenFill>
            </a:ext>
          </a:extLst>
        </p:spPr>
        <p:txBody>
          <a:bodyPr anchor="ctr">
            <a:spAutoFit/>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33144" name="Rectangle 112"/>
          <p:cNvSpPr>
            <a:spLocks noChangeArrowheads="1"/>
          </p:cNvSpPr>
          <p:nvPr/>
        </p:nvSpPr>
        <p:spPr bwMode="auto">
          <a:xfrm flipH="1">
            <a:off x="2005406" y="3081339"/>
            <a:ext cx="1258494" cy="285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1763" tIns="49988" rIns="101763" bIns="49988">
            <a:spAutoFit/>
          </a:bodyPr>
          <a:lstStyle>
            <a:lvl1pPr defTabSz="1028700">
              <a:defRPr>
                <a:solidFill>
                  <a:schemeClr val="tx1"/>
                </a:solidFill>
                <a:latin typeface="Arial" panose="020B0604020202020204" pitchFamily="34" charset="0"/>
                <a:cs typeface="Arial" panose="020B0604020202020204" pitchFamily="34" charset="0"/>
              </a:defRPr>
            </a:lvl1pPr>
            <a:lvl2pPr marL="742950" indent="-285750" defTabSz="1028700">
              <a:defRPr>
                <a:solidFill>
                  <a:schemeClr val="tx1"/>
                </a:solidFill>
                <a:latin typeface="Arial" panose="020B0604020202020204" pitchFamily="34" charset="0"/>
                <a:cs typeface="Arial" panose="020B0604020202020204" pitchFamily="34" charset="0"/>
              </a:defRPr>
            </a:lvl2pPr>
            <a:lvl3pPr marL="1143000" indent="-228600" defTabSz="1028700">
              <a:defRPr>
                <a:solidFill>
                  <a:schemeClr val="tx1"/>
                </a:solidFill>
                <a:latin typeface="Arial" panose="020B0604020202020204" pitchFamily="34" charset="0"/>
                <a:cs typeface="Arial" panose="020B0604020202020204" pitchFamily="34" charset="0"/>
              </a:defRPr>
            </a:lvl3pPr>
            <a:lvl4pPr marL="1600200" indent="-228600" defTabSz="1028700">
              <a:defRPr>
                <a:solidFill>
                  <a:schemeClr val="tx1"/>
                </a:solidFill>
                <a:latin typeface="Arial" panose="020B0604020202020204" pitchFamily="34" charset="0"/>
                <a:cs typeface="Arial" panose="020B0604020202020204" pitchFamily="34" charset="0"/>
              </a:defRPr>
            </a:lvl4pPr>
            <a:lvl5pPr marL="2057400" indent="-228600" defTabSz="1028700">
              <a:defRPr>
                <a:solidFill>
                  <a:schemeClr val="tx1"/>
                </a:solidFill>
                <a:latin typeface="Arial" panose="020B0604020202020204" pitchFamily="34" charset="0"/>
                <a:cs typeface="Arial" panose="020B0604020202020204" pitchFamily="34" charset="0"/>
              </a:defRPr>
            </a:lvl5pPr>
            <a:lvl6pPr marL="25146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200.200.200.11</a:t>
            </a:r>
          </a:p>
        </p:txBody>
      </p:sp>
      <p:sp>
        <p:nvSpPr>
          <p:cNvPr id="133145" name="Line 127"/>
          <p:cNvSpPr>
            <a:spLocks noChangeShapeType="1"/>
          </p:cNvSpPr>
          <p:nvPr/>
        </p:nvSpPr>
        <p:spPr bwMode="auto">
          <a:xfrm rot="10800000" flipH="1">
            <a:off x="7289800" y="3116263"/>
            <a:ext cx="0" cy="495300"/>
          </a:xfrm>
          <a:prstGeom prst="line">
            <a:avLst/>
          </a:prstGeom>
          <a:noFill/>
          <a:ln w="38100">
            <a:solidFill>
              <a:schemeClr val="tx1"/>
            </a:solidFill>
            <a:prstDash val="sysDot"/>
            <a:round/>
            <a:headEnd type="triangle" w="med" len="med"/>
            <a:tailEnd/>
          </a:ln>
          <a:extLst>
            <a:ext uri="{909E8E84-426E-40DD-AFC4-6F175D3DCCD1}">
              <a14:hiddenFill xmlns:a14="http://schemas.microsoft.com/office/drawing/2010/main">
                <a:noFill/>
              </a14:hiddenFill>
            </a:ext>
          </a:extLst>
        </p:spPr>
        <p:txBody>
          <a:bodyPr anchor="ctr">
            <a:spAutoFit/>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33146" name="Text Box 128"/>
          <p:cNvSpPr txBox="1">
            <a:spLocks noChangeArrowheads="1"/>
          </p:cNvSpPr>
          <p:nvPr/>
        </p:nvSpPr>
        <p:spPr bwMode="auto">
          <a:xfrm>
            <a:off x="6911977" y="1811338"/>
            <a:ext cx="592022" cy="350736"/>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NAT</a:t>
            </a:r>
          </a:p>
        </p:txBody>
      </p:sp>
      <p:grpSp>
        <p:nvGrpSpPr>
          <p:cNvPr id="133147" name="Group 129"/>
          <p:cNvGrpSpPr>
            <a:grpSpLocks/>
          </p:cNvGrpSpPr>
          <p:nvPr/>
        </p:nvGrpSpPr>
        <p:grpSpPr bwMode="auto">
          <a:xfrm flipH="1">
            <a:off x="6242049" y="2171700"/>
            <a:ext cx="1974851" cy="355600"/>
            <a:chOff x="2688" y="1312"/>
            <a:chExt cx="876" cy="224"/>
          </a:xfrm>
        </p:grpSpPr>
        <p:sp>
          <p:nvSpPr>
            <p:cNvPr id="133156" name="Arc 130"/>
            <p:cNvSpPr>
              <a:spLocks/>
            </p:cNvSpPr>
            <p:nvPr/>
          </p:nvSpPr>
          <p:spPr bwMode="auto">
            <a:xfrm rot="10800000" flipV="1">
              <a:off x="2688" y="1312"/>
              <a:ext cx="440" cy="22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type="none" w="sm" len="sm"/>
              <a:tailEnd/>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33157" name="Arc 131"/>
            <p:cNvSpPr>
              <a:spLocks/>
            </p:cNvSpPr>
            <p:nvPr/>
          </p:nvSpPr>
          <p:spPr bwMode="auto">
            <a:xfrm rot="10800000" flipH="1" flipV="1">
              <a:off x="3124" y="1312"/>
              <a:ext cx="440" cy="22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grpSp>
      <p:grpSp>
        <p:nvGrpSpPr>
          <p:cNvPr id="133148" name="Group 164"/>
          <p:cNvGrpSpPr>
            <a:grpSpLocks/>
          </p:cNvGrpSpPr>
          <p:nvPr/>
        </p:nvGrpSpPr>
        <p:grpSpPr bwMode="auto">
          <a:xfrm>
            <a:off x="3060700" y="2395540"/>
            <a:ext cx="1538288" cy="784225"/>
            <a:chOff x="775" y="3234"/>
            <a:chExt cx="969" cy="494"/>
          </a:xfrm>
        </p:grpSpPr>
        <p:pic>
          <p:nvPicPr>
            <p:cNvPr id="133154" name="Picture 165" descr="Network_Cloud_Standard"/>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5" y="3234"/>
              <a:ext cx="969" cy="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55" name="Rectangle 166"/>
            <p:cNvSpPr>
              <a:spLocks noChangeArrowheads="1"/>
            </p:cNvSpPr>
            <p:nvPr/>
          </p:nvSpPr>
          <p:spPr bwMode="auto">
            <a:xfrm>
              <a:off x="970" y="3384"/>
              <a:ext cx="55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Internet</a:t>
              </a:r>
            </a:p>
          </p:txBody>
        </p:sp>
      </p:grpSp>
      <p:pic>
        <p:nvPicPr>
          <p:cNvPr id="133149" name="Picture 168" descr="File-Application_Serve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93939" y="2362201"/>
            <a:ext cx="442912" cy="63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50" name="Picture 170" descr="PC"/>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061451" y="3181351"/>
            <a:ext cx="636588"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51" name="Picture 171" descr="PC"/>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012239" y="2168526"/>
            <a:ext cx="636587"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52" name="Picture 173" descr="Cisco_ASA5500"/>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858001" y="2479676"/>
            <a:ext cx="493713"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53" name="Picture 174" descr="Route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983164" y="2565401"/>
            <a:ext cx="712787"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01342049"/>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p:cNvSpPr>
            <a:spLocks noChangeArrowheads="1"/>
          </p:cNvSpPr>
          <p:nvPr/>
        </p:nvSpPr>
        <p:spPr bwMode="auto">
          <a:xfrm>
            <a:off x="2432051" y="4114801"/>
            <a:ext cx="7583488" cy="462947"/>
          </a:xfrm>
          <a:prstGeom prst="rect">
            <a:avLst/>
          </a:prstGeom>
          <a:solidFill>
            <a:schemeClr val="bg1"/>
          </a:solidFill>
          <a:ln w="28575">
            <a:solidFill>
              <a:schemeClr val="tx1"/>
            </a:solidFill>
            <a:miter lim="800000"/>
            <a:headEnd/>
            <a:tailEnd/>
          </a:ln>
        </p:spPr>
        <p:txBody>
          <a:bodyPr lIns="92075" tIns="92075" rIns="92075" bIns="92075">
            <a:spAutoFit/>
          </a:bodyPr>
          <a:lstStyle>
            <a:lvl1pPr marL="230188" indent="-230188">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r>
              <a:rPr lang="en-US" altLang="en-US" sz="2000">
                <a:solidFill>
                  <a:srgbClr val="000000"/>
                </a:solidFill>
                <a:latin typeface="Courier New" panose="02070309020205020404" pitchFamily="49" charset="0"/>
              </a:rPr>
              <a:t>nat (</a:t>
            </a:r>
            <a:r>
              <a:rPr lang="en-US" altLang="en-US" sz="2000" i="1">
                <a:solidFill>
                  <a:srgbClr val="000000"/>
                </a:solidFill>
                <a:latin typeface="Courier New" panose="02070309020205020404" pitchFamily="49" charset="0"/>
              </a:rPr>
              <a:t>if_name</a:t>
            </a:r>
            <a:r>
              <a:rPr lang="en-US" altLang="en-US" sz="2000">
                <a:solidFill>
                  <a:srgbClr val="000000"/>
                </a:solidFill>
                <a:latin typeface="Courier New" panose="02070309020205020404" pitchFamily="49" charset="0"/>
              </a:rPr>
              <a:t>) </a:t>
            </a:r>
            <a:r>
              <a:rPr lang="en-US" altLang="en-US" sz="2000" i="1">
                <a:solidFill>
                  <a:srgbClr val="000000"/>
                </a:solidFill>
                <a:latin typeface="Courier New" panose="02070309020205020404" pitchFamily="49" charset="0"/>
              </a:rPr>
              <a:t>nat</a:t>
            </a:r>
            <a:r>
              <a:rPr lang="en-US" altLang="en-US" sz="2000">
                <a:solidFill>
                  <a:srgbClr val="000000"/>
                </a:solidFill>
                <a:latin typeface="Courier New" panose="02070309020205020404" pitchFamily="49" charset="0"/>
              </a:rPr>
              <a:t>_</a:t>
            </a:r>
            <a:r>
              <a:rPr lang="en-US" altLang="en-US" sz="2000" i="1">
                <a:solidFill>
                  <a:srgbClr val="000000"/>
                </a:solidFill>
                <a:latin typeface="Courier New" panose="02070309020205020404" pitchFamily="49" charset="0"/>
              </a:rPr>
              <a:t>id</a:t>
            </a:r>
            <a:r>
              <a:rPr lang="en-US" altLang="en-US" sz="2000">
                <a:solidFill>
                  <a:srgbClr val="000000"/>
                </a:solidFill>
                <a:latin typeface="Courier New" panose="02070309020205020404" pitchFamily="49" charset="0"/>
              </a:rPr>
              <a:t> </a:t>
            </a:r>
            <a:r>
              <a:rPr lang="en-US" altLang="en-US" sz="2000" i="1">
                <a:solidFill>
                  <a:srgbClr val="000000"/>
                </a:solidFill>
                <a:latin typeface="Courier New" panose="02070309020205020404" pitchFamily="49" charset="0"/>
              </a:rPr>
              <a:t>address</a:t>
            </a:r>
            <a:r>
              <a:rPr lang="en-US" altLang="en-US" sz="2000">
                <a:solidFill>
                  <a:srgbClr val="000000"/>
                </a:solidFill>
                <a:latin typeface="Courier New" panose="02070309020205020404" pitchFamily="49" charset="0"/>
              </a:rPr>
              <a:t> [</a:t>
            </a:r>
            <a:r>
              <a:rPr lang="en-US" altLang="en-US" sz="2000" i="1">
                <a:solidFill>
                  <a:srgbClr val="000000"/>
                </a:solidFill>
                <a:latin typeface="Courier New" panose="02070309020205020404" pitchFamily="49" charset="0"/>
              </a:rPr>
              <a:t>netmask</a:t>
            </a:r>
            <a:r>
              <a:rPr lang="en-US" altLang="en-US" sz="2000">
                <a:solidFill>
                  <a:srgbClr val="000000"/>
                </a:solidFill>
                <a:latin typeface="Courier New" panose="02070309020205020404" pitchFamily="49" charset="0"/>
              </a:rPr>
              <a:t>] [dns]</a:t>
            </a:r>
            <a:endParaRPr lang="en-US" altLang="en-US" sz="2000" i="1">
              <a:solidFill>
                <a:prstClr val="black"/>
              </a:solidFill>
              <a:latin typeface="Courier New" panose="02070309020205020404" pitchFamily="49" charset="0"/>
            </a:endParaRPr>
          </a:p>
        </p:txBody>
      </p:sp>
      <p:sp>
        <p:nvSpPr>
          <p:cNvPr id="135171" name="Text Box 3"/>
          <p:cNvSpPr txBox="1">
            <a:spLocks noChangeArrowheads="1"/>
          </p:cNvSpPr>
          <p:nvPr/>
        </p:nvSpPr>
        <p:spPr bwMode="auto">
          <a:xfrm>
            <a:off x="2432051" y="3729315"/>
            <a:ext cx="19800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50000"/>
              </a:spcBef>
              <a:spcAft>
                <a:spcPct val="0"/>
              </a:spcAft>
              <a:buClr>
                <a:srgbClr val="FF9933"/>
              </a:buClr>
              <a:buFont typeface="Wingdings" panose="05000000000000000000" pitchFamily="2" charset="2"/>
              <a:buNone/>
            </a:pPr>
            <a:r>
              <a:rPr lang="en-US" altLang="en-US">
                <a:solidFill>
                  <a:prstClr val="black"/>
                </a:solidFill>
              </a:rPr>
              <a:t>ciscoasa(config)#</a:t>
            </a:r>
          </a:p>
        </p:txBody>
      </p:sp>
      <p:sp>
        <p:nvSpPr>
          <p:cNvPr id="135172" name="Rectangle 7"/>
          <p:cNvSpPr>
            <a:spLocks noGrp="1" noChangeArrowheads="1"/>
          </p:cNvSpPr>
          <p:nvPr>
            <p:ph type="title"/>
          </p:nvPr>
        </p:nvSpPr>
        <p:spPr>
          <a:xfrm>
            <a:off x="0" y="-2382"/>
            <a:ext cx="10515600" cy="602459"/>
          </a:xfrm>
        </p:spPr>
        <p:txBody>
          <a:bodyPr/>
          <a:lstStyle/>
          <a:p>
            <a:pPr eaLnBrk="1" hangingPunct="1"/>
            <a:r>
              <a:rPr lang="en-US" altLang="en-US" sz="3733" dirty="0" err="1">
                <a:latin typeface="Arial" panose="020B0604020202020204" pitchFamily="34" charset="0"/>
                <a:cs typeface="Arial" panose="020B0604020202020204" pitchFamily="34" charset="0"/>
              </a:rPr>
              <a:t>nat</a:t>
            </a:r>
            <a:r>
              <a:rPr lang="en-US" altLang="en-US" sz="3733" dirty="0">
                <a:latin typeface="Arial" panose="020B0604020202020204" pitchFamily="34" charset="0"/>
                <a:cs typeface="Arial" panose="020B0604020202020204" pitchFamily="34" charset="0"/>
              </a:rPr>
              <a:t> command</a:t>
            </a:r>
          </a:p>
        </p:txBody>
      </p:sp>
      <p:sp>
        <p:nvSpPr>
          <p:cNvPr id="135173" name="Rectangle 8"/>
          <p:cNvSpPr>
            <a:spLocks noGrp="1" noChangeArrowheads="1"/>
          </p:cNvSpPr>
          <p:nvPr>
            <p:ph idx="1"/>
          </p:nvPr>
        </p:nvSpPr>
        <p:spPr>
          <a:xfrm>
            <a:off x="2524125" y="4786314"/>
            <a:ext cx="6315075" cy="469900"/>
          </a:xfrm>
        </p:spPr>
        <p:txBody>
          <a:bodyPr/>
          <a:lstStyle/>
          <a:p>
            <a:pPr lvl="1" eaLnBrk="1" hangingPunct="1">
              <a:buFont typeface="Wingdings" panose="05000000000000000000" pitchFamily="2" charset="2"/>
              <a:buNone/>
            </a:pPr>
            <a:r>
              <a:rPr lang="en-US" altLang="en-US"/>
              <a:t>Enables IP address translation</a:t>
            </a:r>
          </a:p>
        </p:txBody>
      </p:sp>
      <p:sp>
        <p:nvSpPr>
          <p:cNvPr id="135174" name="Rectangle 6"/>
          <p:cNvSpPr>
            <a:spLocks noChangeArrowheads="1"/>
          </p:cNvSpPr>
          <p:nvPr/>
        </p:nvSpPr>
        <p:spPr bwMode="auto">
          <a:xfrm>
            <a:off x="2452688" y="5429251"/>
            <a:ext cx="7656512" cy="493725"/>
          </a:xfrm>
          <a:prstGeom prst="rect">
            <a:avLst/>
          </a:prstGeom>
          <a:solidFill>
            <a:schemeClr val="bg1"/>
          </a:solidFill>
          <a:ln w="28575">
            <a:solidFill>
              <a:schemeClr val="tx1"/>
            </a:solidFill>
            <a:miter lim="800000"/>
            <a:headEnd/>
            <a:tailEnd/>
          </a:ln>
        </p:spPr>
        <p:txBody>
          <a:bodyPr lIns="92075" tIns="92075" rIns="92075" bIns="92075">
            <a:spAutoFit/>
          </a:bodyPr>
          <a:lstStyle>
            <a:lvl1pPr marL="228600" indent="-2286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2000">
                <a:solidFill>
                  <a:prstClr val="black"/>
                </a:solidFill>
                <a:latin typeface="Courier New" panose="02070309020205020404" pitchFamily="49" charset="0"/>
              </a:rPr>
              <a:t>asa1(config)# nat (inside) 1 0.0.0.0 0.0.0.0</a:t>
            </a:r>
          </a:p>
        </p:txBody>
      </p:sp>
      <p:grpSp>
        <p:nvGrpSpPr>
          <p:cNvPr id="135175" name="Group 135"/>
          <p:cNvGrpSpPr>
            <a:grpSpLocks/>
          </p:cNvGrpSpPr>
          <p:nvPr/>
        </p:nvGrpSpPr>
        <p:grpSpPr bwMode="auto">
          <a:xfrm flipH="1">
            <a:off x="2495549" y="1574800"/>
            <a:ext cx="6546851" cy="355600"/>
            <a:chOff x="2688" y="1312"/>
            <a:chExt cx="876" cy="224"/>
          </a:xfrm>
        </p:grpSpPr>
        <p:sp>
          <p:nvSpPr>
            <p:cNvPr id="135195" name="Arc 136"/>
            <p:cNvSpPr>
              <a:spLocks/>
            </p:cNvSpPr>
            <p:nvPr/>
          </p:nvSpPr>
          <p:spPr bwMode="auto">
            <a:xfrm rot="10800000" flipV="1">
              <a:off x="2688" y="1312"/>
              <a:ext cx="440" cy="22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type="none" w="sm" len="sm"/>
              <a:tailEnd/>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35196" name="Arc 137"/>
            <p:cNvSpPr>
              <a:spLocks/>
            </p:cNvSpPr>
            <p:nvPr/>
          </p:nvSpPr>
          <p:spPr bwMode="auto">
            <a:xfrm rot="10800000" flipH="1" flipV="1">
              <a:off x="3124" y="1312"/>
              <a:ext cx="440" cy="22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grpSp>
      <p:sp>
        <p:nvSpPr>
          <p:cNvPr id="135176" name="Line 138"/>
          <p:cNvSpPr>
            <a:spLocks noChangeShapeType="1"/>
          </p:cNvSpPr>
          <p:nvPr/>
        </p:nvSpPr>
        <p:spPr bwMode="auto">
          <a:xfrm flipH="1" flipV="1">
            <a:off x="2501901" y="2239963"/>
            <a:ext cx="6134100" cy="127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35177" name="Freeform 186"/>
          <p:cNvSpPr>
            <a:spLocks/>
          </p:cNvSpPr>
          <p:nvPr/>
        </p:nvSpPr>
        <p:spPr bwMode="auto">
          <a:xfrm flipH="1">
            <a:off x="8623300" y="1966914"/>
            <a:ext cx="450851" cy="979487"/>
          </a:xfrm>
          <a:custGeom>
            <a:avLst/>
            <a:gdLst>
              <a:gd name="T0" fmla="*/ 0 w 253"/>
              <a:gd name="T1" fmla="*/ 0 h 777"/>
              <a:gd name="T2" fmla="*/ 2147483646 w 253"/>
              <a:gd name="T3" fmla="*/ 0 h 777"/>
              <a:gd name="T4" fmla="*/ 2147483646 w 253"/>
              <a:gd name="T5" fmla="*/ 2147483646 h 777"/>
              <a:gd name="T6" fmla="*/ 0 w 253"/>
              <a:gd name="T7" fmla="*/ 2147483646 h 777"/>
              <a:gd name="T8" fmla="*/ 0 60000 65536"/>
              <a:gd name="T9" fmla="*/ 0 60000 65536"/>
              <a:gd name="T10" fmla="*/ 0 60000 65536"/>
              <a:gd name="T11" fmla="*/ 0 60000 65536"/>
              <a:gd name="T12" fmla="*/ 0 w 253"/>
              <a:gd name="T13" fmla="*/ 0 h 777"/>
              <a:gd name="T14" fmla="*/ 253 w 253"/>
              <a:gd name="T15" fmla="*/ 777 h 777"/>
            </a:gdLst>
            <a:ahLst/>
            <a:cxnLst>
              <a:cxn ang="T8">
                <a:pos x="T0" y="T1"/>
              </a:cxn>
              <a:cxn ang="T9">
                <a:pos x="T2" y="T3"/>
              </a:cxn>
              <a:cxn ang="T10">
                <a:pos x="T4" y="T5"/>
              </a:cxn>
              <a:cxn ang="T11">
                <a:pos x="T6" y="T7"/>
              </a:cxn>
            </a:cxnLst>
            <a:rect l="T12" t="T13" r="T14" b="T15"/>
            <a:pathLst>
              <a:path w="253" h="777">
                <a:moveTo>
                  <a:pt x="0" y="0"/>
                </a:moveTo>
                <a:lnTo>
                  <a:pt x="252" y="0"/>
                </a:lnTo>
                <a:lnTo>
                  <a:pt x="252" y="776"/>
                </a:lnTo>
                <a:lnTo>
                  <a:pt x="0" y="776"/>
                </a:lnTo>
              </a:path>
            </a:pathLst>
          </a:custGeom>
          <a:noFill/>
          <a:ln w="38100" cap="rnd">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35178" name="Rectangle 231"/>
          <p:cNvSpPr>
            <a:spLocks noChangeArrowheads="1"/>
          </p:cNvSpPr>
          <p:nvPr/>
        </p:nvSpPr>
        <p:spPr bwMode="auto">
          <a:xfrm flipH="1">
            <a:off x="8767502" y="2293939"/>
            <a:ext cx="833698" cy="285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1763" tIns="49988" rIns="101763" bIns="49988">
            <a:spAutoFit/>
          </a:bodyPr>
          <a:lstStyle>
            <a:lvl1pPr defTabSz="1028700">
              <a:defRPr>
                <a:solidFill>
                  <a:schemeClr val="tx1"/>
                </a:solidFill>
                <a:latin typeface="Arial" panose="020B0604020202020204" pitchFamily="34" charset="0"/>
                <a:cs typeface="Arial" panose="020B0604020202020204" pitchFamily="34" charset="0"/>
              </a:defRPr>
            </a:lvl1pPr>
            <a:lvl2pPr marL="742950" indent="-285750" defTabSz="1028700">
              <a:defRPr>
                <a:solidFill>
                  <a:schemeClr val="tx1"/>
                </a:solidFill>
                <a:latin typeface="Arial" panose="020B0604020202020204" pitchFamily="34" charset="0"/>
                <a:cs typeface="Arial" panose="020B0604020202020204" pitchFamily="34" charset="0"/>
              </a:defRPr>
            </a:lvl2pPr>
            <a:lvl3pPr marL="1143000" indent="-228600" defTabSz="1028700">
              <a:defRPr>
                <a:solidFill>
                  <a:schemeClr val="tx1"/>
                </a:solidFill>
                <a:latin typeface="Arial" panose="020B0604020202020204" pitchFamily="34" charset="0"/>
                <a:cs typeface="Arial" panose="020B0604020202020204" pitchFamily="34" charset="0"/>
              </a:defRPr>
            </a:lvl3pPr>
            <a:lvl4pPr marL="1600200" indent="-228600" defTabSz="1028700">
              <a:defRPr>
                <a:solidFill>
                  <a:schemeClr val="tx1"/>
                </a:solidFill>
                <a:latin typeface="Arial" panose="020B0604020202020204" pitchFamily="34" charset="0"/>
                <a:cs typeface="Arial" panose="020B0604020202020204" pitchFamily="34" charset="0"/>
              </a:defRPr>
            </a:lvl4pPr>
            <a:lvl5pPr marL="2057400" indent="-228600" defTabSz="1028700">
              <a:defRPr>
                <a:solidFill>
                  <a:schemeClr val="tx1"/>
                </a:solidFill>
                <a:latin typeface="Arial" panose="020B0604020202020204" pitchFamily="34" charset="0"/>
                <a:cs typeface="Arial" panose="020B0604020202020204" pitchFamily="34" charset="0"/>
              </a:defRPr>
            </a:lvl5pPr>
            <a:lvl6pPr marL="25146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20000"/>
              </a:spcBef>
              <a:spcAft>
                <a:spcPct val="0"/>
              </a:spcAft>
              <a:buClr>
                <a:srgbClr val="FF9933"/>
              </a:buClr>
              <a:buFont typeface="Wingdings" panose="05000000000000000000" pitchFamily="2" charset="2"/>
              <a:buNone/>
            </a:pPr>
            <a:r>
              <a:rPr lang="en-US" altLang="en-US" sz="1200">
                <a:solidFill>
                  <a:srgbClr val="E7E6E6"/>
                </a:solidFill>
              </a:rPr>
              <a:t>10.0.1.11</a:t>
            </a:r>
          </a:p>
        </p:txBody>
      </p:sp>
      <p:sp>
        <p:nvSpPr>
          <p:cNvPr id="135179" name="Rectangle 232"/>
          <p:cNvSpPr>
            <a:spLocks noChangeArrowheads="1"/>
          </p:cNvSpPr>
          <p:nvPr/>
        </p:nvSpPr>
        <p:spPr bwMode="auto">
          <a:xfrm flipH="1">
            <a:off x="8882065" y="3275013"/>
            <a:ext cx="820737" cy="285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01763" tIns="49988" rIns="101763" bIns="49988">
            <a:spAutoFit/>
          </a:bodyPr>
          <a:lstStyle>
            <a:lvl1pPr defTabSz="1028700">
              <a:defRPr>
                <a:solidFill>
                  <a:schemeClr val="tx1"/>
                </a:solidFill>
                <a:latin typeface="Arial" panose="020B0604020202020204" pitchFamily="34" charset="0"/>
                <a:cs typeface="Arial" panose="020B0604020202020204" pitchFamily="34" charset="0"/>
              </a:defRPr>
            </a:lvl1pPr>
            <a:lvl2pPr marL="742950" indent="-285750" defTabSz="1028700">
              <a:defRPr>
                <a:solidFill>
                  <a:schemeClr val="tx1"/>
                </a:solidFill>
                <a:latin typeface="Arial" panose="020B0604020202020204" pitchFamily="34" charset="0"/>
                <a:cs typeface="Arial" panose="020B0604020202020204" pitchFamily="34" charset="0"/>
              </a:defRPr>
            </a:lvl2pPr>
            <a:lvl3pPr marL="1143000" indent="-228600" defTabSz="1028700">
              <a:defRPr>
                <a:solidFill>
                  <a:schemeClr val="tx1"/>
                </a:solidFill>
                <a:latin typeface="Arial" panose="020B0604020202020204" pitchFamily="34" charset="0"/>
                <a:cs typeface="Arial" panose="020B0604020202020204" pitchFamily="34" charset="0"/>
              </a:defRPr>
            </a:lvl3pPr>
            <a:lvl4pPr marL="1600200" indent="-228600" defTabSz="1028700">
              <a:defRPr>
                <a:solidFill>
                  <a:schemeClr val="tx1"/>
                </a:solidFill>
                <a:latin typeface="Arial" panose="020B0604020202020204" pitchFamily="34" charset="0"/>
                <a:cs typeface="Arial" panose="020B0604020202020204" pitchFamily="34" charset="0"/>
              </a:defRPr>
            </a:lvl4pPr>
            <a:lvl5pPr marL="2057400" indent="-228600" defTabSz="1028700">
              <a:defRPr>
                <a:solidFill>
                  <a:schemeClr val="tx1"/>
                </a:solidFill>
                <a:latin typeface="Arial" panose="020B0604020202020204" pitchFamily="34" charset="0"/>
                <a:cs typeface="Arial" panose="020B0604020202020204" pitchFamily="34" charset="0"/>
              </a:defRPr>
            </a:lvl5pPr>
            <a:lvl6pPr marL="25146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20000"/>
              </a:spcBef>
              <a:spcAft>
                <a:spcPct val="0"/>
              </a:spcAft>
              <a:buClr>
                <a:srgbClr val="FF9933"/>
              </a:buClr>
              <a:buFont typeface="Wingdings" panose="05000000000000000000" pitchFamily="2" charset="2"/>
              <a:buNone/>
            </a:pPr>
            <a:r>
              <a:rPr lang="en-US" altLang="en-US" sz="1200">
                <a:solidFill>
                  <a:srgbClr val="E7E6E6"/>
                </a:solidFill>
              </a:rPr>
              <a:t>10.0.1.4</a:t>
            </a:r>
          </a:p>
        </p:txBody>
      </p:sp>
      <p:sp>
        <p:nvSpPr>
          <p:cNvPr id="135180" name="Line 233"/>
          <p:cNvSpPr>
            <a:spLocks noChangeShapeType="1"/>
          </p:cNvSpPr>
          <p:nvPr/>
        </p:nvSpPr>
        <p:spPr bwMode="auto">
          <a:xfrm flipH="1">
            <a:off x="7010400" y="2747963"/>
            <a:ext cx="1497013"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nchor="ctr">
            <a:spAutoFit/>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35181" name="Text Box 234"/>
          <p:cNvSpPr txBox="1">
            <a:spLocks noChangeArrowheads="1"/>
          </p:cNvSpPr>
          <p:nvPr/>
        </p:nvSpPr>
        <p:spPr bwMode="auto">
          <a:xfrm flipH="1">
            <a:off x="7776344" y="2480083"/>
            <a:ext cx="8128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50000"/>
              </a:spcBef>
              <a:spcAft>
                <a:spcPct val="0"/>
              </a:spcAft>
              <a:buClr>
                <a:srgbClr val="FF9933"/>
              </a:buClr>
              <a:buFont typeface="Wingdings" panose="05000000000000000000" pitchFamily="2" charset="2"/>
              <a:buNone/>
            </a:pPr>
            <a:r>
              <a:rPr lang="en-US" altLang="en-US" sz="1200">
                <a:solidFill>
                  <a:prstClr val="black"/>
                </a:solidFill>
              </a:rPr>
              <a:t>10.0.1.11</a:t>
            </a:r>
          </a:p>
        </p:txBody>
      </p:sp>
      <p:sp>
        <p:nvSpPr>
          <p:cNvPr id="135182" name="Line 252"/>
          <p:cNvSpPr>
            <a:spLocks noChangeShapeType="1"/>
          </p:cNvSpPr>
          <p:nvPr/>
        </p:nvSpPr>
        <p:spPr bwMode="auto">
          <a:xfrm>
            <a:off x="6985000" y="2514600"/>
            <a:ext cx="0" cy="35560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lIns="73025" tIns="36512" rIns="73025" bIns="36512"/>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35183" name="Line 253"/>
          <p:cNvSpPr>
            <a:spLocks noChangeShapeType="1"/>
          </p:cNvSpPr>
          <p:nvPr/>
        </p:nvSpPr>
        <p:spPr bwMode="auto">
          <a:xfrm flipH="1">
            <a:off x="5410200" y="2760663"/>
            <a:ext cx="1497013"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nchor="ctr">
            <a:spAutoFit/>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35184" name="Text Box 254"/>
          <p:cNvSpPr txBox="1">
            <a:spLocks noChangeArrowheads="1"/>
          </p:cNvSpPr>
          <p:nvPr/>
        </p:nvSpPr>
        <p:spPr bwMode="auto">
          <a:xfrm flipH="1">
            <a:off x="6075669" y="2492783"/>
            <a:ext cx="72487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50000"/>
              </a:spcBef>
              <a:spcAft>
                <a:spcPct val="0"/>
              </a:spcAft>
              <a:buClr>
                <a:srgbClr val="FF9933"/>
              </a:buClr>
              <a:buFont typeface="Wingdings" panose="05000000000000000000" pitchFamily="2" charset="2"/>
              <a:buNone/>
            </a:pPr>
            <a:r>
              <a:rPr lang="en-US" altLang="en-US" sz="1200">
                <a:solidFill>
                  <a:prstClr val="black"/>
                </a:solidFill>
              </a:rPr>
              <a:t>X.X.X.X</a:t>
            </a:r>
          </a:p>
        </p:txBody>
      </p:sp>
      <p:sp>
        <p:nvSpPr>
          <p:cNvPr id="135185" name="Text Box 255"/>
          <p:cNvSpPr txBox="1">
            <a:spLocks noChangeArrowheads="1"/>
          </p:cNvSpPr>
          <p:nvPr/>
        </p:nvSpPr>
        <p:spPr bwMode="auto">
          <a:xfrm>
            <a:off x="6670677" y="2865438"/>
            <a:ext cx="592022" cy="350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NAT</a:t>
            </a:r>
          </a:p>
        </p:txBody>
      </p:sp>
      <p:pic>
        <p:nvPicPr>
          <p:cNvPr id="135186" name="Picture 261" descr="File-Application_Serve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12975" y="1997075"/>
            <a:ext cx="477839"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5187" name="Picture 262" descr="Route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43475" y="2032000"/>
            <a:ext cx="628651" cy="44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5188" name="Picture 263" descr="PC"/>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823326" y="1603375"/>
            <a:ext cx="636588"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35189" name="Group 264"/>
          <p:cNvGrpSpPr>
            <a:grpSpLocks/>
          </p:cNvGrpSpPr>
          <p:nvPr/>
        </p:nvGrpSpPr>
        <p:grpSpPr bwMode="auto">
          <a:xfrm>
            <a:off x="2976565" y="1863726"/>
            <a:ext cx="1538287" cy="784225"/>
            <a:chOff x="775" y="3234"/>
            <a:chExt cx="969" cy="494"/>
          </a:xfrm>
        </p:grpSpPr>
        <p:pic>
          <p:nvPicPr>
            <p:cNvPr id="135193" name="Picture 265" descr="Network_Cloud_Standard"/>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75" y="3234"/>
              <a:ext cx="969" cy="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5194" name="Rectangle 266"/>
            <p:cNvSpPr>
              <a:spLocks noChangeArrowheads="1"/>
            </p:cNvSpPr>
            <p:nvPr/>
          </p:nvSpPr>
          <p:spPr bwMode="auto">
            <a:xfrm>
              <a:off x="970" y="3384"/>
              <a:ext cx="55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Internet</a:t>
              </a:r>
            </a:p>
          </p:txBody>
        </p:sp>
      </p:grpSp>
      <p:pic>
        <p:nvPicPr>
          <p:cNvPr id="135190" name="Picture 267" descr="PC"/>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845551" y="2598739"/>
            <a:ext cx="636588"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5191" name="Picture 270" descr="Cisco_ASA5500"/>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743701" y="1830388"/>
            <a:ext cx="493713"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5192" name="Picture 271" descr="Route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943475" y="2032000"/>
            <a:ext cx="630239" cy="439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66291355"/>
      </p:ext>
    </p:extLst>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14"/>
          <p:cNvSpPr>
            <a:spLocks noGrp="1" noChangeArrowheads="1"/>
          </p:cNvSpPr>
          <p:nvPr>
            <p:ph type="title"/>
          </p:nvPr>
        </p:nvSpPr>
        <p:spPr>
          <a:xfrm>
            <a:off x="0" y="16668"/>
            <a:ext cx="10515600" cy="570709"/>
          </a:xfrm>
        </p:spPr>
        <p:txBody>
          <a:bodyPr/>
          <a:lstStyle/>
          <a:p>
            <a:pPr eaLnBrk="1" hangingPunct="1"/>
            <a:r>
              <a:rPr lang="en-US" altLang="en-US" sz="3733" dirty="0">
                <a:latin typeface="Arial" panose="020B0604020202020204" pitchFamily="34" charset="0"/>
                <a:cs typeface="Arial" panose="020B0604020202020204" pitchFamily="34" charset="0"/>
              </a:rPr>
              <a:t>global command</a:t>
            </a:r>
          </a:p>
        </p:txBody>
      </p:sp>
      <p:sp>
        <p:nvSpPr>
          <p:cNvPr id="137219" name="Rectangle 15"/>
          <p:cNvSpPr>
            <a:spLocks noGrp="1" noChangeArrowheads="1"/>
          </p:cNvSpPr>
          <p:nvPr>
            <p:ph sz="half" idx="1"/>
          </p:nvPr>
        </p:nvSpPr>
        <p:spPr>
          <a:xfrm>
            <a:off x="0" y="4373563"/>
            <a:ext cx="12191999" cy="914400"/>
          </a:xfrm>
        </p:spPr>
        <p:txBody>
          <a:bodyPr/>
          <a:lstStyle/>
          <a:p>
            <a:pPr lvl="1" eaLnBrk="1" hangingPunct="1">
              <a:buFont typeface="Wingdings" panose="05000000000000000000" pitchFamily="2" charset="2"/>
              <a:buNone/>
            </a:pPr>
            <a:r>
              <a:rPr lang="en-US" altLang="en-US" sz="2400" dirty="0"/>
              <a:t>Works with the </a:t>
            </a:r>
            <a:r>
              <a:rPr lang="en-US" altLang="en-US" sz="2400" b="1" dirty="0" err="1"/>
              <a:t>nat</a:t>
            </a:r>
            <a:r>
              <a:rPr lang="en-US" altLang="en-US" sz="2400" b="1" dirty="0"/>
              <a:t> </a:t>
            </a:r>
            <a:r>
              <a:rPr lang="en-US" altLang="en-US" sz="2400" dirty="0"/>
              <a:t>command to assign a registered or public IP address to an internal host when accessing the outside through the firewall, for example, 192.168.0.20-192.168.0.254</a:t>
            </a:r>
          </a:p>
        </p:txBody>
      </p:sp>
      <p:sp>
        <p:nvSpPr>
          <p:cNvPr id="137220" name="Text Box 5"/>
          <p:cNvSpPr txBox="1">
            <a:spLocks noChangeArrowheads="1"/>
          </p:cNvSpPr>
          <p:nvPr/>
        </p:nvSpPr>
        <p:spPr bwMode="auto">
          <a:xfrm>
            <a:off x="1941514" y="5378451"/>
            <a:ext cx="8726487" cy="796925"/>
          </a:xfrm>
          <a:prstGeom prst="rect">
            <a:avLst/>
          </a:prstGeom>
          <a:solidFill>
            <a:schemeClr val="bg1"/>
          </a:solidFill>
          <a:ln w="28575">
            <a:solidFill>
              <a:schemeClr val="tx1"/>
            </a:solidFill>
            <a:miter lim="800000"/>
            <a:headEnd type="none" w="sm" len="sm"/>
            <a:tailEnd type="none" w="sm" len="sm"/>
          </a:ln>
        </p:spPr>
        <p:txBody>
          <a:bodyPr bIns="0"/>
          <a:lstStyle>
            <a:lvl1pPr marL="238125" indent="-238125">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50000"/>
              </a:spcBef>
              <a:spcAft>
                <a:spcPct val="0"/>
              </a:spcAft>
              <a:buClr>
                <a:srgbClr val="FF9933"/>
              </a:buClr>
              <a:buFont typeface="Wingdings" panose="05000000000000000000" pitchFamily="2" charset="2"/>
              <a:buNone/>
            </a:pPr>
            <a:r>
              <a:rPr lang="en-US" altLang="en-US" dirty="0">
                <a:solidFill>
                  <a:prstClr val="black"/>
                </a:solidFill>
                <a:latin typeface="Courier New" panose="02070309020205020404" pitchFamily="49" charset="0"/>
              </a:rPr>
              <a:t>asa1(</a:t>
            </a:r>
            <a:r>
              <a:rPr lang="en-US" altLang="en-US" dirty="0" err="1">
                <a:solidFill>
                  <a:prstClr val="black"/>
                </a:solidFill>
                <a:latin typeface="Courier New" panose="02070309020205020404" pitchFamily="49" charset="0"/>
              </a:rPr>
              <a:t>config</a:t>
            </a:r>
            <a:r>
              <a:rPr lang="en-US" altLang="en-US" dirty="0">
                <a:solidFill>
                  <a:prstClr val="black"/>
                </a:solidFill>
                <a:latin typeface="Courier New" panose="02070309020205020404" pitchFamily="49" charset="0"/>
              </a:rPr>
              <a:t>)# </a:t>
            </a:r>
            <a:r>
              <a:rPr lang="en-US" altLang="en-US" dirty="0" err="1">
                <a:solidFill>
                  <a:prstClr val="black"/>
                </a:solidFill>
                <a:latin typeface="Courier New" panose="02070309020205020404" pitchFamily="49" charset="0"/>
              </a:rPr>
              <a:t>nat</a:t>
            </a:r>
            <a:r>
              <a:rPr lang="en-US" altLang="en-US" dirty="0">
                <a:solidFill>
                  <a:prstClr val="black"/>
                </a:solidFill>
                <a:latin typeface="Courier New" panose="02070309020205020404" pitchFamily="49" charset="0"/>
              </a:rPr>
              <a:t> (inside) </a:t>
            </a:r>
            <a:r>
              <a:rPr lang="en-US" altLang="en-US" dirty="0">
                <a:solidFill>
                  <a:srgbClr val="ED7D31"/>
                </a:solidFill>
                <a:latin typeface="Courier New" panose="02070309020205020404" pitchFamily="49" charset="0"/>
              </a:rPr>
              <a:t>1</a:t>
            </a:r>
            <a:r>
              <a:rPr lang="en-US" altLang="en-US" dirty="0">
                <a:solidFill>
                  <a:prstClr val="black"/>
                </a:solidFill>
                <a:latin typeface="Courier New" panose="02070309020205020404" pitchFamily="49" charset="0"/>
              </a:rPr>
              <a:t> 0.0.0.0 0.0.0.0</a:t>
            </a:r>
          </a:p>
          <a:p>
            <a:pPr fontAlgn="base">
              <a:spcBef>
                <a:spcPct val="50000"/>
              </a:spcBef>
              <a:spcAft>
                <a:spcPct val="0"/>
              </a:spcAft>
              <a:buClr>
                <a:srgbClr val="FF9933"/>
              </a:buClr>
              <a:buFont typeface="Wingdings" panose="05000000000000000000" pitchFamily="2" charset="2"/>
              <a:buNone/>
            </a:pPr>
            <a:r>
              <a:rPr lang="en-US" altLang="en-US" dirty="0">
                <a:solidFill>
                  <a:prstClr val="black"/>
                </a:solidFill>
                <a:latin typeface="Courier New" panose="02070309020205020404" pitchFamily="49" charset="0"/>
              </a:rPr>
              <a:t>asa1(</a:t>
            </a:r>
            <a:r>
              <a:rPr lang="en-US" altLang="en-US" dirty="0" err="1">
                <a:solidFill>
                  <a:prstClr val="black"/>
                </a:solidFill>
                <a:latin typeface="Courier New" panose="02070309020205020404" pitchFamily="49" charset="0"/>
              </a:rPr>
              <a:t>config</a:t>
            </a:r>
            <a:r>
              <a:rPr lang="en-US" altLang="en-US" dirty="0">
                <a:solidFill>
                  <a:prstClr val="black"/>
                </a:solidFill>
                <a:latin typeface="Courier New" panose="02070309020205020404" pitchFamily="49" charset="0"/>
              </a:rPr>
              <a:t>)# global (outside) </a:t>
            </a:r>
            <a:r>
              <a:rPr lang="en-US" altLang="en-US" dirty="0">
                <a:solidFill>
                  <a:srgbClr val="ED7D31"/>
                </a:solidFill>
                <a:latin typeface="Courier New" panose="02070309020205020404" pitchFamily="49" charset="0"/>
              </a:rPr>
              <a:t>1</a:t>
            </a:r>
            <a:r>
              <a:rPr lang="en-US" altLang="en-US" dirty="0">
                <a:solidFill>
                  <a:prstClr val="black"/>
                </a:solidFill>
                <a:latin typeface="Courier New" panose="02070309020205020404" pitchFamily="49" charset="0"/>
              </a:rPr>
              <a:t> </a:t>
            </a:r>
            <a:r>
              <a:rPr lang="en-US" altLang="en-US" dirty="0">
                <a:solidFill>
                  <a:srgbClr val="ED7D31"/>
                </a:solidFill>
                <a:latin typeface="Courier New" panose="02070309020205020404" pitchFamily="49" charset="0"/>
              </a:rPr>
              <a:t>192.168.1.20-192.168.1.254</a:t>
            </a:r>
          </a:p>
        </p:txBody>
      </p:sp>
      <p:sp>
        <p:nvSpPr>
          <p:cNvPr id="137221" name="Rectangle 7"/>
          <p:cNvSpPr>
            <a:spLocks noChangeArrowheads="1"/>
          </p:cNvSpPr>
          <p:nvPr/>
        </p:nvSpPr>
        <p:spPr bwMode="auto">
          <a:xfrm>
            <a:off x="1941514" y="3479800"/>
            <a:ext cx="8261351" cy="762000"/>
          </a:xfrm>
          <a:prstGeom prst="rect">
            <a:avLst/>
          </a:prstGeom>
          <a:solidFill>
            <a:schemeClr val="bg1"/>
          </a:solidFill>
          <a:ln w="28575">
            <a:solidFill>
              <a:schemeClr val="tx1"/>
            </a:solidFill>
            <a:miter lim="800000"/>
            <a:headEnd/>
            <a:tailEnd/>
          </a:ln>
        </p:spPr>
        <p:txBody>
          <a:bodyPr lIns="82551" tIns="41275" rIns="82551" bIns="41275"/>
          <a:lstStyle>
            <a:lvl1pPr marL="342900" indent="-342900" defTabSz="915988">
              <a:defRPr>
                <a:solidFill>
                  <a:schemeClr val="tx1"/>
                </a:solidFill>
                <a:latin typeface="Arial" panose="020B0604020202020204" pitchFamily="34" charset="0"/>
                <a:cs typeface="Arial" panose="020B0604020202020204" pitchFamily="34" charset="0"/>
              </a:defRPr>
            </a:lvl1pPr>
            <a:lvl2pPr marL="342900" indent="-228600" defTabSz="915988">
              <a:defRPr>
                <a:solidFill>
                  <a:schemeClr val="tx1"/>
                </a:solidFill>
                <a:latin typeface="Arial" panose="020B0604020202020204" pitchFamily="34" charset="0"/>
                <a:cs typeface="Arial" panose="020B0604020202020204" pitchFamily="34" charset="0"/>
              </a:defRPr>
            </a:lvl2pPr>
            <a:lvl3pPr marL="1143000" indent="-228600" defTabSz="915988">
              <a:defRPr>
                <a:solidFill>
                  <a:schemeClr val="tx1"/>
                </a:solidFill>
                <a:latin typeface="Arial" panose="020B0604020202020204" pitchFamily="34" charset="0"/>
                <a:cs typeface="Arial" panose="020B0604020202020204" pitchFamily="34" charset="0"/>
              </a:defRPr>
            </a:lvl3pPr>
            <a:lvl4pPr marL="1600200" indent="-228600" defTabSz="915988">
              <a:defRPr>
                <a:solidFill>
                  <a:schemeClr val="tx1"/>
                </a:solidFill>
                <a:latin typeface="Arial" panose="020B0604020202020204" pitchFamily="34" charset="0"/>
                <a:cs typeface="Arial" panose="020B0604020202020204" pitchFamily="34" charset="0"/>
              </a:defRPr>
            </a:lvl4pPr>
            <a:lvl5pPr marL="2057400" indent="-228600" defTabSz="915988">
              <a:defRPr>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fontAlgn="base">
              <a:lnSpc>
                <a:spcPct val="95000"/>
              </a:lnSpc>
              <a:spcBef>
                <a:spcPct val="35000"/>
              </a:spcBef>
              <a:spcAft>
                <a:spcPct val="0"/>
              </a:spcAft>
              <a:buClr>
                <a:srgbClr val="ED7D31"/>
              </a:buClr>
              <a:buFont typeface="Wingdings" panose="05000000000000000000" pitchFamily="2" charset="2"/>
              <a:buNone/>
            </a:pPr>
            <a:r>
              <a:rPr lang="en-US" altLang="en-US" sz="2000">
                <a:solidFill>
                  <a:prstClr val="black"/>
                </a:solidFill>
                <a:latin typeface="Courier New" panose="02070309020205020404" pitchFamily="49" charset="0"/>
              </a:rPr>
              <a:t>global</a:t>
            </a:r>
            <a:r>
              <a:rPr lang="en-US" altLang="en-US" sz="2000">
                <a:solidFill>
                  <a:prstClr val="black"/>
                </a:solidFill>
                <a:latin typeface="Courier New" panose="02070309020205020404" pitchFamily="49" charset="0"/>
                <a:cs typeface="Times New Roman" panose="02020603050405020304" pitchFamily="18" charset="0"/>
              </a:rPr>
              <a:t>(</a:t>
            </a:r>
            <a:r>
              <a:rPr lang="en-US" altLang="en-US" sz="2000" i="1">
                <a:solidFill>
                  <a:prstClr val="black"/>
                </a:solidFill>
                <a:latin typeface="Courier New" panose="02070309020205020404" pitchFamily="49" charset="0"/>
                <a:cs typeface="Times New Roman" panose="02020603050405020304" pitchFamily="18" charset="0"/>
              </a:rPr>
              <a:t>if_name</a:t>
            </a:r>
            <a:r>
              <a:rPr lang="en-US" altLang="en-US" sz="2000">
                <a:solidFill>
                  <a:prstClr val="black"/>
                </a:solidFill>
                <a:latin typeface="Courier New" panose="02070309020205020404" pitchFamily="49" charset="0"/>
                <a:cs typeface="Times New Roman" panose="02020603050405020304" pitchFamily="18" charset="0"/>
              </a:rPr>
              <a:t>) </a:t>
            </a:r>
            <a:r>
              <a:rPr lang="en-US" altLang="en-US" sz="2000" i="1">
                <a:solidFill>
                  <a:prstClr val="black"/>
                </a:solidFill>
                <a:latin typeface="Courier New" panose="02070309020205020404" pitchFamily="49" charset="0"/>
                <a:cs typeface="Times New Roman" panose="02020603050405020304" pitchFamily="18" charset="0"/>
              </a:rPr>
              <a:t>nat_id</a:t>
            </a:r>
            <a:r>
              <a:rPr lang="en-US" altLang="en-US" sz="2000">
                <a:solidFill>
                  <a:prstClr val="black"/>
                </a:solidFill>
                <a:latin typeface="Courier New" panose="02070309020205020404" pitchFamily="49" charset="0"/>
                <a:cs typeface="Times New Roman" panose="02020603050405020304" pitchFamily="18" charset="0"/>
              </a:rPr>
              <a:t> {</a:t>
            </a:r>
            <a:r>
              <a:rPr lang="en-US" altLang="en-US" sz="2000" i="1">
                <a:solidFill>
                  <a:prstClr val="black"/>
                </a:solidFill>
                <a:latin typeface="Courier New" panose="02070309020205020404" pitchFamily="49" charset="0"/>
                <a:cs typeface="Times New Roman" panose="02020603050405020304" pitchFamily="18" charset="0"/>
              </a:rPr>
              <a:t>mapped_ip</a:t>
            </a:r>
            <a:r>
              <a:rPr lang="en-US" altLang="en-US" sz="2000">
                <a:solidFill>
                  <a:prstClr val="black"/>
                </a:solidFill>
                <a:latin typeface="Courier New" panose="02070309020205020404" pitchFamily="49" charset="0"/>
                <a:cs typeface="Times New Roman" panose="02020603050405020304" pitchFamily="18" charset="0"/>
              </a:rPr>
              <a:t>[</a:t>
            </a:r>
            <a:r>
              <a:rPr lang="en-US" altLang="en-US" sz="2000" i="1">
                <a:solidFill>
                  <a:prstClr val="black"/>
                </a:solidFill>
                <a:latin typeface="Courier New" panose="02070309020205020404" pitchFamily="49" charset="0"/>
                <a:cs typeface="Times New Roman" panose="02020603050405020304" pitchFamily="18" charset="0"/>
              </a:rPr>
              <a:t>-mapped_ip</a:t>
            </a:r>
            <a:r>
              <a:rPr lang="en-US" altLang="en-US" sz="2000">
                <a:solidFill>
                  <a:prstClr val="black"/>
                </a:solidFill>
                <a:latin typeface="Courier New" panose="02070309020205020404" pitchFamily="49" charset="0"/>
                <a:cs typeface="Times New Roman" panose="02020603050405020304" pitchFamily="18" charset="0"/>
              </a:rPr>
              <a:t>]</a:t>
            </a:r>
            <a:br>
              <a:rPr lang="en-US" altLang="en-US" sz="2000">
                <a:solidFill>
                  <a:prstClr val="black"/>
                </a:solidFill>
                <a:latin typeface="Courier New" panose="02070309020205020404" pitchFamily="49" charset="0"/>
                <a:cs typeface="Times New Roman" panose="02020603050405020304" pitchFamily="18" charset="0"/>
              </a:rPr>
            </a:br>
            <a:r>
              <a:rPr lang="en-US" altLang="en-US" sz="2000">
                <a:solidFill>
                  <a:prstClr val="black"/>
                </a:solidFill>
                <a:latin typeface="Courier New" panose="02070309020205020404" pitchFamily="49" charset="0"/>
                <a:cs typeface="Times New Roman" panose="02020603050405020304" pitchFamily="18" charset="0"/>
              </a:rPr>
              <a:t>[netmask </a:t>
            </a:r>
            <a:r>
              <a:rPr lang="en-US" altLang="en-US" sz="2000" i="1">
                <a:solidFill>
                  <a:prstClr val="black"/>
                </a:solidFill>
                <a:latin typeface="Courier New" panose="02070309020205020404" pitchFamily="49" charset="0"/>
                <a:cs typeface="Times New Roman" panose="02020603050405020304" pitchFamily="18" charset="0"/>
              </a:rPr>
              <a:t>mapped_mask</a:t>
            </a:r>
            <a:r>
              <a:rPr lang="en-US" altLang="en-US" sz="2000">
                <a:solidFill>
                  <a:prstClr val="black"/>
                </a:solidFill>
                <a:latin typeface="Courier New" panose="02070309020205020404" pitchFamily="49" charset="0"/>
                <a:cs typeface="Times New Roman" panose="02020603050405020304" pitchFamily="18" charset="0"/>
              </a:rPr>
              <a:t>]} | interface</a:t>
            </a:r>
            <a:endParaRPr lang="en-US" altLang="en-US" sz="2000">
              <a:solidFill>
                <a:prstClr val="black"/>
              </a:solidFill>
              <a:latin typeface="Courier New" panose="02070309020205020404" pitchFamily="49" charset="0"/>
            </a:endParaRPr>
          </a:p>
        </p:txBody>
      </p:sp>
      <p:sp>
        <p:nvSpPr>
          <p:cNvPr id="137222" name="Rectangle 149"/>
          <p:cNvSpPr>
            <a:spLocks noChangeArrowheads="1"/>
          </p:cNvSpPr>
          <p:nvPr/>
        </p:nvSpPr>
        <p:spPr bwMode="auto">
          <a:xfrm flipH="1">
            <a:off x="3811588" y="874714"/>
            <a:ext cx="2032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137223" name="Rectangle 150"/>
          <p:cNvSpPr>
            <a:spLocks noChangeArrowheads="1"/>
          </p:cNvSpPr>
          <p:nvPr/>
        </p:nvSpPr>
        <p:spPr bwMode="auto">
          <a:xfrm flipH="1">
            <a:off x="4068763" y="874714"/>
            <a:ext cx="2032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137224" name="Text Box 6"/>
          <p:cNvSpPr txBox="1">
            <a:spLocks noChangeArrowheads="1"/>
          </p:cNvSpPr>
          <p:nvPr/>
        </p:nvSpPr>
        <p:spPr bwMode="auto">
          <a:xfrm>
            <a:off x="1941514" y="3074988"/>
            <a:ext cx="31115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50000"/>
              </a:spcBef>
              <a:spcAft>
                <a:spcPct val="0"/>
              </a:spcAft>
              <a:buClr>
                <a:srgbClr val="FF9933"/>
              </a:buClr>
              <a:buFont typeface="Wingdings" panose="05000000000000000000" pitchFamily="2" charset="2"/>
              <a:buNone/>
            </a:pPr>
            <a:r>
              <a:rPr lang="en-US" altLang="en-US">
                <a:solidFill>
                  <a:prstClr val="black"/>
                </a:solidFill>
              </a:rPr>
              <a:t>ciscoasa(config)#</a:t>
            </a:r>
          </a:p>
        </p:txBody>
      </p:sp>
      <p:grpSp>
        <p:nvGrpSpPr>
          <p:cNvPr id="137225" name="Group 136"/>
          <p:cNvGrpSpPr>
            <a:grpSpLocks/>
          </p:cNvGrpSpPr>
          <p:nvPr/>
        </p:nvGrpSpPr>
        <p:grpSpPr bwMode="auto">
          <a:xfrm flipH="1">
            <a:off x="2495549" y="1435100"/>
            <a:ext cx="6546851" cy="355600"/>
            <a:chOff x="2688" y="1312"/>
            <a:chExt cx="876" cy="224"/>
          </a:xfrm>
        </p:grpSpPr>
        <p:sp>
          <p:nvSpPr>
            <p:cNvPr id="137244" name="Arc 137"/>
            <p:cNvSpPr>
              <a:spLocks/>
            </p:cNvSpPr>
            <p:nvPr/>
          </p:nvSpPr>
          <p:spPr bwMode="auto">
            <a:xfrm rot="10800000" flipV="1">
              <a:off x="2688" y="1312"/>
              <a:ext cx="440" cy="22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type="none" w="sm" len="sm"/>
              <a:tailEnd/>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37245" name="Arc 138"/>
            <p:cNvSpPr>
              <a:spLocks/>
            </p:cNvSpPr>
            <p:nvPr/>
          </p:nvSpPr>
          <p:spPr bwMode="auto">
            <a:xfrm rot="10800000" flipH="1" flipV="1">
              <a:off x="3124" y="1312"/>
              <a:ext cx="440" cy="22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grpSp>
      <p:sp>
        <p:nvSpPr>
          <p:cNvPr id="137226" name="Line 19"/>
          <p:cNvSpPr>
            <a:spLocks noChangeShapeType="1"/>
          </p:cNvSpPr>
          <p:nvPr/>
        </p:nvSpPr>
        <p:spPr bwMode="auto">
          <a:xfrm flipH="1" flipV="1">
            <a:off x="2501901" y="2100263"/>
            <a:ext cx="6134100" cy="127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37227" name="Freeform 67"/>
          <p:cNvSpPr>
            <a:spLocks/>
          </p:cNvSpPr>
          <p:nvPr/>
        </p:nvSpPr>
        <p:spPr bwMode="auto">
          <a:xfrm flipH="1">
            <a:off x="8623300" y="1827214"/>
            <a:ext cx="450851" cy="979487"/>
          </a:xfrm>
          <a:custGeom>
            <a:avLst/>
            <a:gdLst>
              <a:gd name="T0" fmla="*/ 0 w 253"/>
              <a:gd name="T1" fmla="*/ 0 h 777"/>
              <a:gd name="T2" fmla="*/ 2147483646 w 253"/>
              <a:gd name="T3" fmla="*/ 0 h 777"/>
              <a:gd name="T4" fmla="*/ 2147483646 w 253"/>
              <a:gd name="T5" fmla="*/ 2147483646 h 777"/>
              <a:gd name="T6" fmla="*/ 0 w 253"/>
              <a:gd name="T7" fmla="*/ 2147483646 h 777"/>
              <a:gd name="T8" fmla="*/ 0 60000 65536"/>
              <a:gd name="T9" fmla="*/ 0 60000 65536"/>
              <a:gd name="T10" fmla="*/ 0 60000 65536"/>
              <a:gd name="T11" fmla="*/ 0 60000 65536"/>
              <a:gd name="T12" fmla="*/ 0 w 253"/>
              <a:gd name="T13" fmla="*/ 0 h 777"/>
              <a:gd name="T14" fmla="*/ 253 w 253"/>
              <a:gd name="T15" fmla="*/ 777 h 777"/>
            </a:gdLst>
            <a:ahLst/>
            <a:cxnLst>
              <a:cxn ang="T8">
                <a:pos x="T0" y="T1"/>
              </a:cxn>
              <a:cxn ang="T9">
                <a:pos x="T2" y="T3"/>
              </a:cxn>
              <a:cxn ang="T10">
                <a:pos x="T4" y="T5"/>
              </a:cxn>
              <a:cxn ang="T11">
                <a:pos x="T6" y="T7"/>
              </a:cxn>
            </a:cxnLst>
            <a:rect l="T12" t="T13" r="T14" b="T15"/>
            <a:pathLst>
              <a:path w="253" h="777">
                <a:moveTo>
                  <a:pt x="0" y="0"/>
                </a:moveTo>
                <a:lnTo>
                  <a:pt x="252" y="0"/>
                </a:lnTo>
                <a:lnTo>
                  <a:pt x="252" y="776"/>
                </a:lnTo>
                <a:lnTo>
                  <a:pt x="0" y="776"/>
                </a:lnTo>
              </a:path>
            </a:pathLst>
          </a:custGeom>
          <a:noFill/>
          <a:ln w="38100" cap="rnd">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37228" name="Rectangle 112"/>
          <p:cNvSpPr>
            <a:spLocks noChangeArrowheads="1"/>
          </p:cNvSpPr>
          <p:nvPr/>
        </p:nvSpPr>
        <p:spPr bwMode="auto">
          <a:xfrm flipH="1">
            <a:off x="8767502" y="2154239"/>
            <a:ext cx="833698" cy="285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1763" tIns="49988" rIns="101763" bIns="49988">
            <a:spAutoFit/>
          </a:bodyPr>
          <a:lstStyle>
            <a:lvl1pPr defTabSz="1028700">
              <a:defRPr>
                <a:solidFill>
                  <a:schemeClr val="tx1"/>
                </a:solidFill>
                <a:latin typeface="Arial" panose="020B0604020202020204" pitchFamily="34" charset="0"/>
                <a:cs typeface="Arial" panose="020B0604020202020204" pitchFamily="34" charset="0"/>
              </a:defRPr>
            </a:lvl1pPr>
            <a:lvl2pPr marL="742950" indent="-285750" defTabSz="1028700">
              <a:defRPr>
                <a:solidFill>
                  <a:schemeClr val="tx1"/>
                </a:solidFill>
                <a:latin typeface="Arial" panose="020B0604020202020204" pitchFamily="34" charset="0"/>
                <a:cs typeface="Arial" panose="020B0604020202020204" pitchFamily="34" charset="0"/>
              </a:defRPr>
            </a:lvl2pPr>
            <a:lvl3pPr marL="1143000" indent="-228600" defTabSz="1028700">
              <a:defRPr>
                <a:solidFill>
                  <a:schemeClr val="tx1"/>
                </a:solidFill>
                <a:latin typeface="Arial" panose="020B0604020202020204" pitchFamily="34" charset="0"/>
                <a:cs typeface="Arial" panose="020B0604020202020204" pitchFamily="34" charset="0"/>
              </a:defRPr>
            </a:lvl3pPr>
            <a:lvl4pPr marL="1600200" indent="-228600" defTabSz="1028700">
              <a:defRPr>
                <a:solidFill>
                  <a:schemeClr val="tx1"/>
                </a:solidFill>
                <a:latin typeface="Arial" panose="020B0604020202020204" pitchFamily="34" charset="0"/>
                <a:cs typeface="Arial" panose="020B0604020202020204" pitchFamily="34" charset="0"/>
              </a:defRPr>
            </a:lvl4pPr>
            <a:lvl5pPr marL="2057400" indent="-228600" defTabSz="1028700">
              <a:defRPr>
                <a:solidFill>
                  <a:schemeClr val="tx1"/>
                </a:solidFill>
                <a:latin typeface="Arial" panose="020B0604020202020204" pitchFamily="34" charset="0"/>
                <a:cs typeface="Arial" panose="020B0604020202020204" pitchFamily="34" charset="0"/>
              </a:defRPr>
            </a:lvl5pPr>
            <a:lvl6pPr marL="25146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20000"/>
              </a:spcBef>
              <a:spcAft>
                <a:spcPct val="0"/>
              </a:spcAft>
              <a:buClr>
                <a:srgbClr val="FF9933"/>
              </a:buClr>
              <a:buFont typeface="Wingdings" panose="05000000000000000000" pitchFamily="2" charset="2"/>
              <a:buNone/>
            </a:pPr>
            <a:r>
              <a:rPr lang="en-US" altLang="en-US" sz="1200">
                <a:solidFill>
                  <a:srgbClr val="E7E6E6"/>
                </a:solidFill>
              </a:rPr>
              <a:t>10.0.1.11</a:t>
            </a:r>
          </a:p>
        </p:txBody>
      </p:sp>
      <p:sp>
        <p:nvSpPr>
          <p:cNvPr id="137229" name="Rectangle 113"/>
          <p:cNvSpPr>
            <a:spLocks noChangeArrowheads="1"/>
          </p:cNvSpPr>
          <p:nvPr/>
        </p:nvSpPr>
        <p:spPr bwMode="auto">
          <a:xfrm flipH="1">
            <a:off x="8882065" y="3135313"/>
            <a:ext cx="820737" cy="285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01763" tIns="49988" rIns="101763" bIns="49988">
            <a:spAutoFit/>
          </a:bodyPr>
          <a:lstStyle>
            <a:lvl1pPr defTabSz="1028700">
              <a:defRPr>
                <a:solidFill>
                  <a:schemeClr val="tx1"/>
                </a:solidFill>
                <a:latin typeface="Arial" panose="020B0604020202020204" pitchFamily="34" charset="0"/>
                <a:cs typeface="Arial" panose="020B0604020202020204" pitchFamily="34" charset="0"/>
              </a:defRPr>
            </a:lvl1pPr>
            <a:lvl2pPr marL="742950" indent="-285750" defTabSz="1028700">
              <a:defRPr>
                <a:solidFill>
                  <a:schemeClr val="tx1"/>
                </a:solidFill>
                <a:latin typeface="Arial" panose="020B0604020202020204" pitchFamily="34" charset="0"/>
                <a:cs typeface="Arial" panose="020B0604020202020204" pitchFamily="34" charset="0"/>
              </a:defRPr>
            </a:lvl2pPr>
            <a:lvl3pPr marL="1143000" indent="-228600" defTabSz="1028700">
              <a:defRPr>
                <a:solidFill>
                  <a:schemeClr val="tx1"/>
                </a:solidFill>
                <a:latin typeface="Arial" panose="020B0604020202020204" pitchFamily="34" charset="0"/>
                <a:cs typeface="Arial" panose="020B0604020202020204" pitchFamily="34" charset="0"/>
              </a:defRPr>
            </a:lvl3pPr>
            <a:lvl4pPr marL="1600200" indent="-228600" defTabSz="1028700">
              <a:defRPr>
                <a:solidFill>
                  <a:schemeClr val="tx1"/>
                </a:solidFill>
                <a:latin typeface="Arial" panose="020B0604020202020204" pitchFamily="34" charset="0"/>
                <a:cs typeface="Arial" panose="020B0604020202020204" pitchFamily="34" charset="0"/>
              </a:defRPr>
            </a:lvl4pPr>
            <a:lvl5pPr marL="2057400" indent="-228600" defTabSz="1028700">
              <a:defRPr>
                <a:solidFill>
                  <a:schemeClr val="tx1"/>
                </a:solidFill>
                <a:latin typeface="Arial" panose="020B0604020202020204" pitchFamily="34" charset="0"/>
                <a:cs typeface="Arial" panose="020B0604020202020204" pitchFamily="34" charset="0"/>
              </a:defRPr>
            </a:lvl5pPr>
            <a:lvl6pPr marL="25146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20000"/>
              </a:spcBef>
              <a:spcAft>
                <a:spcPct val="0"/>
              </a:spcAft>
              <a:buClr>
                <a:srgbClr val="FF9933"/>
              </a:buClr>
              <a:buFont typeface="Wingdings" panose="05000000000000000000" pitchFamily="2" charset="2"/>
              <a:buNone/>
            </a:pPr>
            <a:r>
              <a:rPr lang="en-US" altLang="en-US" sz="1200">
                <a:solidFill>
                  <a:srgbClr val="E7E6E6"/>
                </a:solidFill>
              </a:rPr>
              <a:t>10.0.1.4</a:t>
            </a:r>
          </a:p>
        </p:txBody>
      </p:sp>
      <p:sp>
        <p:nvSpPr>
          <p:cNvPr id="137230" name="Line 114"/>
          <p:cNvSpPr>
            <a:spLocks noChangeShapeType="1"/>
          </p:cNvSpPr>
          <p:nvPr/>
        </p:nvSpPr>
        <p:spPr bwMode="auto">
          <a:xfrm flipH="1">
            <a:off x="7010400" y="2608263"/>
            <a:ext cx="1497013"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nchor="ctr">
            <a:spAutoFit/>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37231" name="Text Box 115"/>
          <p:cNvSpPr txBox="1">
            <a:spLocks noChangeArrowheads="1"/>
          </p:cNvSpPr>
          <p:nvPr/>
        </p:nvSpPr>
        <p:spPr bwMode="auto">
          <a:xfrm flipH="1">
            <a:off x="7776344" y="2340383"/>
            <a:ext cx="81285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50000"/>
              </a:spcBef>
              <a:spcAft>
                <a:spcPct val="0"/>
              </a:spcAft>
              <a:buClr>
                <a:srgbClr val="FF9933"/>
              </a:buClr>
              <a:buFont typeface="Wingdings" panose="05000000000000000000" pitchFamily="2" charset="2"/>
              <a:buNone/>
            </a:pPr>
            <a:r>
              <a:rPr lang="en-US" altLang="en-US" sz="1200">
                <a:solidFill>
                  <a:prstClr val="black"/>
                </a:solidFill>
              </a:rPr>
              <a:t>10.0.1.11</a:t>
            </a:r>
          </a:p>
        </p:txBody>
      </p:sp>
      <p:sp>
        <p:nvSpPr>
          <p:cNvPr id="137232" name="Line 133"/>
          <p:cNvSpPr>
            <a:spLocks noChangeShapeType="1"/>
          </p:cNvSpPr>
          <p:nvPr/>
        </p:nvSpPr>
        <p:spPr bwMode="auto">
          <a:xfrm>
            <a:off x="6985000" y="2374900"/>
            <a:ext cx="0" cy="355600"/>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lIns="73025" tIns="36512" rIns="73025" bIns="36512"/>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37233" name="Line 134"/>
          <p:cNvSpPr>
            <a:spLocks noChangeShapeType="1"/>
          </p:cNvSpPr>
          <p:nvPr/>
        </p:nvSpPr>
        <p:spPr bwMode="auto">
          <a:xfrm flipH="1">
            <a:off x="5410200" y="2620963"/>
            <a:ext cx="1497013"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nchor="ctr">
            <a:spAutoFit/>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37234" name="Text Box 135"/>
          <p:cNvSpPr txBox="1">
            <a:spLocks noChangeArrowheads="1"/>
          </p:cNvSpPr>
          <p:nvPr/>
        </p:nvSpPr>
        <p:spPr bwMode="auto">
          <a:xfrm flipH="1">
            <a:off x="5896156" y="2353083"/>
            <a:ext cx="107914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50000"/>
              </a:spcBef>
              <a:spcAft>
                <a:spcPct val="0"/>
              </a:spcAft>
              <a:buClr>
                <a:srgbClr val="FF9933"/>
              </a:buClr>
              <a:buFont typeface="Wingdings" panose="05000000000000000000" pitchFamily="2" charset="2"/>
              <a:buNone/>
            </a:pPr>
            <a:r>
              <a:rPr lang="en-US" altLang="en-US" sz="1200">
                <a:solidFill>
                  <a:prstClr val="black"/>
                </a:solidFill>
              </a:rPr>
              <a:t>192.168.1.20</a:t>
            </a:r>
          </a:p>
        </p:txBody>
      </p:sp>
      <p:sp>
        <p:nvSpPr>
          <p:cNvPr id="137235" name="Text Box 140"/>
          <p:cNvSpPr txBox="1">
            <a:spLocks noChangeArrowheads="1"/>
          </p:cNvSpPr>
          <p:nvPr/>
        </p:nvSpPr>
        <p:spPr bwMode="auto">
          <a:xfrm>
            <a:off x="6670677" y="2725738"/>
            <a:ext cx="592022" cy="350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NAT</a:t>
            </a:r>
          </a:p>
        </p:txBody>
      </p:sp>
      <p:pic>
        <p:nvPicPr>
          <p:cNvPr id="137236" name="Picture 161" descr="File-Application_Serve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11388" y="1838326"/>
            <a:ext cx="436563" cy="627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7237" name="Picture 163" descr="PC"/>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812213" y="1458914"/>
            <a:ext cx="636587"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37238" name="Group 164"/>
          <p:cNvGrpSpPr>
            <a:grpSpLocks/>
          </p:cNvGrpSpPr>
          <p:nvPr/>
        </p:nvGrpSpPr>
        <p:grpSpPr bwMode="auto">
          <a:xfrm>
            <a:off x="2962275" y="1676401"/>
            <a:ext cx="1538288" cy="784225"/>
            <a:chOff x="775" y="3234"/>
            <a:chExt cx="969" cy="494"/>
          </a:xfrm>
        </p:grpSpPr>
        <p:pic>
          <p:nvPicPr>
            <p:cNvPr id="137242" name="Picture 165" descr="Network_Cloud_Standard"/>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75" y="3234"/>
              <a:ext cx="969" cy="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7243" name="Rectangle 166"/>
            <p:cNvSpPr>
              <a:spLocks noChangeArrowheads="1"/>
            </p:cNvSpPr>
            <p:nvPr/>
          </p:nvSpPr>
          <p:spPr bwMode="auto">
            <a:xfrm>
              <a:off x="970" y="3384"/>
              <a:ext cx="55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Internet</a:t>
              </a:r>
            </a:p>
          </p:txBody>
        </p:sp>
      </p:grpSp>
      <p:pic>
        <p:nvPicPr>
          <p:cNvPr id="137239" name="Picture 167" descr="PC"/>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918575" y="2484439"/>
            <a:ext cx="636588"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7240" name="Picture 170" descr="Cisco_ASA5500"/>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743701" y="1679576"/>
            <a:ext cx="493713"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7241" name="Picture 171" descr="Route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841875" y="1887540"/>
            <a:ext cx="630239" cy="43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8402433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p:cNvSpPr>
            <a:spLocks noChangeArrowheads="1"/>
          </p:cNvSpPr>
          <p:nvPr/>
        </p:nvSpPr>
        <p:spPr bwMode="auto">
          <a:xfrm>
            <a:off x="1320800" y="3571875"/>
            <a:ext cx="9245600" cy="400754"/>
          </a:xfrm>
          <a:prstGeom prst="rect">
            <a:avLst/>
          </a:prstGeom>
          <a:solidFill>
            <a:schemeClr val="bg1"/>
          </a:solidFill>
          <a:ln w="28575">
            <a:solidFill>
              <a:schemeClr val="bg2"/>
            </a:solidFill>
            <a:miter lim="800000"/>
            <a:headEnd/>
            <a:tailEnd/>
          </a:ln>
        </p:spPr>
        <p:txBody>
          <a:bodyPr wrap="square" lIns="92075" tIns="46039" rIns="92075" bIns="46039">
            <a:spAutoFit/>
          </a:bodyPr>
          <a:lstStyle>
            <a:lvl1pPr marL="230188" indent="-230188">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2000" dirty="0">
                <a:solidFill>
                  <a:prstClr val="black"/>
                </a:solidFill>
                <a:latin typeface="Courier New" panose="02070309020205020404" pitchFamily="49" charset="0"/>
              </a:rPr>
              <a:t>route </a:t>
            </a:r>
            <a:r>
              <a:rPr lang="en-US" altLang="en-US" sz="2000" i="1" dirty="0" err="1">
                <a:solidFill>
                  <a:prstClr val="black"/>
                </a:solidFill>
                <a:latin typeface="Courier New" panose="02070309020205020404" pitchFamily="49" charset="0"/>
              </a:rPr>
              <a:t>if_name</a:t>
            </a:r>
            <a:r>
              <a:rPr lang="en-US" altLang="en-US" sz="2000" dirty="0">
                <a:solidFill>
                  <a:prstClr val="black"/>
                </a:solidFill>
                <a:latin typeface="Courier New" panose="02070309020205020404" pitchFamily="49" charset="0"/>
              </a:rPr>
              <a:t> </a:t>
            </a:r>
            <a:r>
              <a:rPr lang="en-US" altLang="en-US" sz="2000" i="1" dirty="0" err="1">
                <a:solidFill>
                  <a:prstClr val="black"/>
                </a:solidFill>
                <a:latin typeface="Courier New" panose="02070309020205020404" pitchFamily="49" charset="0"/>
              </a:rPr>
              <a:t>ip_address</a:t>
            </a:r>
            <a:r>
              <a:rPr lang="en-US" altLang="en-US" sz="2000" dirty="0">
                <a:solidFill>
                  <a:prstClr val="black"/>
                </a:solidFill>
                <a:latin typeface="Courier New" panose="02070309020205020404" pitchFamily="49" charset="0"/>
              </a:rPr>
              <a:t> </a:t>
            </a:r>
            <a:r>
              <a:rPr lang="en-US" altLang="en-US" sz="2000" i="1" dirty="0" err="1">
                <a:solidFill>
                  <a:prstClr val="black"/>
                </a:solidFill>
                <a:latin typeface="Courier New" panose="02070309020205020404" pitchFamily="49" charset="0"/>
              </a:rPr>
              <a:t>netmask</a:t>
            </a:r>
            <a:r>
              <a:rPr lang="en-US" altLang="en-US" sz="2000" dirty="0">
                <a:solidFill>
                  <a:prstClr val="black"/>
                </a:solidFill>
                <a:latin typeface="Courier New" panose="02070309020205020404" pitchFamily="49" charset="0"/>
              </a:rPr>
              <a:t> </a:t>
            </a:r>
            <a:r>
              <a:rPr lang="en-US" altLang="en-US" sz="2000" i="1" dirty="0" err="1">
                <a:solidFill>
                  <a:prstClr val="black"/>
                </a:solidFill>
                <a:latin typeface="Courier New" panose="02070309020205020404" pitchFamily="49" charset="0"/>
              </a:rPr>
              <a:t>gateway_ip</a:t>
            </a:r>
            <a:r>
              <a:rPr lang="en-US" altLang="en-US" sz="2000" dirty="0">
                <a:solidFill>
                  <a:prstClr val="black"/>
                </a:solidFill>
                <a:latin typeface="Courier New" panose="02070309020205020404" pitchFamily="49" charset="0"/>
              </a:rPr>
              <a:t> [</a:t>
            </a:r>
            <a:r>
              <a:rPr lang="en-US" altLang="en-US" sz="2000" i="1" dirty="0">
                <a:solidFill>
                  <a:prstClr val="black"/>
                </a:solidFill>
                <a:latin typeface="Courier New" panose="02070309020205020404" pitchFamily="49" charset="0"/>
              </a:rPr>
              <a:t>metric</a:t>
            </a:r>
            <a:r>
              <a:rPr lang="en-US" altLang="en-US" sz="2000" dirty="0">
                <a:solidFill>
                  <a:prstClr val="black"/>
                </a:solidFill>
                <a:latin typeface="Courier New" panose="02070309020205020404" pitchFamily="49" charset="0"/>
              </a:rPr>
              <a:t>]</a:t>
            </a:r>
          </a:p>
        </p:txBody>
      </p:sp>
      <p:sp>
        <p:nvSpPr>
          <p:cNvPr id="139267" name="Text Box 3"/>
          <p:cNvSpPr txBox="1">
            <a:spLocks noChangeArrowheads="1"/>
          </p:cNvSpPr>
          <p:nvPr/>
        </p:nvSpPr>
        <p:spPr bwMode="auto">
          <a:xfrm>
            <a:off x="2381251" y="3164164"/>
            <a:ext cx="1980029"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50000"/>
              </a:spcBef>
              <a:spcAft>
                <a:spcPct val="0"/>
              </a:spcAft>
              <a:buClr>
                <a:srgbClr val="FF9933"/>
              </a:buClr>
              <a:buFont typeface="Wingdings" panose="05000000000000000000" pitchFamily="2" charset="2"/>
              <a:buNone/>
            </a:pPr>
            <a:r>
              <a:rPr lang="en-US" altLang="en-US">
                <a:solidFill>
                  <a:prstClr val="black"/>
                </a:solidFill>
              </a:rPr>
              <a:t>ciscoasa(config)#</a:t>
            </a:r>
          </a:p>
        </p:txBody>
      </p:sp>
      <p:sp>
        <p:nvSpPr>
          <p:cNvPr id="139268" name="Rectangle 4"/>
          <p:cNvSpPr>
            <a:spLocks noGrp="1" noChangeArrowheads="1"/>
          </p:cNvSpPr>
          <p:nvPr>
            <p:ph type="title"/>
          </p:nvPr>
        </p:nvSpPr>
        <p:spPr>
          <a:xfrm>
            <a:off x="0" y="-14287"/>
            <a:ext cx="10515600" cy="530225"/>
          </a:xfrm>
        </p:spPr>
        <p:txBody>
          <a:bodyPr/>
          <a:lstStyle/>
          <a:p>
            <a:pPr eaLnBrk="1" hangingPunct="1"/>
            <a:r>
              <a:rPr lang="en-US" altLang="en-US" sz="3733" dirty="0">
                <a:latin typeface="Arial" panose="020B0604020202020204" pitchFamily="34" charset="0"/>
                <a:cs typeface="Arial" panose="020B0604020202020204" pitchFamily="34" charset="0"/>
              </a:rPr>
              <a:t>Configure a Static Route: route Command</a:t>
            </a:r>
          </a:p>
        </p:txBody>
      </p:sp>
      <p:sp>
        <p:nvSpPr>
          <p:cNvPr id="139269" name="Rectangle 5"/>
          <p:cNvSpPr>
            <a:spLocks noGrp="1" noChangeArrowheads="1"/>
          </p:cNvSpPr>
          <p:nvPr>
            <p:ph idx="1"/>
          </p:nvPr>
        </p:nvSpPr>
        <p:spPr>
          <a:xfrm>
            <a:off x="2381250" y="4324351"/>
            <a:ext cx="6991351" cy="457200"/>
          </a:xfrm>
        </p:spPr>
        <p:txBody>
          <a:bodyPr/>
          <a:lstStyle/>
          <a:p>
            <a:pPr lvl="1" eaLnBrk="1" hangingPunct="1">
              <a:buFont typeface="Wingdings" panose="05000000000000000000" pitchFamily="2" charset="2"/>
              <a:buNone/>
            </a:pPr>
            <a:r>
              <a:rPr lang="en-US" altLang="en-US"/>
              <a:t>Defines a static or default route for an interface</a:t>
            </a:r>
          </a:p>
        </p:txBody>
      </p:sp>
      <p:sp>
        <p:nvSpPr>
          <p:cNvPr id="139270" name="Rectangle 6"/>
          <p:cNvSpPr>
            <a:spLocks noChangeArrowheads="1"/>
          </p:cNvSpPr>
          <p:nvPr/>
        </p:nvSpPr>
        <p:spPr bwMode="auto">
          <a:xfrm>
            <a:off x="1320800" y="4784725"/>
            <a:ext cx="9347200" cy="702375"/>
          </a:xfrm>
          <a:prstGeom prst="rect">
            <a:avLst/>
          </a:prstGeom>
          <a:solidFill>
            <a:schemeClr val="bg1"/>
          </a:solidFill>
          <a:ln w="28575">
            <a:solidFill>
              <a:schemeClr val="bg2"/>
            </a:solidFill>
            <a:miter lim="800000"/>
            <a:headEnd/>
            <a:tailEnd/>
          </a:ln>
        </p:spPr>
        <p:txBody>
          <a:bodyPr wrap="square" lIns="92075" tIns="46039" rIns="92075" bIns="46039">
            <a:spAutoFit/>
          </a:bodyPr>
          <a:lstStyle>
            <a:lvl1pPr marL="230188" indent="-230188">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latin typeface="Courier New" panose="02070309020205020404" pitchFamily="49" charset="0"/>
              </a:rPr>
              <a:t>asa1(config)# route outside 0.0.0.0 0.0.0.0 192.168.1.1 1</a:t>
            </a:r>
          </a:p>
          <a:p>
            <a:pPr fontAlgn="base">
              <a:spcBef>
                <a:spcPct val="20000"/>
              </a:spcBef>
              <a:spcAft>
                <a:spcPct val="0"/>
              </a:spcAft>
              <a:buClr>
                <a:srgbClr val="FF9933"/>
              </a:buClr>
              <a:buFont typeface="Wingdings" panose="05000000000000000000" pitchFamily="2" charset="2"/>
              <a:buNone/>
            </a:pPr>
            <a:r>
              <a:rPr lang="en-US" altLang="en-US">
                <a:solidFill>
                  <a:prstClr val="black"/>
                </a:solidFill>
                <a:latin typeface="Courier New" panose="02070309020205020404" pitchFamily="49" charset="0"/>
              </a:rPr>
              <a:t>asa1(config)# route inside 10.1.1.0 255.255.255.0 10.0.1.102 1</a:t>
            </a:r>
          </a:p>
        </p:txBody>
      </p:sp>
      <p:sp>
        <p:nvSpPr>
          <p:cNvPr id="139271" name="Freeform 156"/>
          <p:cNvSpPr>
            <a:spLocks/>
          </p:cNvSpPr>
          <p:nvPr/>
        </p:nvSpPr>
        <p:spPr bwMode="auto">
          <a:xfrm flipH="1">
            <a:off x="8648701" y="2143125"/>
            <a:ext cx="742951" cy="979488"/>
          </a:xfrm>
          <a:custGeom>
            <a:avLst/>
            <a:gdLst>
              <a:gd name="T0" fmla="*/ 0 w 253"/>
              <a:gd name="T1" fmla="*/ 0 h 777"/>
              <a:gd name="T2" fmla="*/ 2147483646 w 253"/>
              <a:gd name="T3" fmla="*/ 0 h 777"/>
              <a:gd name="T4" fmla="*/ 2147483646 w 253"/>
              <a:gd name="T5" fmla="*/ 2147483646 h 777"/>
              <a:gd name="T6" fmla="*/ 0 w 253"/>
              <a:gd name="T7" fmla="*/ 2147483646 h 777"/>
              <a:gd name="T8" fmla="*/ 0 60000 65536"/>
              <a:gd name="T9" fmla="*/ 0 60000 65536"/>
              <a:gd name="T10" fmla="*/ 0 60000 65536"/>
              <a:gd name="T11" fmla="*/ 0 60000 65536"/>
              <a:gd name="T12" fmla="*/ 0 w 253"/>
              <a:gd name="T13" fmla="*/ 0 h 777"/>
              <a:gd name="T14" fmla="*/ 253 w 253"/>
              <a:gd name="T15" fmla="*/ 777 h 777"/>
            </a:gdLst>
            <a:ahLst/>
            <a:cxnLst>
              <a:cxn ang="T8">
                <a:pos x="T0" y="T1"/>
              </a:cxn>
              <a:cxn ang="T9">
                <a:pos x="T2" y="T3"/>
              </a:cxn>
              <a:cxn ang="T10">
                <a:pos x="T4" y="T5"/>
              </a:cxn>
              <a:cxn ang="T11">
                <a:pos x="T6" y="T7"/>
              </a:cxn>
            </a:cxnLst>
            <a:rect l="T12" t="T13" r="T14" b="T15"/>
            <a:pathLst>
              <a:path w="253" h="777">
                <a:moveTo>
                  <a:pt x="0" y="0"/>
                </a:moveTo>
                <a:lnTo>
                  <a:pt x="252" y="0"/>
                </a:lnTo>
                <a:lnTo>
                  <a:pt x="252" y="776"/>
                </a:lnTo>
                <a:lnTo>
                  <a:pt x="0" y="776"/>
                </a:lnTo>
              </a:path>
            </a:pathLst>
          </a:custGeom>
          <a:noFill/>
          <a:ln w="38100" cap="rnd">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39272" name="Rectangle 157"/>
          <p:cNvSpPr>
            <a:spLocks noChangeArrowheads="1"/>
          </p:cNvSpPr>
          <p:nvPr/>
        </p:nvSpPr>
        <p:spPr bwMode="auto">
          <a:xfrm>
            <a:off x="4941888" y="2692401"/>
            <a:ext cx="1231106" cy="319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192.168.1.1</a:t>
            </a:r>
          </a:p>
        </p:txBody>
      </p:sp>
      <p:grpSp>
        <p:nvGrpSpPr>
          <p:cNvPr id="139273" name="Group 158"/>
          <p:cNvGrpSpPr>
            <a:grpSpLocks/>
          </p:cNvGrpSpPr>
          <p:nvPr/>
        </p:nvGrpSpPr>
        <p:grpSpPr bwMode="auto">
          <a:xfrm flipH="1">
            <a:off x="5289549" y="1903413"/>
            <a:ext cx="1466851" cy="355600"/>
            <a:chOff x="2688" y="1312"/>
            <a:chExt cx="876" cy="224"/>
          </a:xfrm>
        </p:grpSpPr>
        <p:sp>
          <p:nvSpPr>
            <p:cNvPr id="139292" name="Arc 159"/>
            <p:cNvSpPr>
              <a:spLocks/>
            </p:cNvSpPr>
            <p:nvPr/>
          </p:nvSpPr>
          <p:spPr bwMode="auto">
            <a:xfrm rot="10800000" flipV="1">
              <a:off x="2688" y="1312"/>
              <a:ext cx="440" cy="22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type="none" w="sm" len="sm"/>
              <a:tailEnd/>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39293" name="Arc 160"/>
            <p:cNvSpPr>
              <a:spLocks/>
            </p:cNvSpPr>
            <p:nvPr/>
          </p:nvSpPr>
          <p:spPr bwMode="auto">
            <a:xfrm rot="10800000" flipH="1" flipV="1">
              <a:off x="3124" y="1312"/>
              <a:ext cx="440" cy="22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grpSp>
      <p:sp>
        <p:nvSpPr>
          <p:cNvPr id="139274" name="Line 161"/>
          <p:cNvSpPr>
            <a:spLocks noChangeShapeType="1"/>
          </p:cNvSpPr>
          <p:nvPr/>
        </p:nvSpPr>
        <p:spPr bwMode="auto">
          <a:xfrm flipH="1" flipV="1">
            <a:off x="2501900" y="2416175"/>
            <a:ext cx="5816600" cy="127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39275" name="Rectangle 164"/>
          <p:cNvSpPr>
            <a:spLocks noChangeArrowheads="1"/>
          </p:cNvSpPr>
          <p:nvPr/>
        </p:nvSpPr>
        <p:spPr bwMode="auto">
          <a:xfrm flipH="1">
            <a:off x="9086590" y="2527300"/>
            <a:ext cx="833698" cy="285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1763" tIns="49988" rIns="101763" bIns="49988">
            <a:spAutoFit/>
          </a:bodyPr>
          <a:lstStyle>
            <a:lvl1pPr defTabSz="1028700">
              <a:defRPr>
                <a:solidFill>
                  <a:schemeClr val="tx1"/>
                </a:solidFill>
                <a:latin typeface="Arial" panose="020B0604020202020204" pitchFamily="34" charset="0"/>
                <a:cs typeface="Arial" panose="020B0604020202020204" pitchFamily="34" charset="0"/>
              </a:defRPr>
            </a:lvl1pPr>
            <a:lvl2pPr marL="742950" indent="-285750" defTabSz="1028700">
              <a:defRPr>
                <a:solidFill>
                  <a:schemeClr val="tx1"/>
                </a:solidFill>
                <a:latin typeface="Arial" panose="020B0604020202020204" pitchFamily="34" charset="0"/>
                <a:cs typeface="Arial" panose="020B0604020202020204" pitchFamily="34" charset="0"/>
              </a:defRPr>
            </a:lvl2pPr>
            <a:lvl3pPr marL="1143000" indent="-228600" defTabSz="1028700">
              <a:defRPr>
                <a:solidFill>
                  <a:schemeClr val="tx1"/>
                </a:solidFill>
                <a:latin typeface="Arial" panose="020B0604020202020204" pitchFamily="34" charset="0"/>
                <a:cs typeface="Arial" panose="020B0604020202020204" pitchFamily="34" charset="0"/>
              </a:defRPr>
            </a:lvl3pPr>
            <a:lvl4pPr marL="1600200" indent="-228600" defTabSz="1028700">
              <a:defRPr>
                <a:solidFill>
                  <a:schemeClr val="tx1"/>
                </a:solidFill>
                <a:latin typeface="Arial" panose="020B0604020202020204" pitchFamily="34" charset="0"/>
                <a:cs typeface="Arial" panose="020B0604020202020204" pitchFamily="34" charset="0"/>
              </a:defRPr>
            </a:lvl4pPr>
            <a:lvl5pPr marL="2057400" indent="-228600" defTabSz="1028700">
              <a:defRPr>
                <a:solidFill>
                  <a:schemeClr val="tx1"/>
                </a:solidFill>
                <a:latin typeface="Arial" panose="020B0604020202020204" pitchFamily="34" charset="0"/>
                <a:cs typeface="Arial" panose="020B0604020202020204" pitchFamily="34" charset="0"/>
              </a:defRPr>
            </a:lvl5pPr>
            <a:lvl6pPr marL="25146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10.1.1.11</a:t>
            </a:r>
          </a:p>
        </p:txBody>
      </p:sp>
      <p:sp>
        <p:nvSpPr>
          <p:cNvPr id="139276" name="Rectangle 165"/>
          <p:cNvSpPr>
            <a:spLocks noChangeArrowheads="1"/>
          </p:cNvSpPr>
          <p:nvPr/>
        </p:nvSpPr>
        <p:spPr bwMode="auto">
          <a:xfrm flipH="1">
            <a:off x="9061449" y="3451225"/>
            <a:ext cx="820739" cy="285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01763" tIns="49988" rIns="101763" bIns="49988">
            <a:spAutoFit/>
          </a:bodyPr>
          <a:lstStyle>
            <a:lvl1pPr defTabSz="1028700">
              <a:defRPr>
                <a:solidFill>
                  <a:schemeClr val="tx1"/>
                </a:solidFill>
                <a:latin typeface="Arial" panose="020B0604020202020204" pitchFamily="34" charset="0"/>
                <a:cs typeface="Arial" panose="020B0604020202020204" pitchFamily="34" charset="0"/>
              </a:defRPr>
            </a:lvl1pPr>
            <a:lvl2pPr marL="742950" indent="-285750" defTabSz="1028700">
              <a:defRPr>
                <a:solidFill>
                  <a:schemeClr val="tx1"/>
                </a:solidFill>
                <a:latin typeface="Arial" panose="020B0604020202020204" pitchFamily="34" charset="0"/>
                <a:cs typeface="Arial" panose="020B0604020202020204" pitchFamily="34" charset="0"/>
              </a:defRPr>
            </a:lvl2pPr>
            <a:lvl3pPr marL="1143000" indent="-228600" defTabSz="1028700">
              <a:defRPr>
                <a:solidFill>
                  <a:schemeClr val="tx1"/>
                </a:solidFill>
                <a:latin typeface="Arial" panose="020B0604020202020204" pitchFamily="34" charset="0"/>
                <a:cs typeface="Arial" panose="020B0604020202020204" pitchFamily="34" charset="0"/>
              </a:defRPr>
            </a:lvl3pPr>
            <a:lvl4pPr marL="1600200" indent="-228600" defTabSz="1028700">
              <a:defRPr>
                <a:solidFill>
                  <a:schemeClr val="tx1"/>
                </a:solidFill>
                <a:latin typeface="Arial" panose="020B0604020202020204" pitchFamily="34" charset="0"/>
                <a:cs typeface="Arial" panose="020B0604020202020204" pitchFamily="34" charset="0"/>
              </a:defRPr>
            </a:lvl4pPr>
            <a:lvl5pPr marL="2057400" indent="-228600" defTabSz="1028700">
              <a:defRPr>
                <a:solidFill>
                  <a:schemeClr val="tx1"/>
                </a:solidFill>
                <a:latin typeface="Arial" panose="020B0604020202020204" pitchFamily="34" charset="0"/>
                <a:cs typeface="Arial" panose="020B0604020202020204" pitchFamily="34" charset="0"/>
              </a:defRPr>
            </a:lvl5pPr>
            <a:lvl6pPr marL="25146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20000"/>
              </a:spcBef>
              <a:spcAft>
                <a:spcPct val="0"/>
              </a:spcAft>
              <a:buClr>
                <a:srgbClr val="FF9933"/>
              </a:buClr>
              <a:buFont typeface="Wingdings" panose="05000000000000000000" pitchFamily="2" charset="2"/>
              <a:buNone/>
            </a:pPr>
            <a:r>
              <a:rPr lang="en-US" altLang="en-US" sz="1200">
                <a:solidFill>
                  <a:srgbClr val="E7E6E6"/>
                </a:solidFill>
              </a:rPr>
              <a:t>10.1.1.4</a:t>
            </a:r>
          </a:p>
        </p:txBody>
      </p:sp>
      <p:sp>
        <p:nvSpPr>
          <p:cNvPr id="139277" name="Text Box 166"/>
          <p:cNvSpPr txBox="1">
            <a:spLocks noChangeArrowheads="1"/>
          </p:cNvSpPr>
          <p:nvPr/>
        </p:nvSpPr>
        <p:spPr bwMode="auto">
          <a:xfrm>
            <a:off x="5248275" y="1543050"/>
            <a:ext cx="1558119" cy="350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Default Route</a:t>
            </a:r>
          </a:p>
        </p:txBody>
      </p:sp>
      <p:sp>
        <p:nvSpPr>
          <p:cNvPr id="139278" name="Rectangle 167"/>
          <p:cNvSpPr>
            <a:spLocks noChangeArrowheads="1"/>
          </p:cNvSpPr>
          <p:nvPr/>
        </p:nvSpPr>
        <p:spPr bwMode="auto">
          <a:xfrm flipH="1">
            <a:off x="7453314" y="2613026"/>
            <a:ext cx="1239837" cy="347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01763" tIns="49988" rIns="101763" bIns="49988">
            <a:spAutoFit/>
          </a:bodyPr>
          <a:lstStyle>
            <a:lvl1pPr defTabSz="1028700">
              <a:defRPr>
                <a:solidFill>
                  <a:schemeClr val="tx1"/>
                </a:solidFill>
                <a:latin typeface="Arial" panose="020B0604020202020204" pitchFamily="34" charset="0"/>
                <a:cs typeface="Arial" panose="020B0604020202020204" pitchFamily="34" charset="0"/>
              </a:defRPr>
            </a:lvl1pPr>
            <a:lvl2pPr marL="742950" indent="-285750" defTabSz="1028700">
              <a:defRPr>
                <a:solidFill>
                  <a:schemeClr val="tx1"/>
                </a:solidFill>
                <a:latin typeface="Arial" panose="020B0604020202020204" pitchFamily="34" charset="0"/>
                <a:cs typeface="Arial" panose="020B0604020202020204" pitchFamily="34" charset="0"/>
              </a:defRPr>
            </a:lvl2pPr>
            <a:lvl3pPr marL="1143000" indent="-228600" defTabSz="1028700">
              <a:defRPr>
                <a:solidFill>
                  <a:schemeClr val="tx1"/>
                </a:solidFill>
                <a:latin typeface="Arial" panose="020B0604020202020204" pitchFamily="34" charset="0"/>
                <a:cs typeface="Arial" panose="020B0604020202020204" pitchFamily="34" charset="0"/>
              </a:defRPr>
            </a:lvl3pPr>
            <a:lvl4pPr marL="1600200" indent="-228600" defTabSz="1028700">
              <a:defRPr>
                <a:solidFill>
                  <a:schemeClr val="tx1"/>
                </a:solidFill>
                <a:latin typeface="Arial" panose="020B0604020202020204" pitchFamily="34" charset="0"/>
                <a:cs typeface="Arial" panose="020B0604020202020204" pitchFamily="34" charset="0"/>
              </a:defRPr>
            </a:lvl4pPr>
            <a:lvl5pPr marL="2057400" indent="-228600" defTabSz="1028700">
              <a:defRPr>
                <a:solidFill>
                  <a:schemeClr val="tx1"/>
                </a:solidFill>
                <a:latin typeface="Arial" panose="020B0604020202020204" pitchFamily="34" charset="0"/>
                <a:cs typeface="Arial" panose="020B0604020202020204" pitchFamily="34" charset="0"/>
              </a:defRPr>
            </a:lvl5pPr>
            <a:lvl6pPr marL="25146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10.0.1.102</a:t>
            </a:r>
          </a:p>
        </p:txBody>
      </p:sp>
      <p:sp>
        <p:nvSpPr>
          <p:cNvPr id="139279" name="Text Box 168"/>
          <p:cNvSpPr txBox="1">
            <a:spLocks noChangeArrowheads="1"/>
          </p:cNvSpPr>
          <p:nvPr/>
        </p:nvSpPr>
        <p:spPr bwMode="auto">
          <a:xfrm>
            <a:off x="7369175" y="1543050"/>
            <a:ext cx="1404231" cy="350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Static Route</a:t>
            </a:r>
          </a:p>
        </p:txBody>
      </p:sp>
      <p:pic>
        <p:nvPicPr>
          <p:cNvPr id="139280" name="Picture 170" descr="File-Application_Serve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97101" y="2082802"/>
            <a:ext cx="436563" cy="627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9281" name="Picture 172" descr="PC"/>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090026" y="1905001"/>
            <a:ext cx="636588"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39282" name="Group 173"/>
          <p:cNvGrpSpPr>
            <a:grpSpLocks/>
          </p:cNvGrpSpPr>
          <p:nvPr/>
        </p:nvGrpSpPr>
        <p:grpSpPr bwMode="auto">
          <a:xfrm>
            <a:off x="2990851" y="1978026"/>
            <a:ext cx="1538288" cy="784225"/>
            <a:chOff x="775" y="3234"/>
            <a:chExt cx="969" cy="494"/>
          </a:xfrm>
        </p:grpSpPr>
        <p:pic>
          <p:nvPicPr>
            <p:cNvPr id="139290" name="Picture 174" descr="Network_Cloud_Standard"/>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75" y="3234"/>
              <a:ext cx="969" cy="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9291" name="Rectangle 175"/>
            <p:cNvSpPr>
              <a:spLocks noChangeArrowheads="1"/>
            </p:cNvSpPr>
            <p:nvPr/>
          </p:nvSpPr>
          <p:spPr bwMode="auto">
            <a:xfrm>
              <a:off x="970" y="3384"/>
              <a:ext cx="55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Internet</a:t>
              </a:r>
            </a:p>
          </p:txBody>
        </p:sp>
      </p:grpSp>
      <p:pic>
        <p:nvPicPr>
          <p:cNvPr id="139283" name="Picture 176" descr="PC"/>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80513" y="2828926"/>
            <a:ext cx="636587"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39284" name="Group 178"/>
          <p:cNvGrpSpPr>
            <a:grpSpLocks/>
          </p:cNvGrpSpPr>
          <p:nvPr/>
        </p:nvGrpSpPr>
        <p:grpSpPr bwMode="auto">
          <a:xfrm>
            <a:off x="7067549" y="1865313"/>
            <a:ext cx="2381251" cy="355600"/>
            <a:chOff x="2688" y="1312"/>
            <a:chExt cx="876" cy="224"/>
          </a:xfrm>
        </p:grpSpPr>
        <p:sp>
          <p:nvSpPr>
            <p:cNvPr id="139288" name="Arc 179"/>
            <p:cNvSpPr>
              <a:spLocks/>
            </p:cNvSpPr>
            <p:nvPr/>
          </p:nvSpPr>
          <p:spPr bwMode="auto">
            <a:xfrm rot="10800000" flipV="1">
              <a:off x="2688" y="1312"/>
              <a:ext cx="440" cy="22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type="none" w="sm" len="sm"/>
              <a:tailEnd/>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39289" name="Arc 180"/>
            <p:cNvSpPr>
              <a:spLocks/>
            </p:cNvSpPr>
            <p:nvPr/>
          </p:nvSpPr>
          <p:spPr bwMode="auto">
            <a:xfrm rot="10800000" flipH="1" flipV="1">
              <a:off x="3124" y="1312"/>
              <a:ext cx="440" cy="22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grpSp>
      <p:pic>
        <p:nvPicPr>
          <p:cNvPr id="139285" name="Picture 181" descr="Cisco_ASA5500"/>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672263" y="2279651"/>
            <a:ext cx="493712"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9286" name="Picture 182" descr="Route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911726" y="2292349"/>
            <a:ext cx="630239" cy="439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9287" name="Picture 183" descr="Route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169275" y="2209800"/>
            <a:ext cx="630239" cy="439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79744625"/>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2"/>
          <p:cNvSpPr>
            <a:spLocks noChangeArrowheads="1"/>
          </p:cNvSpPr>
          <p:nvPr/>
        </p:nvSpPr>
        <p:spPr bwMode="auto">
          <a:xfrm>
            <a:off x="2166939" y="4857955"/>
            <a:ext cx="7708900" cy="1139418"/>
          </a:xfrm>
          <a:prstGeom prst="rect">
            <a:avLst/>
          </a:prstGeom>
          <a:solidFill>
            <a:schemeClr val="bg1"/>
          </a:solidFill>
          <a:ln w="28575">
            <a:solidFill>
              <a:schemeClr val="tx1"/>
            </a:solidFill>
            <a:miter lim="800000"/>
            <a:headEnd/>
            <a:tailEnd/>
          </a:ln>
        </p:spPr>
        <p:txBody>
          <a:bodyPr lIns="92075" tIns="46039" rIns="92075" bIns="46039" anchor="ctr">
            <a:spAutoFit/>
          </a:bodyPr>
          <a:lstStyle>
            <a:lvl1pPr marL="222250" indent="-22225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2000">
                <a:solidFill>
                  <a:prstClr val="black"/>
                </a:solidFill>
                <a:latin typeface="Courier New" panose="02070309020205020404" pitchFamily="49" charset="0"/>
              </a:rPr>
              <a:t>asa1(config)# names</a:t>
            </a:r>
          </a:p>
          <a:p>
            <a:pPr fontAlgn="base">
              <a:spcBef>
                <a:spcPct val="20000"/>
              </a:spcBef>
              <a:spcAft>
                <a:spcPct val="0"/>
              </a:spcAft>
              <a:buClr>
                <a:srgbClr val="FF9933"/>
              </a:buClr>
              <a:buFont typeface="Wingdings" panose="05000000000000000000" pitchFamily="2" charset="2"/>
              <a:buNone/>
            </a:pPr>
            <a:r>
              <a:rPr lang="en-US" altLang="en-US" sz="2000">
                <a:solidFill>
                  <a:prstClr val="black"/>
                </a:solidFill>
                <a:latin typeface="Courier New" panose="02070309020205020404" pitchFamily="49" charset="0"/>
              </a:rPr>
              <a:t>asa1(config)# name 172.16.1.2 bastionhost</a:t>
            </a:r>
          </a:p>
          <a:p>
            <a:pPr fontAlgn="base">
              <a:spcBef>
                <a:spcPct val="20000"/>
              </a:spcBef>
              <a:spcAft>
                <a:spcPct val="0"/>
              </a:spcAft>
              <a:buClr>
                <a:srgbClr val="FF9933"/>
              </a:buClr>
              <a:buFont typeface="Wingdings" panose="05000000000000000000" pitchFamily="2" charset="2"/>
              <a:buNone/>
            </a:pPr>
            <a:r>
              <a:rPr lang="en-US" altLang="en-US" sz="2000">
                <a:solidFill>
                  <a:prstClr val="black"/>
                </a:solidFill>
                <a:latin typeface="Courier New" panose="02070309020205020404" pitchFamily="49" charset="0"/>
              </a:rPr>
              <a:t>asa1(config)# name 10.0.1.11 insidehost</a:t>
            </a:r>
          </a:p>
        </p:txBody>
      </p:sp>
      <p:sp>
        <p:nvSpPr>
          <p:cNvPr id="141315" name="Rectangle 3"/>
          <p:cNvSpPr>
            <a:spLocks noGrp="1" noChangeArrowheads="1"/>
          </p:cNvSpPr>
          <p:nvPr>
            <p:ph type="title"/>
          </p:nvPr>
        </p:nvSpPr>
        <p:spPr>
          <a:xfrm>
            <a:off x="0" y="5933"/>
            <a:ext cx="12192000" cy="1325563"/>
          </a:xfrm>
        </p:spPr>
        <p:txBody>
          <a:bodyPr/>
          <a:lstStyle/>
          <a:p>
            <a:pPr eaLnBrk="1" hangingPunct="1"/>
            <a:r>
              <a:rPr lang="en-US" altLang="en-US" sz="3733" dirty="0">
                <a:latin typeface="Arial" panose="020B0604020202020204" pitchFamily="34" charset="0"/>
                <a:cs typeface="Arial" panose="020B0604020202020204" pitchFamily="34" charset="0"/>
              </a:rPr>
              <a:t>Host Name-to-IP-Address Mapping: </a:t>
            </a:r>
            <a:br>
              <a:rPr lang="en-US" altLang="en-US" sz="3733" dirty="0">
                <a:latin typeface="Arial" panose="020B0604020202020204" pitchFamily="34" charset="0"/>
                <a:cs typeface="Arial" panose="020B0604020202020204" pitchFamily="34" charset="0"/>
              </a:rPr>
            </a:br>
            <a:r>
              <a:rPr lang="en-US" altLang="en-US" sz="3733" dirty="0">
                <a:latin typeface="Arial" panose="020B0604020202020204" pitchFamily="34" charset="0"/>
                <a:cs typeface="Arial" panose="020B0604020202020204" pitchFamily="34" charset="0"/>
              </a:rPr>
              <a:t>name Command</a:t>
            </a:r>
          </a:p>
        </p:txBody>
      </p:sp>
      <p:sp>
        <p:nvSpPr>
          <p:cNvPr id="141316" name="Rectangle 4"/>
          <p:cNvSpPr>
            <a:spLocks noGrp="1" noChangeArrowheads="1"/>
          </p:cNvSpPr>
          <p:nvPr>
            <p:ph sz="half" idx="1"/>
          </p:nvPr>
        </p:nvSpPr>
        <p:spPr>
          <a:xfrm>
            <a:off x="2095501" y="4143377"/>
            <a:ext cx="7658100" cy="714375"/>
          </a:xfrm>
        </p:spPr>
        <p:txBody>
          <a:bodyPr/>
          <a:lstStyle/>
          <a:p>
            <a:pPr lvl="1" eaLnBrk="1" hangingPunct="1">
              <a:buFont typeface="Wingdings" panose="05000000000000000000" pitchFamily="2" charset="2"/>
              <a:buNone/>
            </a:pPr>
            <a:r>
              <a:rPr lang="en-US" altLang="en-US"/>
              <a:t>Configures a list of name-to-IP-address mappings on the security appliance</a:t>
            </a:r>
          </a:p>
        </p:txBody>
      </p:sp>
      <p:sp>
        <p:nvSpPr>
          <p:cNvPr id="141317" name="Text Box 5"/>
          <p:cNvSpPr txBox="1">
            <a:spLocks noChangeArrowheads="1"/>
          </p:cNvSpPr>
          <p:nvPr/>
        </p:nvSpPr>
        <p:spPr bwMode="auto">
          <a:xfrm>
            <a:off x="2120901" y="3700464"/>
            <a:ext cx="7708900" cy="400110"/>
          </a:xfrm>
          <a:prstGeom prst="rect">
            <a:avLst/>
          </a:prstGeom>
          <a:solidFill>
            <a:schemeClr val="bg1"/>
          </a:solidFill>
          <a:ln w="28575">
            <a:solidFill>
              <a:schemeClr val="tx1"/>
            </a:solidFill>
            <a:miter lim="800000"/>
            <a:headEnd/>
            <a:tailEnd/>
          </a:ln>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50000"/>
              </a:spcBef>
              <a:spcAft>
                <a:spcPct val="0"/>
              </a:spcAft>
              <a:buClr>
                <a:srgbClr val="FF9933"/>
              </a:buClr>
              <a:buFont typeface="Wingdings" panose="05000000000000000000" pitchFamily="2" charset="2"/>
              <a:buNone/>
            </a:pPr>
            <a:r>
              <a:rPr lang="en-US" altLang="en-US" sz="2000">
                <a:solidFill>
                  <a:prstClr val="black"/>
                </a:solidFill>
                <a:latin typeface="Courier New" panose="02070309020205020404" pitchFamily="49" charset="0"/>
              </a:rPr>
              <a:t>name</a:t>
            </a:r>
            <a:r>
              <a:rPr lang="en-US" altLang="en-US" sz="2000" i="1">
                <a:solidFill>
                  <a:prstClr val="black"/>
                </a:solidFill>
                <a:latin typeface="Courier New" panose="02070309020205020404" pitchFamily="49" charset="0"/>
              </a:rPr>
              <a:t> ip_address name</a:t>
            </a:r>
            <a:endParaRPr lang="en-US" altLang="en-US" sz="2000">
              <a:solidFill>
                <a:prstClr val="black"/>
              </a:solidFill>
              <a:latin typeface="Courier New" panose="02070309020205020404" pitchFamily="49" charset="0"/>
            </a:endParaRPr>
          </a:p>
        </p:txBody>
      </p:sp>
      <p:sp>
        <p:nvSpPr>
          <p:cNvPr id="141318" name="Text Box 6"/>
          <p:cNvSpPr txBox="1">
            <a:spLocks noChangeArrowheads="1"/>
          </p:cNvSpPr>
          <p:nvPr/>
        </p:nvSpPr>
        <p:spPr bwMode="auto">
          <a:xfrm>
            <a:off x="2120901" y="3249890"/>
            <a:ext cx="2744788" cy="369332"/>
          </a:xfrm>
          <a:prstGeom prst="rect">
            <a:avLst/>
          </a:prstGeom>
          <a:solidFill>
            <a:schemeClr val="bg1"/>
          </a:solidFill>
          <a:ln>
            <a:noFill/>
          </a:ln>
          <a:extLs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ciscoasa(config)#</a:t>
            </a:r>
          </a:p>
        </p:txBody>
      </p:sp>
      <p:sp>
        <p:nvSpPr>
          <p:cNvPr id="141319" name="Rectangle 100"/>
          <p:cNvSpPr>
            <a:spLocks noChangeArrowheads="1"/>
          </p:cNvSpPr>
          <p:nvPr/>
        </p:nvSpPr>
        <p:spPr bwMode="auto">
          <a:xfrm flipH="1">
            <a:off x="6499225" y="1681571"/>
            <a:ext cx="31290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.2</a:t>
            </a:r>
          </a:p>
        </p:txBody>
      </p:sp>
      <p:sp>
        <p:nvSpPr>
          <p:cNvPr id="141320" name="Rectangle 101"/>
          <p:cNvSpPr>
            <a:spLocks noChangeArrowheads="1"/>
          </p:cNvSpPr>
          <p:nvPr/>
        </p:nvSpPr>
        <p:spPr bwMode="auto">
          <a:xfrm flipH="1">
            <a:off x="6477000" y="1987957"/>
            <a:ext cx="31290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.1</a:t>
            </a:r>
          </a:p>
        </p:txBody>
      </p:sp>
      <p:sp>
        <p:nvSpPr>
          <p:cNvPr id="141321" name="Rectangle 102"/>
          <p:cNvSpPr>
            <a:spLocks noChangeArrowheads="1"/>
          </p:cNvSpPr>
          <p:nvPr/>
        </p:nvSpPr>
        <p:spPr bwMode="auto">
          <a:xfrm flipH="1">
            <a:off x="6778886" y="2230439"/>
            <a:ext cx="760153" cy="285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1763" tIns="49988" rIns="101763" bIns="49988">
            <a:spAutoFit/>
          </a:bodyPr>
          <a:lstStyle>
            <a:lvl1pPr defTabSz="1028700">
              <a:defRPr>
                <a:solidFill>
                  <a:schemeClr val="tx1"/>
                </a:solidFill>
                <a:latin typeface="Arial" panose="020B0604020202020204" pitchFamily="34" charset="0"/>
                <a:cs typeface="Arial" panose="020B0604020202020204" pitchFamily="34" charset="0"/>
              </a:defRPr>
            </a:lvl1pPr>
            <a:lvl2pPr marL="742950" indent="-285750" defTabSz="1028700">
              <a:defRPr>
                <a:solidFill>
                  <a:schemeClr val="tx1"/>
                </a:solidFill>
                <a:latin typeface="Arial" panose="020B0604020202020204" pitchFamily="34" charset="0"/>
                <a:cs typeface="Arial" panose="020B0604020202020204" pitchFamily="34" charset="0"/>
              </a:defRPr>
            </a:lvl2pPr>
            <a:lvl3pPr marL="1143000" indent="-228600" defTabSz="1028700">
              <a:defRPr>
                <a:solidFill>
                  <a:schemeClr val="tx1"/>
                </a:solidFill>
                <a:latin typeface="Arial" panose="020B0604020202020204" pitchFamily="34" charset="0"/>
                <a:cs typeface="Arial" panose="020B0604020202020204" pitchFamily="34" charset="0"/>
              </a:defRPr>
            </a:lvl3pPr>
            <a:lvl4pPr marL="1600200" indent="-228600" defTabSz="1028700">
              <a:defRPr>
                <a:solidFill>
                  <a:schemeClr val="tx1"/>
                </a:solidFill>
                <a:latin typeface="Arial" panose="020B0604020202020204" pitchFamily="34" charset="0"/>
                <a:cs typeface="Arial" panose="020B0604020202020204" pitchFamily="34" charset="0"/>
              </a:defRPr>
            </a:lvl4pPr>
            <a:lvl5pPr marL="2057400" indent="-228600" defTabSz="1028700">
              <a:defRPr>
                <a:solidFill>
                  <a:schemeClr val="tx1"/>
                </a:solidFill>
                <a:latin typeface="Arial" panose="020B0604020202020204" pitchFamily="34" charset="0"/>
                <a:cs typeface="Arial" panose="020B0604020202020204" pitchFamily="34" charset="0"/>
              </a:defRPr>
            </a:lvl5pPr>
            <a:lvl6pPr marL="25146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10.0.1.0</a:t>
            </a:r>
          </a:p>
        </p:txBody>
      </p:sp>
      <p:sp>
        <p:nvSpPr>
          <p:cNvPr id="141322" name="Rectangle 103"/>
          <p:cNvSpPr>
            <a:spLocks noChangeArrowheads="1"/>
          </p:cNvSpPr>
          <p:nvPr/>
        </p:nvSpPr>
        <p:spPr bwMode="auto">
          <a:xfrm flipH="1">
            <a:off x="6638925" y="2478496"/>
            <a:ext cx="31290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.1</a:t>
            </a:r>
          </a:p>
        </p:txBody>
      </p:sp>
      <p:sp>
        <p:nvSpPr>
          <p:cNvPr id="141323" name="Line 104"/>
          <p:cNvSpPr>
            <a:spLocks noChangeShapeType="1"/>
          </p:cNvSpPr>
          <p:nvPr/>
        </p:nvSpPr>
        <p:spPr bwMode="auto">
          <a:xfrm flipV="1">
            <a:off x="6253164" y="2498726"/>
            <a:ext cx="1457325" cy="317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41324" name="Line 105"/>
          <p:cNvSpPr>
            <a:spLocks noChangeShapeType="1"/>
          </p:cNvSpPr>
          <p:nvPr/>
        </p:nvSpPr>
        <p:spPr bwMode="auto">
          <a:xfrm flipV="1">
            <a:off x="3819526" y="2525714"/>
            <a:ext cx="2447925" cy="317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41325" name="Line 106"/>
          <p:cNvSpPr>
            <a:spLocks noChangeShapeType="1"/>
          </p:cNvSpPr>
          <p:nvPr/>
        </p:nvSpPr>
        <p:spPr bwMode="auto">
          <a:xfrm flipH="1">
            <a:off x="6497639" y="1271589"/>
            <a:ext cx="12700" cy="1481137"/>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grpSp>
        <p:nvGrpSpPr>
          <p:cNvPr id="141326" name="Group 107"/>
          <p:cNvGrpSpPr>
            <a:grpSpLocks/>
          </p:cNvGrpSpPr>
          <p:nvPr/>
        </p:nvGrpSpPr>
        <p:grpSpPr bwMode="auto">
          <a:xfrm>
            <a:off x="2455865" y="2071689"/>
            <a:ext cx="1538287" cy="784225"/>
            <a:chOff x="775" y="3234"/>
            <a:chExt cx="969" cy="494"/>
          </a:xfrm>
        </p:grpSpPr>
        <p:pic>
          <p:nvPicPr>
            <p:cNvPr id="141336" name="Picture 108" descr="Network_Cloud_Standard"/>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5" y="3234"/>
              <a:ext cx="969" cy="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1337" name="Rectangle 109"/>
            <p:cNvSpPr>
              <a:spLocks noChangeArrowheads="1"/>
            </p:cNvSpPr>
            <p:nvPr/>
          </p:nvSpPr>
          <p:spPr bwMode="auto">
            <a:xfrm>
              <a:off x="970" y="3384"/>
              <a:ext cx="55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Internet</a:t>
              </a:r>
            </a:p>
          </p:txBody>
        </p:sp>
      </p:grpSp>
      <p:pic>
        <p:nvPicPr>
          <p:cNvPr id="141327" name="Picture 111" descr="File-Application_Serve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276977" y="1152526"/>
            <a:ext cx="442913" cy="63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1328" name="Picture 112" descr="Route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567239" y="2328863"/>
            <a:ext cx="585787"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1329" name="Picture 113" descr="PC"/>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486651" y="2146301"/>
            <a:ext cx="636588"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1330" name="Rectangle 114"/>
          <p:cNvSpPr>
            <a:spLocks noChangeArrowheads="1"/>
          </p:cNvSpPr>
          <p:nvPr/>
        </p:nvSpPr>
        <p:spPr bwMode="auto">
          <a:xfrm flipH="1">
            <a:off x="6824882" y="1262001"/>
            <a:ext cx="1071126" cy="498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“bastionhost”</a:t>
            </a:r>
          </a:p>
          <a:p>
            <a:pPr algn="ct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172.16.1.2</a:t>
            </a:r>
          </a:p>
        </p:txBody>
      </p:sp>
      <p:sp>
        <p:nvSpPr>
          <p:cNvPr id="141331" name="Rectangle 115"/>
          <p:cNvSpPr>
            <a:spLocks noChangeArrowheads="1"/>
          </p:cNvSpPr>
          <p:nvPr/>
        </p:nvSpPr>
        <p:spPr bwMode="auto">
          <a:xfrm flipH="1">
            <a:off x="5526090" y="1816508"/>
            <a:ext cx="90922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172.16.1.0</a:t>
            </a:r>
          </a:p>
        </p:txBody>
      </p:sp>
      <p:sp>
        <p:nvSpPr>
          <p:cNvPr id="141332" name="Rectangle 116"/>
          <p:cNvSpPr>
            <a:spLocks noChangeArrowheads="1"/>
          </p:cNvSpPr>
          <p:nvPr/>
        </p:nvSpPr>
        <p:spPr bwMode="auto">
          <a:xfrm flipH="1">
            <a:off x="7156451" y="2472146"/>
            <a:ext cx="39528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.11</a:t>
            </a:r>
          </a:p>
        </p:txBody>
      </p:sp>
      <p:sp>
        <p:nvSpPr>
          <p:cNvPr id="141333" name="Rectangle 117"/>
          <p:cNvSpPr>
            <a:spLocks noChangeArrowheads="1"/>
          </p:cNvSpPr>
          <p:nvPr/>
        </p:nvSpPr>
        <p:spPr bwMode="auto">
          <a:xfrm flipH="1">
            <a:off x="8097720" y="2225613"/>
            <a:ext cx="976549" cy="498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“insidehost”</a:t>
            </a:r>
          </a:p>
          <a:p>
            <a:pPr algn="ct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10.0.1.11</a:t>
            </a:r>
          </a:p>
        </p:txBody>
      </p:sp>
      <p:pic>
        <p:nvPicPr>
          <p:cNvPr id="141334" name="Picture 118" descr="Cisco_ASA5500"/>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238877" y="2286000"/>
            <a:ext cx="493713"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1335" name="Picture 119" descr="Route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567239" y="2328865"/>
            <a:ext cx="585787"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57803309"/>
      </p:ext>
    </p:extLst>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a:xfrm>
            <a:off x="0" y="-3174"/>
            <a:ext cx="10515600" cy="539457"/>
          </a:xfrm>
        </p:spPr>
        <p:txBody>
          <a:bodyPr/>
          <a:lstStyle/>
          <a:p>
            <a:pPr eaLnBrk="1" hangingPunct="1"/>
            <a:r>
              <a:rPr lang="en-US" altLang="en-US" sz="3733" dirty="0">
                <a:latin typeface="Arial" panose="020B0604020202020204" pitchFamily="34" charset="0"/>
                <a:cs typeface="Arial" panose="020B0604020202020204" pitchFamily="34" charset="0"/>
              </a:rPr>
              <a:t>Configuration Example</a:t>
            </a:r>
          </a:p>
        </p:txBody>
      </p:sp>
      <p:sp>
        <p:nvSpPr>
          <p:cNvPr id="143363" name="Text Box 3"/>
          <p:cNvSpPr txBox="1">
            <a:spLocks noChangeArrowheads="1"/>
          </p:cNvSpPr>
          <p:nvPr/>
        </p:nvSpPr>
        <p:spPr bwMode="auto">
          <a:xfrm>
            <a:off x="1952626" y="3571684"/>
            <a:ext cx="8429625" cy="2902333"/>
          </a:xfrm>
          <a:prstGeom prst="rect">
            <a:avLst/>
          </a:prstGeom>
          <a:solidFill>
            <a:schemeClr val="bg1"/>
          </a:solidFill>
          <a:ln w="28575">
            <a:solidFill>
              <a:schemeClr val="tx1"/>
            </a:solidFill>
            <a:miter lim="800000"/>
            <a:headEnd type="none" w="sm" len="sm"/>
            <a:tailEnd type="none" w="sm" len="sm"/>
          </a:ln>
        </p:spPr>
        <p:txBody>
          <a:bodyPr anchor="ctr">
            <a:spAutoFit/>
          </a:bodyPr>
          <a:lstStyle>
            <a:lvl1pPr marL="342900" indent="-342900">
              <a:defRPr>
                <a:solidFill>
                  <a:schemeClr val="tx1"/>
                </a:solidFill>
                <a:latin typeface="Arial" panose="020B0604020202020204" pitchFamily="34" charset="0"/>
                <a:cs typeface="Arial" panose="020B0604020202020204" pitchFamily="34" charset="0"/>
              </a:defRPr>
            </a:lvl1pPr>
            <a:lvl2pPr marL="11430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fontAlgn="base">
              <a:spcBef>
                <a:spcPct val="20000"/>
              </a:spcBef>
              <a:spcAft>
                <a:spcPct val="0"/>
              </a:spcAft>
              <a:buClr>
                <a:srgbClr val="FF9933"/>
              </a:buClr>
              <a:buFont typeface="Wingdings" panose="05000000000000000000" pitchFamily="2" charset="2"/>
              <a:buNone/>
            </a:pPr>
            <a:r>
              <a:rPr lang="en-US" altLang="en-US" sz="1100">
                <a:solidFill>
                  <a:prstClr val="black"/>
                </a:solidFill>
                <a:latin typeface="Courier New" panose="02070309020205020404" pitchFamily="49" charset="0"/>
              </a:rPr>
              <a:t>asa1(config)# write terminal</a:t>
            </a:r>
          </a:p>
          <a:p>
            <a:pPr lvl="1" fontAlgn="base">
              <a:spcBef>
                <a:spcPct val="20000"/>
              </a:spcBef>
              <a:spcAft>
                <a:spcPct val="0"/>
              </a:spcAft>
              <a:buClr>
                <a:srgbClr val="FF9933"/>
              </a:buClr>
              <a:buFont typeface="Wingdings" panose="05000000000000000000" pitchFamily="2" charset="2"/>
              <a:buNone/>
            </a:pPr>
            <a:r>
              <a:rPr lang="en-US" altLang="en-US" sz="1100">
                <a:solidFill>
                  <a:prstClr val="black"/>
                </a:solidFill>
                <a:latin typeface="Courier New" panose="02070309020205020404" pitchFamily="49" charset="0"/>
              </a:rPr>
              <a:t>. . .</a:t>
            </a:r>
          </a:p>
          <a:p>
            <a:pPr lvl="1" fontAlgn="base">
              <a:spcBef>
                <a:spcPct val="20000"/>
              </a:spcBef>
              <a:spcAft>
                <a:spcPct val="0"/>
              </a:spcAft>
              <a:buClr>
                <a:srgbClr val="FF9933"/>
              </a:buClr>
              <a:buFont typeface="Wingdings" panose="05000000000000000000" pitchFamily="2" charset="2"/>
              <a:buNone/>
            </a:pPr>
            <a:r>
              <a:rPr lang="en-US" altLang="en-US" sz="1100">
                <a:solidFill>
                  <a:prstClr val="black"/>
                </a:solidFill>
                <a:latin typeface="Courier New" panose="02070309020205020404" pitchFamily="49" charset="0"/>
              </a:rPr>
              <a:t>interface GigabitEthernet0/0</a:t>
            </a:r>
          </a:p>
          <a:p>
            <a:pPr lvl="1" fontAlgn="base">
              <a:spcBef>
                <a:spcPct val="20000"/>
              </a:spcBef>
              <a:spcAft>
                <a:spcPct val="0"/>
              </a:spcAft>
              <a:buClr>
                <a:srgbClr val="FF9933"/>
              </a:buClr>
              <a:buFont typeface="Wingdings" panose="05000000000000000000" pitchFamily="2" charset="2"/>
              <a:buNone/>
            </a:pPr>
            <a:r>
              <a:rPr lang="en-US" altLang="en-US" sz="1100">
                <a:solidFill>
                  <a:prstClr val="black"/>
                </a:solidFill>
                <a:latin typeface="Courier New" panose="02070309020205020404" pitchFamily="49" charset="0"/>
              </a:rPr>
              <a:t>  speed 1000</a:t>
            </a:r>
          </a:p>
          <a:p>
            <a:pPr lvl="1" fontAlgn="base">
              <a:spcBef>
                <a:spcPct val="20000"/>
              </a:spcBef>
              <a:spcAft>
                <a:spcPct val="0"/>
              </a:spcAft>
              <a:buClr>
                <a:srgbClr val="FF9933"/>
              </a:buClr>
              <a:buFont typeface="Wingdings" panose="05000000000000000000" pitchFamily="2" charset="2"/>
              <a:buNone/>
            </a:pPr>
            <a:r>
              <a:rPr lang="en-US" altLang="en-US" sz="1100">
                <a:solidFill>
                  <a:prstClr val="black"/>
                </a:solidFill>
                <a:latin typeface="Courier New" panose="02070309020205020404" pitchFamily="49" charset="0"/>
              </a:rPr>
              <a:t>  duplex full</a:t>
            </a:r>
          </a:p>
          <a:p>
            <a:pPr lvl="1" fontAlgn="base">
              <a:spcBef>
                <a:spcPct val="20000"/>
              </a:spcBef>
              <a:spcAft>
                <a:spcPct val="0"/>
              </a:spcAft>
              <a:buClr>
                <a:srgbClr val="FF9933"/>
              </a:buClr>
              <a:buFont typeface="Wingdings" panose="05000000000000000000" pitchFamily="2" charset="2"/>
              <a:buNone/>
            </a:pPr>
            <a:r>
              <a:rPr lang="en-US" altLang="en-US" sz="1100">
                <a:solidFill>
                  <a:prstClr val="black"/>
                </a:solidFill>
                <a:latin typeface="Courier New" panose="02070309020205020404" pitchFamily="49" charset="0"/>
              </a:rPr>
              <a:t>  nameif outside</a:t>
            </a:r>
          </a:p>
          <a:p>
            <a:pPr lvl="1" fontAlgn="base">
              <a:spcBef>
                <a:spcPct val="20000"/>
              </a:spcBef>
              <a:spcAft>
                <a:spcPct val="0"/>
              </a:spcAft>
              <a:buClr>
                <a:srgbClr val="FF9933"/>
              </a:buClr>
              <a:buFont typeface="Wingdings" panose="05000000000000000000" pitchFamily="2" charset="2"/>
              <a:buNone/>
            </a:pPr>
            <a:r>
              <a:rPr lang="en-US" altLang="en-US" sz="1100">
                <a:solidFill>
                  <a:prstClr val="black"/>
                </a:solidFill>
                <a:latin typeface="Courier New" panose="02070309020205020404" pitchFamily="49" charset="0"/>
              </a:rPr>
              <a:t>  security-level 0 </a:t>
            </a:r>
          </a:p>
          <a:p>
            <a:pPr lvl="1" fontAlgn="base">
              <a:spcBef>
                <a:spcPct val="20000"/>
              </a:spcBef>
              <a:spcAft>
                <a:spcPct val="0"/>
              </a:spcAft>
              <a:buClr>
                <a:srgbClr val="FF9933"/>
              </a:buClr>
              <a:buFont typeface="Wingdings" panose="05000000000000000000" pitchFamily="2" charset="2"/>
              <a:buNone/>
            </a:pPr>
            <a:r>
              <a:rPr lang="en-US" altLang="en-US" sz="1100">
                <a:solidFill>
                  <a:prstClr val="black"/>
                </a:solidFill>
                <a:latin typeface="Courier New" panose="02070309020205020404" pitchFamily="49" charset="0"/>
              </a:rPr>
              <a:t>  ip address 192.168.1.2 255.255.255.0</a:t>
            </a:r>
          </a:p>
          <a:p>
            <a:pPr lvl="1" fontAlgn="base">
              <a:spcBef>
                <a:spcPct val="20000"/>
              </a:spcBef>
              <a:spcAft>
                <a:spcPct val="0"/>
              </a:spcAft>
              <a:buClr>
                <a:srgbClr val="FF9933"/>
              </a:buClr>
              <a:buFont typeface="Wingdings" panose="05000000000000000000" pitchFamily="2" charset="2"/>
              <a:buNone/>
            </a:pPr>
            <a:r>
              <a:rPr lang="en-US" altLang="en-US" sz="1100">
                <a:solidFill>
                  <a:prstClr val="black"/>
                </a:solidFill>
                <a:latin typeface="Courier New" panose="02070309020205020404" pitchFamily="49" charset="0"/>
              </a:rPr>
              <a:t>interface GigabitEthernet0/1</a:t>
            </a:r>
          </a:p>
          <a:p>
            <a:pPr lvl="1" fontAlgn="base">
              <a:spcBef>
                <a:spcPct val="20000"/>
              </a:spcBef>
              <a:spcAft>
                <a:spcPct val="0"/>
              </a:spcAft>
              <a:buClr>
                <a:srgbClr val="FF9933"/>
              </a:buClr>
              <a:buFont typeface="Wingdings" panose="05000000000000000000" pitchFamily="2" charset="2"/>
              <a:buNone/>
            </a:pPr>
            <a:r>
              <a:rPr lang="en-US" altLang="en-US" sz="1100">
                <a:solidFill>
                  <a:prstClr val="black"/>
                </a:solidFill>
                <a:latin typeface="Courier New" panose="02070309020205020404" pitchFamily="49" charset="0"/>
              </a:rPr>
              <a:t>  speed 1000</a:t>
            </a:r>
          </a:p>
          <a:p>
            <a:pPr lvl="1" fontAlgn="base">
              <a:spcBef>
                <a:spcPct val="20000"/>
              </a:spcBef>
              <a:spcAft>
                <a:spcPct val="0"/>
              </a:spcAft>
              <a:buClr>
                <a:srgbClr val="FF9933"/>
              </a:buClr>
              <a:buFont typeface="Wingdings" panose="05000000000000000000" pitchFamily="2" charset="2"/>
              <a:buNone/>
            </a:pPr>
            <a:r>
              <a:rPr lang="en-US" altLang="en-US" sz="1100">
                <a:solidFill>
                  <a:prstClr val="black"/>
                </a:solidFill>
                <a:latin typeface="Courier New" panose="02070309020205020404" pitchFamily="49" charset="0"/>
              </a:rPr>
              <a:t>  duplex full</a:t>
            </a:r>
          </a:p>
          <a:p>
            <a:pPr lvl="1" fontAlgn="base">
              <a:spcBef>
                <a:spcPct val="20000"/>
              </a:spcBef>
              <a:spcAft>
                <a:spcPct val="0"/>
              </a:spcAft>
              <a:buClr>
                <a:srgbClr val="FF9933"/>
              </a:buClr>
              <a:buFont typeface="Wingdings" panose="05000000000000000000" pitchFamily="2" charset="2"/>
              <a:buNone/>
            </a:pPr>
            <a:r>
              <a:rPr lang="en-US" altLang="en-US" sz="1100">
                <a:solidFill>
                  <a:prstClr val="black"/>
                </a:solidFill>
                <a:latin typeface="Courier New" panose="02070309020205020404" pitchFamily="49" charset="0"/>
              </a:rPr>
              <a:t>  nameif inside</a:t>
            </a:r>
          </a:p>
          <a:p>
            <a:pPr lvl="1" fontAlgn="base">
              <a:spcBef>
                <a:spcPct val="20000"/>
              </a:spcBef>
              <a:spcAft>
                <a:spcPct val="0"/>
              </a:spcAft>
              <a:buClr>
                <a:srgbClr val="FF9933"/>
              </a:buClr>
              <a:buFont typeface="Wingdings" panose="05000000000000000000" pitchFamily="2" charset="2"/>
              <a:buNone/>
            </a:pPr>
            <a:r>
              <a:rPr lang="en-US" altLang="en-US" sz="1100">
                <a:solidFill>
                  <a:prstClr val="black"/>
                </a:solidFill>
                <a:latin typeface="Courier New" panose="02070309020205020404" pitchFamily="49" charset="0"/>
              </a:rPr>
              <a:t>  security-level 100  </a:t>
            </a:r>
          </a:p>
          <a:p>
            <a:pPr lvl="1" fontAlgn="base">
              <a:spcBef>
                <a:spcPct val="20000"/>
              </a:spcBef>
              <a:spcAft>
                <a:spcPct val="0"/>
              </a:spcAft>
              <a:buClr>
                <a:srgbClr val="FF9933"/>
              </a:buClr>
              <a:buFont typeface="Wingdings" panose="05000000000000000000" pitchFamily="2" charset="2"/>
              <a:buNone/>
            </a:pPr>
            <a:r>
              <a:rPr lang="en-US" altLang="en-US" sz="1100">
                <a:solidFill>
                  <a:prstClr val="black"/>
                </a:solidFill>
                <a:latin typeface="Courier New" panose="02070309020205020404" pitchFamily="49" charset="0"/>
              </a:rPr>
              <a:t>  ip address 10.0.1.1 255.255.255.0 . . .</a:t>
            </a:r>
          </a:p>
        </p:txBody>
      </p:sp>
      <p:sp>
        <p:nvSpPr>
          <p:cNvPr id="143364" name="Rectangle 123"/>
          <p:cNvSpPr>
            <a:spLocks noChangeArrowheads="1"/>
          </p:cNvSpPr>
          <p:nvPr/>
        </p:nvSpPr>
        <p:spPr bwMode="auto">
          <a:xfrm>
            <a:off x="4117975" y="2595564"/>
            <a:ext cx="2141539" cy="942441"/>
          </a:xfrm>
          <a:prstGeom prst="rect">
            <a:avLst/>
          </a:prstGeom>
          <a:solidFill>
            <a:schemeClr val="folHlink"/>
          </a:solidFill>
          <a:ln w="9525">
            <a:solidFill>
              <a:schemeClr val="tx1"/>
            </a:solidFill>
            <a:miter lim="800000"/>
            <a:headEnd/>
            <a:tailEnd/>
          </a:ln>
        </p:spPr>
        <p:txBody>
          <a:bodyPr lIns="92075" tIns="46039" rIns="92075" bIns="46039">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white"/>
                </a:solidFill>
              </a:rPr>
              <a:t>GigabitEthernet0/0</a:t>
            </a:r>
          </a:p>
          <a:p>
            <a:pPr fontAlgn="base">
              <a:spcBef>
                <a:spcPct val="20000"/>
              </a:spcBef>
              <a:spcAft>
                <a:spcPct val="0"/>
              </a:spcAft>
              <a:buClr>
                <a:srgbClr val="FF9933"/>
              </a:buClr>
              <a:buFont typeface="Wingdings" panose="05000000000000000000" pitchFamily="2" charset="2"/>
              <a:buNone/>
            </a:pPr>
            <a:r>
              <a:rPr lang="en-US" altLang="en-US" sz="1200">
                <a:solidFill>
                  <a:prstClr val="white"/>
                </a:solidFill>
              </a:rPr>
              <a:t> Interface name = outside</a:t>
            </a:r>
          </a:p>
          <a:p>
            <a:pPr fontAlgn="base">
              <a:spcBef>
                <a:spcPct val="20000"/>
              </a:spcBef>
              <a:spcAft>
                <a:spcPct val="0"/>
              </a:spcAft>
              <a:buClr>
                <a:srgbClr val="FF9933"/>
              </a:buClr>
              <a:buFont typeface="Wingdings" panose="05000000000000000000" pitchFamily="2" charset="2"/>
              <a:buNone/>
            </a:pPr>
            <a:r>
              <a:rPr lang="en-US" altLang="en-US" sz="1200">
                <a:solidFill>
                  <a:prstClr val="white"/>
                </a:solidFill>
              </a:rPr>
              <a:t> Security level = 0</a:t>
            </a:r>
          </a:p>
          <a:p>
            <a:pPr fontAlgn="base">
              <a:spcBef>
                <a:spcPct val="20000"/>
              </a:spcBef>
              <a:spcAft>
                <a:spcPct val="0"/>
              </a:spcAft>
              <a:buClr>
                <a:srgbClr val="FF9933"/>
              </a:buClr>
              <a:buFont typeface="Wingdings" panose="05000000000000000000" pitchFamily="2" charset="2"/>
              <a:buNone/>
            </a:pPr>
            <a:r>
              <a:rPr lang="en-US" altLang="en-US" sz="1200">
                <a:solidFill>
                  <a:prstClr val="white"/>
                </a:solidFill>
              </a:rPr>
              <a:t> IP address = 192.168.1.2</a:t>
            </a:r>
          </a:p>
        </p:txBody>
      </p:sp>
      <p:sp>
        <p:nvSpPr>
          <p:cNvPr id="143365" name="Rectangle 124"/>
          <p:cNvSpPr>
            <a:spLocks noChangeArrowheads="1"/>
          </p:cNvSpPr>
          <p:nvPr/>
        </p:nvSpPr>
        <p:spPr bwMode="auto">
          <a:xfrm>
            <a:off x="6429376" y="2595564"/>
            <a:ext cx="1872307" cy="942441"/>
          </a:xfrm>
          <a:prstGeom prst="rect">
            <a:avLst/>
          </a:prstGeom>
          <a:solidFill>
            <a:schemeClr val="folHlink"/>
          </a:solidFill>
          <a:ln w="9525">
            <a:solidFill>
              <a:schemeClr val="tx1"/>
            </a:solidFill>
            <a:miter lim="800000"/>
            <a:headEnd/>
            <a:tailEnd/>
          </a:ln>
        </p:spPr>
        <p:txBody>
          <a:bodyPr wrap="none" lIns="92075" tIns="46039" rIns="92075" bIns="46039">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white"/>
                </a:solidFill>
              </a:rPr>
              <a:t>GigabitEthernet0/1</a:t>
            </a:r>
          </a:p>
          <a:p>
            <a:pPr fontAlgn="base">
              <a:spcBef>
                <a:spcPct val="20000"/>
              </a:spcBef>
              <a:spcAft>
                <a:spcPct val="0"/>
              </a:spcAft>
              <a:buClr>
                <a:srgbClr val="FF9933"/>
              </a:buClr>
              <a:buFont typeface="Wingdings" panose="05000000000000000000" pitchFamily="2" charset="2"/>
              <a:buNone/>
            </a:pPr>
            <a:r>
              <a:rPr lang="en-US" altLang="en-US" sz="1200">
                <a:solidFill>
                  <a:prstClr val="white"/>
                </a:solidFill>
              </a:rPr>
              <a:t> Interface name = inside </a:t>
            </a:r>
          </a:p>
          <a:p>
            <a:pPr fontAlgn="base">
              <a:spcBef>
                <a:spcPct val="20000"/>
              </a:spcBef>
              <a:spcAft>
                <a:spcPct val="0"/>
              </a:spcAft>
              <a:buClr>
                <a:srgbClr val="FF9933"/>
              </a:buClr>
              <a:buFont typeface="Wingdings" panose="05000000000000000000" pitchFamily="2" charset="2"/>
              <a:buNone/>
            </a:pPr>
            <a:r>
              <a:rPr lang="en-US" altLang="en-US" sz="1200">
                <a:solidFill>
                  <a:prstClr val="white"/>
                </a:solidFill>
              </a:rPr>
              <a:t> Security level = 100</a:t>
            </a:r>
          </a:p>
          <a:p>
            <a:pPr fontAlgn="base">
              <a:spcBef>
                <a:spcPct val="20000"/>
              </a:spcBef>
              <a:spcAft>
                <a:spcPct val="0"/>
              </a:spcAft>
              <a:buClr>
                <a:srgbClr val="FF9933"/>
              </a:buClr>
              <a:buFont typeface="Wingdings" panose="05000000000000000000" pitchFamily="2" charset="2"/>
              <a:buNone/>
            </a:pPr>
            <a:r>
              <a:rPr lang="en-US" altLang="en-US" sz="1200">
                <a:solidFill>
                  <a:prstClr val="white"/>
                </a:solidFill>
              </a:rPr>
              <a:t> IP address = 10.0.1.1</a:t>
            </a:r>
          </a:p>
        </p:txBody>
      </p:sp>
      <p:sp>
        <p:nvSpPr>
          <p:cNvPr id="143366" name="Line 4"/>
          <p:cNvSpPr>
            <a:spLocks noChangeShapeType="1"/>
          </p:cNvSpPr>
          <p:nvPr/>
        </p:nvSpPr>
        <p:spPr bwMode="auto">
          <a:xfrm rot="5400000" flipH="1" flipV="1">
            <a:off x="5904707" y="1964532"/>
            <a:ext cx="863600" cy="1587"/>
          </a:xfrm>
          <a:prstGeom prst="line">
            <a:avLst/>
          </a:prstGeom>
          <a:noFill/>
          <a:ln w="28575">
            <a:solidFill>
              <a:srgbClr val="CF0E30"/>
            </a:solidFill>
            <a:round/>
            <a:headEnd type="none" w="sm" len="sm"/>
            <a:tailEnd type="none" w="sm" len="sm"/>
          </a:ln>
          <a:effectLst>
            <a:outerShdw dist="17961" dir="2700000" algn="ctr" rotWithShape="0">
              <a:schemeClr val="tx1"/>
            </a:outerShdw>
          </a:effectLst>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43367" name="Line 5"/>
          <p:cNvSpPr>
            <a:spLocks noChangeShapeType="1"/>
          </p:cNvSpPr>
          <p:nvPr/>
        </p:nvSpPr>
        <p:spPr bwMode="auto">
          <a:xfrm flipH="1">
            <a:off x="2882901" y="2257425"/>
            <a:ext cx="6515100"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43368" name="Rectangle 53"/>
          <p:cNvSpPr>
            <a:spLocks noChangeArrowheads="1"/>
          </p:cNvSpPr>
          <p:nvPr/>
        </p:nvSpPr>
        <p:spPr bwMode="auto">
          <a:xfrm flipH="1">
            <a:off x="5282421" y="1629183"/>
            <a:ext cx="102630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squar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dirty="0">
                <a:solidFill>
                  <a:prstClr val="black"/>
                </a:solidFill>
              </a:rPr>
              <a:t>172.16.1.0</a:t>
            </a:r>
          </a:p>
        </p:txBody>
      </p:sp>
      <p:sp>
        <p:nvSpPr>
          <p:cNvPr id="143369" name="Rectangle 54"/>
          <p:cNvSpPr>
            <a:spLocks noChangeArrowheads="1"/>
          </p:cNvSpPr>
          <p:nvPr/>
        </p:nvSpPr>
        <p:spPr bwMode="auto">
          <a:xfrm flipH="1">
            <a:off x="6319837" y="1760945"/>
            <a:ext cx="31290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.1</a:t>
            </a:r>
          </a:p>
        </p:txBody>
      </p:sp>
      <p:sp>
        <p:nvSpPr>
          <p:cNvPr id="143370" name="Rectangle 91"/>
          <p:cNvSpPr>
            <a:spLocks noChangeArrowheads="1"/>
          </p:cNvSpPr>
          <p:nvPr/>
        </p:nvSpPr>
        <p:spPr bwMode="auto">
          <a:xfrm flipH="1">
            <a:off x="6875724" y="1978026"/>
            <a:ext cx="760153" cy="285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1763" tIns="49988" rIns="101763" bIns="49988">
            <a:spAutoFit/>
          </a:bodyPr>
          <a:lstStyle>
            <a:lvl1pPr defTabSz="1028700">
              <a:defRPr>
                <a:solidFill>
                  <a:schemeClr val="tx1"/>
                </a:solidFill>
                <a:latin typeface="Arial" panose="020B0604020202020204" pitchFamily="34" charset="0"/>
                <a:cs typeface="Arial" panose="020B0604020202020204" pitchFamily="34" charset="0"/>
              </a:defRPr>
            </a:lvl1pPr>
            <a:lvl2pPr marL="742950" indent="-285750" defTabSz="1028700">
              <a:defRPr>
                <a:solidFill>
                  <a:schemeClr val="tx1"/>
                </a:solidFill>
                <a:latin typeface="Arial" panose="020B0604020202020204" pitchFamily="34" charset="0"/>
                <a:cs typeface="Arial" panose="020B0604020202020204" pitchFamily="34" charset="0"/>
              </a:defRPr>
            </a:lvl2pPr>
            <a:lvl3pPr marL="1143000" indent="-228600" defTabSz="1028700">
              <a:defRPr>
                <a:solidFill>
                  <a:schemeClr val="tx1"/>
                </a:solidFill>
                <a:latin typeface="Arial" panose="020B0604020202020204" pitchFamily="34" charset="0"/>
                <a:cs typeface="Arial" panose="020B0604020202020204" pitchFamily="34" charset="0"/>
              </a:defRPr>
            </a:lvl3pPr>
            <a:lvl4pPr marL="1600200" indent="-228600" defTabSz="1028700">
              <a:defRPr>
                <a:solidFill>
                  <a:schemeClr val="tx1"/>
                </a:solidFill>
                <a:latin typeface="Arial" panose="020B0604020202020204" pitchFamily="34" charset="0"/>
                <a:cs typeface="Arial" panose="020B0604020202020204" pitchFamily="34" charset="0"/>
              </a:defRPr>
            </a:lvl4pPr>
            <a:lvl5pPr marL="2057400" indent="-228600" defTabSz="1028700">
              <a:defRPr>
                <a:solidFill>
                  <a:schemeClr val="tx1"/>
                </a:solidFill>
                <a:latin typeface="Arial" panose="020B0604020202020204" pitchFamily="34" charset="0"/>
                <a:cs typeface="Arial" panose="020B0604020202020204" pitchFamily="34" charset="0"/>
              </a:defRPr>
            </a:lvl5pPr>
            <a:lvl6pPr marL="25146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10.0.1.0</a:t>
            </a:r>
          </a:p>
        </p:txBody>
      </p:sp>
      <p:sp>
        <p:nvSpPr>
          <p:cNvPr id="143371" name="Rectangle 92"/>
          <p:cNvSpPr>
            <a:spLocks noChangeArrowheads="1"/>
          </p:cNvSpPr>
          <p:nvPr/>
        </p:nvSpPr>
        <p:spPr bwMode="auto">
          <a:xfrm flipH="1">
            <a:off x="6416675" y="2214971"/>
            <a:ext cx="31290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.1</a:t>
            </a:r>
          </a:p>
        </p:txBody>
      </p:sp>
      <p:sp>
        <p:nvSpPr>
          <p:cNvPr id="143372" name="Rectangle 93"/>
          <p:cNvSpPr>
            <a:spLocks noChangeArrowheads="1"/>
          </p:cNvSpPr>
          <p:nvPr/>
        </p:nvSpPr>
        <p:spPr bwMode="auto">
          <a:xfrm flipH="1">
            <a:off x="4889502" y="1994308"/>
            <a:ext cx="99418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192.168.1.0</a:t>
            </a:r>
          </a:p>
        </p:txBody>
      </p:sp>
      <p:sp>
        <p:nvSpPr>
          <p:cNvPr id="143373" name="Rectangle 94"/>
          <p:cNvSpPr>
            <a:spLocks noChangeArrowheads="1"/>
          </p:cNvSpPr>
          <p:nvPr/>
        </p:nvSpPr>
        <p:spPr bwMode="auto">
          <a:xfrm flipH="1">
            <a:off x="5805488" y="2230845"/>
            <a:ext cx="31290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.2</a:t>
            </a:r>
          </a:p>
        </p:txBody>
      </p:sp>
      <p:sp>
        <p:nvSpPr>
          <p:cNvPr id="143374" name="Rectangle 121"/>
          <p:cNvSpPr>
            <a:spLocks noChangeArrowheads="1"/>
          </p:cNvSpPr>
          <p:nvPr/>
        </p:nvSpPr>
        <p:spPr bwMode="auto">
          <a:xfrm flipH="1">
            <a:off x="8450524" y="1978026"/>
            <a:ext cx="760153" cy="285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1763" tIns="49988" rIns="101763" bIns="49988">
            <a:spAutoFit/>
          </a:bodyPr>
          <a:lstStyle>
            <a:lvl1pPr defTabSz="1028700">
              <a:defRPr>
                <a:solidFill>
                  <a:schemeClr val="tx1"/>
                </a:solidFill>
                <a:latin typeface="Arial" panose="020B0604020202020204" pitchFamily="34" charset="0"/>
                <a:cs typeface="Arial" panose="020B0604020202020204" pitchFamily="34" charset="0"/>
              </a:defRPr>
            </a:lvl1pPr>
            <a:lvl2pPr marL="742950" indent="-285750" defTabSz="1028700">
              <a:defRPr>
                <a:solidFill>
                  <a:schemeClr val="tx1"/>
                </a:solidFill>
                <a:latin typeface="Arial" panose="020B0604020202020204" pitchFamily="34" charset="0"/>
                <a:cs typeface="Arial" panose="020B0604020202020204" pitchFamily="34" charset="0"/>
              </a:defRPr>
            </a:lvl2pPr>
            <a:lvl3pPr marL="1143000" indent="-228600" defTabSz="1028700">
              <a:defRPr>
                <a:solidFill>
                  <a:schemeClr val="tx1"/>
                </a:solidFill>
                <a:latin typeface="Arial" panose="020B0604020202020204" pitchFamily="34" charset="0"/>
                <a:cs typeface="Arial" panose="020B0604020202020204" pitchFamily="34" charset="0"/>
              </a:defRPr>
            </a:lvl3pPr>
            <a:lvl4pPr marL="1600200" indent="-228600" defTabSz="1028700">
              <a:defRPr>
                <a:solidFill>
                  <a:schemeClr val="tx1"/>
                </a:solidFill>
                <a:latin typeface="Arial" panose="020B0604020202020204" pitchFamily="34" charset="0"/>
                <a:cs typeface="Arial" panose="020B0604020202020204" pitchFamily="34" charset="0"/>
              </a:defRPr>
            </a:lvl4pPr>
            <a:lvl5pPr marL="2057400" indent="-228600" defTabSz="1028700">
              <a:defRPr>
                <a:solidFill>
                  <a:schemeClr val="tx1"/>
                </a:solidFill>
                <a:latin typeface="Arial" panose="020B0604020202020204" pitchFamily="34" charset="0"/>
                <a:cs typeface="Arial" panose="020B0604020202020204" pitchFamily="34" charset="0"/>
              </a:defRPr>
            </a:lvl5pPr>
            <a:lvl6pPr marL="25146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10.1.1.0</a:t>
            </a:r>
          </a:p>
        </p:txBody>
      </p:sp>
      <p:sp>
        <p:nvSpPr>
          <p:cNvPr id="143375" name="Rectangle 122"/>
          <p:cNvSpPr>
            <a:spLocks noChangeArrowheads="1"/>
          </p:cNvSpPr>
          <p:nvPr/>
        </p:nvSpPr>
        <p:spPr bwMode="auto">
          <a:xfrm flipH="1">
            <a:off x="8351837" y="2243545"/>
            <a:ext cx="31290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.1</a:t>
            </a:r>
          </a:p>
        </p:txBody>
      </p:sp>
      <p:pic>
        <p:nvPicPr>
          <p:cNvPr id="143376" name="Picture 129" descr="File-Application_Serve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37275" y="1177926"/>
            <a:ext cx="355600"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377" name="Picture 130" descr="Route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78289" y="2011363"/>
            <a:ext cx="585787"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378" name="Picture 132" descr="PC"/>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109075" y="1946275"/>
            <a:ext cx="636588"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43379" name="Group 133"/>
          <p:cNvGrpSpPr>
            <a:grpSpLocks/>
          </p:cNvGrpSpPr>
          <p:nvPr/>
        </p:nvGrpSpPr>
        <p:grpSpPr bwMode="auto">
          <a:xfrm>
            <a:off x="2025651" y="1835152"/>
            <a:ext cx="1538288" cy="784225"/>
            <a:chOff x="775" y="3234"/>
            <a:chExt cx="969" cy="494"/>
          </a:xfrm>
        </p:grpSpPr>
        <p:pic>
          <p:nvPicPr>
            <p:cNvPr id="143383" name="Picture 134" descr="Network_Cloud_Standard"/>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75" y="3234"/>
              <a:ext cx="969" cy="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384" name="Rectangle 135"/>
            <p:cNvSpPr>
              <a:spLocks noChangeArrowheads="1"/>
            </p:cNvSpPr>
            <p:nvPr/>
          </p:nvSpPr>
          <p:spPr bwMode="auto">
            <a:xfrm>
              <a:off x="970" y="3384"/>
              <a:ext cx="55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Internet</a:t>
              </a:r>
            </a:p>
          </p:txBody>
        </p:sp>
      </p:grpSp>
      <p:pic>
        <p:nvPicPr>
          <p:cNvPr id="143380" name="Picture 137" descr="Cisco_ASA5500"/>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096000" y="2000250"/>
            <a:ext cx="374651" cy="488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381" name="Picture 138" descr="Route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078289" y="2011365"/>
            <a:ext cx="585787"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382" name="Picture 139" descr="Route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858126" y="2016126"/>
            <a:ext cx="585788"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3279118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ChangeArrowheads="1"/>
          </p:cNvSpPr>
          <p:nvPr>
            <p:ph type="title"/>
          </p:nvPr>
        </p:nvSpPr>
        <p:spPr>
          <a:xfrm>
            <a:off x="0" y="3917"/>
            <a:ext cx="10515600" cy="377084"/>
          </a:xfrm>
        </p:spPr>
        <p:txBody>
          <a:bodyPr/>
          <a:lstStyle/>
          <a:p>
            <a:pPr eaLnBrk="1" hangingPunct="1"/>
            <a:r>
              <a:rPr lang="en-US" altLang="en-US" sz="3733" dirty="0">
                <a:latin typeface="Arial" panose="020B0604020202020204" pitchFamily="34" charset="0"/>
                <a:cs typeface="Arial" panose="020B0604020202020204" pitchFamily="34" charset="0"/>
              </a:rPr>
              <a:t>Configuration Example</a:t>
            </a:r>
          </a:p>
        </p:txBody>
      </p:sp>
      <p:sp>
        <p:nvSpPr>
          <p:cNvPr id="145411" name="Text Box 3"/>
          <p:cNvSpPr txBox="1">
            <a:spLocks noChangeArrowheads="1"/>
          </p:cNvSpPr>
          <p:nvPr/>
        </p:nvSpPr>
        <p:spPr bwMode="auto">
          <a:xfrm>
            <a:off x="2427289" y="3265506"/>
            <a:ext cx="7323137" cy="2714589"/>
          </a:xfrm>
          <a:prstGeom prst="rect">
            <a:avLst/>
          </a:prstGeom>
          <a:solidFill>
            <a:schemeClr val="bg1"/>
          </a:solidFill>
          <a:ln w="28575">
            <a:solidFill>
              <a:schemeClr val="tx1"/>
            </a:solidFill>
            <a:miter lim="800000"/>
            <a:headEnd type="none" w="sm" len="sm"/>
            <a:tailEnd type="none" w="sm" len="sm"/>
          </a:ln>
        </p:spPr>
        <p:txBody>
          <a:bodyPr anchor="ctr">
            <a:spAutoFit/>
          </a:bodyPr>
          <a:lstStyle>
            <a:lvl1pPr marL="342900" indent="-342900">
              <a:defRPr>
                <a:solidFill>
                  <a:schemeClr val="tx1"/>
                </a:solidFill>
                <a:latin typeface="Arial" panose="020B0604020202020204" pitchFamily="34" charset="0"/>
                <a:cs typeface="Arial" panose="020B0604020202020204" pitchFamily="34" charset="0"/>
              </a:defRPr>
            </a:lvl1pPr>
            <a:lvl2pPr marL="11430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Courier New" panose="02070309020205020404" pitchFamily="49" charset="0"/>
              </a:rPr>
              <a:t>interface GigabitEthernet0/2</a:t>
            </a:r>
          </a:p>
          <a:p>
            <a:pPr lvl="1"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Courier New" panose="02070309020205020404" pitchFamily="49" charset="0"/>
              </a:rPr>
              <a:t>  nameif dmz</a:t>
            </a:r>
          </a:p>
          <a:p>
            <a:pPr lvl="1"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Courier New" panose="02070309020205020404" pitchFamily="49" charset="0"/>
              </a:rPr>
              <a:t>  security-level 50</a:t>
            </a:r>
          </a:p>
          <a:p>
            <a:pPr lvl="1"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Courier New" panose="02070309020205020404" pitchFamily="49" charset="0"/>
              </a:rPr>
              <a:t>  speed 1000</a:t>
            </a:r>
          </a:p>
          <a:p>
            <a:pPr lvl="1"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Courier New" panose="02070309020205020404" pitchFamily="49" charset="0"/>
              </a:rPr>
              <a:t>  duplex full</a:t>
            </a:r>
          </a:p>
          <a:p>
            <a:pPr lvl="1"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Courier New" panose="02070309020205020404" pitchFamily="49" charset="0"/>
              </a:rPr>
              <a:t>  ip address 172.16.1.1 255.255.255.0</a:t>
            </a:r>
          </a:p>
          <a:p>
            <a:pPr lvl="1"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Courier New" panose="02070309020205020404" pitchFamily="49" charset="0"/>
              </a:rPr>
              <a:t> passwd 2KFQnbNIdI.2KYOU encrypted</a:t>
            </a:r>
          </a:p>
          <a:p>
            <a:pPr lvl="1"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Courier New" panose="02070309020205020404" pitchFamily="49" charset="0"/>
              </a:rPr>
              <a:t> hostname asa1</a:t>
            </a:r>
          </a:p>
          <a:p>
            <a:pPr lvl="1"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Courier New" panose="02070309020205020404" pitchFamily="49" charset="0"/>
              </a:rPr>
              <a:t> names</a:t>
            </a:r>
          </a:p>
          <a:p>
            <a:pPr lvl="1"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Courier New" panose="02070309020205020404" pitchFamily="49" charset="0"/>
              </a:rPr>
              <a:t> name 172.16.1.2 bastionhost</a:t>
            </a:r>
          </a:p>
          <a:p>
            <a:pPr lvl="1"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Courier New" panose="02070309020205020404" pitchFamily="49" charset="0"/>
              </a:rPr>
              <a:t> name 10.1.1.11 insidehost</a:t>
            </a:r>
          </a:p>
          <a:p>
            <a:pPr lvl="1" fontAlgn="base">
              <a:spcBef>
                <a:spcPct val="20000"/>
              </a:spcBef>
              <a:spcAft>
                <a:spcPct val="0"/>
              </a:spcAft>
              <a:buClr>
                <a:srgbClr val="FF9933"/>
              </a:buClr>
              <a:buFont typeface="Wingdings" panose="05000000000000000000" pitchFamily="2" charset="2"/>
              <a:buNone/>
            </a:pPr>
            <a:endParaRPr lang="en-US" altLang="en-US" sz="1200">
              <a:solidFill>
                <a:prstClr val="black"/>
              </a:solidFill>
              <a:latin typeface="Courier New" panose="02070309020205020404" pitchFamily="49" charset="0"/>
            </a:endParaRPr>
          </a:p>
        </p:txBody>
      </p:sp>
      <p:sp>
        <p:nvSpPr>
          <p:cNvPr id="145412" name="Rectangle 135"/>
          <p:cNvSpPr>
            <a:spLocks noChangeArrowheads="1"/>
          </p:cNvSpPr>
          <p:nvPr/>
        </p:nvSpPr>
        <p:spPr bwMode="auto">
          <a:xfrm flipH="1">
            <a:off x="3319463" y="5203826"/>
            <a:ext cx="203200" cy="274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145413" name="Rectangle 136"/>
          <p:cNvSpPr>
            <a:spLocks noChangeArrowheads="1"/>
          </p:cNvSpPr>
          <p:nvPr/>
        </p:nvSpPr>
        <p:spPr bwMode="auto">
          <a:xfrm flipH="1">
            <a:off x="3576639" y="5203826"/>
            <a:ext cx="203200" cy="274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145414" name="Line 4"/>
          <p:cNvSpPr>
            <a:spLocks noChangeShapeType="1"/>
          </p:cNvSpPr>
          <p:nvPr/>
        </p:nvSpPr>
        <p:spPr bwMode="auto">
          <a:xfrm rot="5400000" flipH="1" flipV="1">
            <a:off x="5812632" y="2359820"/>
            <a:ext cx="863600" cy="1587"/>
          </a:xfrm>
          <a:prstGeom prst="line">
            <a:avLst/>
          </a:prstGeom>
          <a:noFill/>
          <a:ln w="28575">
            <a:solidFill>
              <a:srgbClr val="CF0E3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45415" name="Line 5"/>
          <p:cNvSpPr>
            <a:spLocks noChangeShapeType="1"/>
          </p:cNvSpPr>
          <p:nvPr/>
        </p:nvSpPr>
        <p:spPr bwMode="auto">
          <a:xfrm flipH="1">
            <a:off x="2790826" y="2652713"/>
            <a:ext cx="6515100"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45416" name="Rectangle 51"/>
          <p:cNvSpPr>
            <a:spLocks noChangeArrowheads="1"/>
          </p:cNvSpPr>
          <p:nvPr/>
        </p:nvSpPr>
        <p:spPr bwMode="auto">
          <a:xfrm flipH="1">
            <a:off x="3275013" y="2609850"/>
            <a:ext cx="203200" cy="274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145417" name="Rectangle 52"/>
          <p:cNvSpPr>
            <a:spLocks noChangeArrowheads="1"/>
          </p:cNvSpPr>
          <p:nvPr/>
        </p:nvSpPr>
        <p:spPr bwMode="auto">
          <a:xfrm flipH="1">
            <a:off x="3532188" y="2609850"/>
            <a:ext cx="203200" cy="2746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145418" name="Rectangle 53"/>
          <p:cNvSpPr>
            <a:spLocks noChangeArrowheads="1"/>
          </p:cNvSpPr>
          <p:nvPr/>
        </p:nvSpPr>
        <p:spPr bwMode="auto">
          <a:xfrm flipH="1">
            <a:off x="5314952" y="2095908"/>
            <a:ext cx="90922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172.16.1.0</a:t>
            </a:r>
          </a:p>
        </p:txBody>
      </p:sp>
      <p:sp>
        <p:nvSpPr>
          <p:cNvPr id="145419" name="Rectangle 54"/>
          <p:cNvSpPr>
            <a:spLocks noChangeArrowheads="1"/>
          </p:cNvSpPr>
          <p:nvPr/>
        </p:nvSpPr>
        <p:spPr bwMode="auto">
          <a:xfrm flipH="1">
            <a:off x="6227763" y="2270532"/>
            <a:ext cx="31290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.1</a:t>
            </a:r>
          </a:p>
        </p:txBody>
      </p:sp>
      <p:sp>
        <p:nvSpPr>
          <p:cNvPr id="145420" name="Rectangle 91"/>
          <p:cNvSpPr>
            <a:spLocks noChangeArrowheads="1"/>
          </p:cNvSpPr>
          <p:nvPr/>
        </p:nvSpPr>
        <p:spPr bwMode="auto">
          <a:xfrm flipH="1">
            <a:off x="6783648" y="2373314"/>
            <a:ext cx="760153" cy="285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1763" tIns="49988" rIns="101763" bIns="49988">
            <a:spAutoFit/>
          </a:bodyPr>
          <a:lstStyle>
            <a:lvl1pPr defTabSz="1028700">
              <a:defRPr>
                <a:solidFill>
                  <a:schemeClr val="tx1"/>
                </a:solidFill>
                <a:latin typeface="Arial" panose="020B0604020202020204" pitchFamily="34" charset="0"/>
                <a:cs typeface="Arial" panose="020B0604020202020204" pitchFamily="34" charset="0"/>
              </a:defRPr>
            </a:lvl1pPr>
            <a:lvl2pPr marL="742950" indent="-285750" defTabSz="1028700">
              <a:defRPr>
                <a:solidFill>
                  <a:schemeClr val="tx1"/>
                </a:solidFill>
                <a:latin typeface="Arial" panose="020B0604020202020204" pitchFamily="34" charset="0"/>
                <a:cs typeface="Arial" panose="020B0604020202020204" pitchFamily="34" charset="0"/>
              </a:defRPr>
            </a:lvl2pPr>
            <a:lvl3pPr marL="1143000" indent="-228600" defTabSz="1028700">
              <a:defRPr>
                <a:solidFill>
                  <a:schemeClr val="tx1"/>
                </a:solidFill>
                <a:latin typeface="Arial" panose="020B0604020202020204" pitchFamily="34" charset="0"/>
                <a:cs typeface="Arial" panose="020B0604020202020204" pitchFamily="34" charset="0"/>
              </a:defRPr>
            </a:lvl3pPr>
            <a:lvl4pPr marL="1600200" indent="-228600" defTabSz="1028700">
              <a:defRPr>
                <a:solidFill>
                  <a:schemeClr val="tx1"/>
                </a:solidFill>
                <a:latin typeface="Arial" panose="020B0604020202020204" pitchFamily="34" charset="0"/>
                <a:cs typeface="Arial" panose="020B0604020202020204" pitchFamily="34" charset="0"/>
              </a:defRPr>
            </a:lvl4pPr>
            <a:lvl5pPr marL="2057400" indent="-228600" defTabSz="1028700">
              <a:defRPr>
                <a:solidFill>
                  <a:schemeClr val="tx1"/>
                </a:solidFill>
                <a:latin typeface="Arial" panose="020B0604020202020204" pitchFamily="34" charset="0"/>
                <a:cs typeface="Arial" panose="020B0604020202020204" pitchFamily="34" charset="0"/>
              </a:defRPr>
            </a:lvl5pPr>
            <a:lvl6pPr marL="25146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10.0.1.0</a:t>
            </a:r>
          </a:p>
        </p:txBody>
      </p:sp>
      <p:sp>
        <p:nvSpPr>
          <p:cNvPr id="145421" name="Rectangle 92"/>
          <p:cNvSpPr>
            <a:spLocks noChangeArrowheads="1"/>
          </p:cNvSpPr>
          <p:nvPr/>
        </p:nvSpPr>
        <p:spPr bwMode="auto">
          <a:xfrm flipH="1">
            <a:off x="6396037" y="2638832"/>
            <a:ext cx="31290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.1</a:t>
            </a:r>
          </a:p>
        </p:txBody>
      </p:sp>
      <p:sp>
        <p:nvSpPr>
          <p:cNvPr id="145422" name="Rectangle 93"/>
          <p:cNvSpPr>
            <a:spLocks noChangeArrowheads="1"/>
          </p:cNvSpPr>
          <p:nvPr/>
        </p:nvSpPr>
        <p:spPr bwMode="auto">
          <a:xfrm flipH="1">
            <a:off x="4797426" y="2389596"/>
            <a:ext cx="99418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192.168.1.0</a:t>
            </a:r>
          </a:p>
        </p:txBody>
      </p:sp>
      <p:sp>
        <p:nvSpPr>
          <p:cNvPr id="145423" name="Rectangle 94"/>
          <p:cNvSpPr>
            <a:spLocks noChangeArrowheads="1"/>
          </p:cNvSpPr>
          <p:nvPr/>
        </p:nvSpPr>
        <p:spPr bwMode="auto">
          <a:xfrm flipH="1">
            <a:off x="5741988" y="2626132"/>
            <a:ext cx="31290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.2</a:t>
            </a:r>
          </a:p>
        </p:txBody>
      </p:sp>
      <p:sp>
        <p:nvSpPr>
          <p:cNvPr id="145424" name="Rectangle 121"/>
          <p:cNvSpPr>
            <a:spLocks noChangeArrowheads="1"/>
          </p:cNvSpPr>
          <p:nvPr/>
        </p:nvSpPr>
        <p:spPr bwMode="auto">
          <a:xfrm flipH="1">
            <a:off x="8358448" y="2373314"/>
            <a:ext cx="760153" cy="285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1763" tIns="49988" rIns="101763" bIns="49988">
            <a:spAutoFit/>
          </a:bodyPr>
          <a:lstStyle>
            <a:lvl1pPr defTabSz="1028700">
              <a:defRPr>
                <a:solidFill>
                  <a:schemeClr val="tx1"/>
                </a:solidFill>
                <a:latin typeface="Arial" panose="020B0604020202020204" pitchFamily="34" charset="0"/>
                <a:cs typeface="Arial" panose="020B0604020202020204" pitchFamily="34" charset="0"/>
              </a:defRPr>
            </a:lvl1pPr>
            <a:lvl2pPr marL="742950" indent="-285750" defTabSz="1028700">
              <a:defRPr>
                <a:solidFill>
                  <a:schemeClr val="tx1"/>
                </a:solidFill>
                <a:latin typeface="Arial" panose="020B0604020202020204" pitchFamily="34" charset="0"/>
                <a:cs typeface="Arial" panose="020B0604020202020204" pitchFamily="34" charset="0"/>
              </a:defRPr>
            </a:lvl2pPr>
            <a:lvl3pPr marL="1143000" indent="-228600" defTabSz="1028700">
              <a:defRPr>
                <a:solidFill>
                  <a:schemeClr val="tx1"/>
                </a:solidFill>
                <a:latin typeface="Arial" panose="020B0604020202020204" pitchFamily="34" charset="0"/>
                <a:cs typeface="Arial" panose="020B0604020202020204" pitchFamily="34" charset="0"/>
              </a:defRPr>
            </a:lvl3pPr>
            <a:lvl4pPr marL="1600200" indent="-228600" defTabSz="1028700">
              <a:defRPr>
                <a:solidFill>
                  <a:schemeClr val="tx1"/>
                </a:solidFill>
                <a:latin typeface="Arial" panose="020B0604020202020204" pitchFamily="34" charset="0"/>
                <a:cs typeface="Arial" panose="020B0604020202020204" pitchFamily="34" charset="0"/>
              </a:defRPr>
            </a:lvl4pPr>
            <a:lvl5pPr marL="2057400" indent="-228600" defTabSz="1028700">
              <a:defRPr>
                <a:solidFill>
                  <a:schemeClr val="tx1"/>
                </a:solidFill>
                <a:latin typeface="Arial" panose="020B0604020202020204" pitchFamily="34" charset="0"/>
                <a:cs typeface="Arial" panose="020B0604020202020204" pitchFamily="34" charset="0"/>
              </a:defRPr>
            </a:lvl5pPr>
            <a:lvl6pPr marL="25146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10.1.1.0</a:t>
            </a:r>
          </a:p>
        </p:txBody>
      </p:sp>
      <p:sp>
        <p:nvSpPr>
          <p:cNvPr id="145425" name="Rectangle 122"/>
          <p:cNvSpPr>
            <a:spLocks noChangeArrowheads="1"/>
          </p:cNvSpPr>
          <p:nvPr/>
        </p:nvSpPr>
        <p:spPr bwMode="auto">
          <a:xfrm flipH="1">
            <a:off x="8259763" y="2638832"/>
            <a:ext cx="31290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.1</a:t>
            </a:r>
          </a:p>
        </p:txBody>
      </p:sp>
      <p:sp>
        <p:nvSpPr>
          <p:cNvPr id="145426" name="Rectangle 123"/>
          <p:cNvSpPr>
            <a:spLocks noChangeArrowheads="1"/>
          </p:cNvSpPr>
          <p:nvPr/>
        </p:nvSpPr>
        <p:spPr bwMode="auto">
          <a:xfrm>
            <a:off x="6570664" y="1408113"/>
            <a:ext cx="1861535" cy="942441"/>
          </a:xfrm>
          <a:prstGeom prst="rect">
            <a:avLst/>
          </a:prstGeom>
          <a:solidFill>
            <a:schemeClr val="folHlink"/>
          </a:solidFill>
          <a:ln w="9525">
            <a:solidFill>
              <a:schemeClr val="tx1"/>
            </a:solidFill>
            <a:miter lim="800000"/>
            <a:headEnd/>
            <a:tailEnd/>
          </a:ln>
        </p:spPr>
        <p:txBody>
          <a:bodyPr wrap="none" lIns="92075" tIns="46039" rIns="92075" bIns="46039">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GigabitEthernet0/2</a:t>
            </a:r>
          </a:p>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 Interface name = dmz</a:t>
            </a:r>
          </a:p>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 Security level = 50</a:t>
            </a:r>
          </a:p>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 IP address = 172.16.1.1</a:t>
            </a:r>
          </a:p>
        </p:txBody>
      </p:sp>
      <p:sp>
        <p:nvSpPr>
          <p:cNvPr id="145427" name="Rectangle 126"/>
          <p:cNvSpPr>
            <a:spLocks noChangeArrowheads="1"/>
          </p:cNvSpPr>
          <p:nvPr/>
        </p:nvSpPr>
        <p:spPr bwMode="auto">
          <a:xfrm flipH="1">
            <a:off x="8999420" y="1912875"/>
            <a:ext cx="976549" cy="498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“insidehost”</a:t>
            </a:r>
          </a:p>
          <a:p>
            <a:pPr algn="ct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10.1.1.11</a:t>
            </a:r>
          </a:p>
        </p:txBody>
      </p:sp>
      <p:sp>
        <p:nvSpPr>
          <p:cNvPr id="145428" name="Rectangle 127"/>
          <p:cNvSpPr>
            <a:spLocks noChangeArrowheads="1"/>
          </p:cNvSpPr>
          <p:nvPr/>
        </p:nvSpPr>
        <p:spPr bwMode="auto">
          <a:xfrm flipH="1">
            <a:off x="4940521" y="1549338"/>
            <a:ext cx="1071126" cy="498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“bastionhost”</a:t>
            </a:r>
          </a:p>
          <a:p>
            <a:pPr algn="ct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172.16.1.2</a:t>
            </a:r>
          </a:p>
        </p:txBody>
      </p:sp>
      <p:grpSp>
        <p:nvGrpSpPr>
          <p:cNvPr id="145429" name="Group 128"/>
          <p:cNvGrpSpPr>
            <a:grpSpLocks/>
          </p:cNvGrpSpPr>
          <p:nvPr/>
        </p:nvGrpSpPr>
        <p:grpSpPr bwMode="auto">
          <a:xfrm>
            <a:off x="1955800" y="2190752"/>
            <a:ext cx="1538288" cy="784225"/>
            <a:chOff x="775" y="3234"/>
            <a:chExt cx="969" cy="494"/>
          </a:xfrm>
        </p:grpSpPr>
        <p:pic>
          <p:nvPicPr>
            <p:cNvPr id="145435" name="Picture 129" descr="Network_Cloud_Standard"/>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5" y="3234"/>
              <a:ext cx="969" cy="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5436" name="Rectangle 130"/>
            <p:cNvSpPr>
              <a:spLocks noChangeArrowheads="1"/>
            </p:cNvSpPr>
            <p:nvPr/>
          </p:nvSpPr>
          <p:spPr bwMode="auto">
            <a:xfrm>
              <a:off x="970" y="3384"/>
              <a:ext cx="55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Internet</a:t>
              </a:r>
            </a:p>
          </p:txBody>
        </p:sp>
      </p:grpSp>
      <p:pic>
        <p:nvPicPr>
          <p:cNvPr id="145430" name="Picture 131" descr="PC"/>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117013" y="2413001"/>
            <a:ext cx="636587"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5431" name="Picture 146" descr="File-Application_Serve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045200" y="1627190"/>
            <a:ext cx="355600" cy="511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5432" name="Picture 154" descr="Cisco_ASA5500"/>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005513" y="2511426"/>
            <a:ext cx="45720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5433" name="Picture 155" descr="Route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3971926" y="2490790"/>
            <a:ext cx="585788"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5434" name="Picture 156" descr="Route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810501" y="2428877"/>
            <a:ext cx="585788"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2564099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ChangeArrowheads="1"/>
          </p:cNvSpPr>
          <p:nvPr>
            <p:ph type="title"/>
          </p:nvPr>
        </p:nvSpPr>
        <p:spPr>
          <a:xfrm>
            <a:off x="0" y="-11544"/>
            <a:ext cx="10515600" cy="565043"/>
          </a:xfrm>
        </p:spPr>
        <p:txBody>
          <a:bodyPr/>
          <a:lstStyle/>
          <a:p>
            <a:pPr eaLnBrk="1" hangingPunct="1"/>
            <a:r>
              <a:rPr lang="en-US" altLang="en-US" dirty="0">
                <a:latin typeface="Arial" panose="020B0604020202020204" pitchFamily="34" charset="0"/>
                <a:cs typeface="Arial" panose="020B0604020202020204" pitchFamily="34" charset="0"/>
              </a:rPr>
              <a:t>Configuration Example</a:t>
            </a:r>
          </a:p>
        </p:txBody>
      </p:sp>
      <p:sp>
        <p:nvSpPr>
          <p:cNvPr id="147459" name="Text Box 3"/>
          <p:cNvSpPr txBox="1">
            <a:spLocks noChangeArrowheads="1"/>
          </p:cNvSpPr>
          <p:nvPr/>
        </p:nvSpPr>
        <p:spPr bwMode="auto">
          <a:xfrm>
            <a:off x="2309813" y="4580416"/>
            <a:ext cx="7366000" cy="1135696"/>
          </a:xfrm>
          <a:prstGeom prst="rect">
            <a:avLst/>
          </a:prstGeom>
          <a:solidFill>
            <a:schemeClr val="bg1"/>
          </a:solidFill>
          <a:ln w="28575">
            <a:solidFill>
              <a:schemeClr val="tx1"/>
            </a:solidFill>
            <a:miter lim="800000"/>
            <a:headEnd type="none" w="sm" len="sm"/>
            <a:tailEnd type="none" w="sm" len="sm"/>
          </a:ln>
        </p:spPr>
        <p:txBody>
          <a:bodyPr anchor="ctr">
            <a:spAutoFit/>
          </a:bodyPr>
          <a:lstStyle>
            <a:lvl1pPr marL="342900" indent="-342900">
              <a:defRPr>
                <a:solidFill>
                  <a:schemeClr val="tx1"/>
                </a:solidFill>
                <a:latin typeface="Arial" panose="020B0604020202020204" pitchFamily="34" charset="0"/>
                <a:cs typeface="Arial" panose="020B0604020202020204" pitchFamily="34" charset="0"/>
              </a:defRPr>
            </a:lvl1pPr>
            <a:lvl2pPr marL="11430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fontAlgn="base">
              <a:lnSpc>
                <a:spcPct val="85000"/>
              </a:lnSpc>
              <a:spcBef>
                <a:spcPct val="35000"/>
              </a:spcBef>
              <a:spcAft>
                <a:spcPct val="0"/>
              </a:spcAft>
              <a:buClr>
                <a:srgbClr val="954F72"/>
              </a:buClr>
              <a:buFont typeface="Wingdings" panose="05000000000000000000" pitchFamily="2" charset="2"/>
              <a:buNone/>
            </a:pPr>
            <a:r>
              <a:rPr lang="en-US" altLang="en-US" sz="1200">
                <a:solidFill>
                  <a:prstClr val="black"/>
                </a:solidFill>
                <a:latin typeface="Courier New" panose="02070309020205020404" pitchFamily="49" charset="0"/>
              </a:rPr>
              <a:t>nat-control</a:t>
            </a:r>
          </a:p>
          <a:p>
            <a:pPr lvl="1" fontAlgn="base">
              <a:lnSpc>
                <a:spcPct val="85000"/>
              </a:lnSpc>
              <a:spcBef>
                <a:spcPct val="35000"/>
              </a:spcBef>
              <a:spcAft>
                <a:spcPct val="0"/>
              </a:spcAft>
              <a:buClr>
                <a:srgbClr val="954F72"/>
              </a:buClr>
              <a:buFont typeface="Wingdings" panose="05000000000000000000" pitchFamily="2" charset="2"/>
              <a:buNone/>
            </a:pPr>
            <a:r>
              <a:rPr lang="en-US" altLang="en-US" sz="1200">
                <a:solidFill>
                  <a:prstClr val="black"/>
                </a:solidFill>
                <a:latin typeface="Courier New" panose="02070309020205020404" pitchFamily="49" charset="0"/>
              </a:rPr>
              <a:t>nat (inside) 1 0.0.0.0 0.0.0.0 0 0</a:t>
            </a:r>
            <a:endParaRPr lang="en-US" altLang="en-US" sz="1200">
              <a:solidFill>
                <a:prstClr val="black"/>
              </a:solidFill>
              <a:latin typeface="Courier New" panose="02070309020205020404" pitchFamily="49" charset="0"/>
              <a:cs typeface="Times New Roman" panose="02020603050405020304" pitchFamily="18" charset="0"/>
            </a:endParaRPr>
          </a:p>
          <a:p>
            <a:pPr lvl="1" fontAlgn="base">
              <a:lnSpc>
                <a:spcPct val="85000"/>
              </a:lnSpc>
              <a:spcBef>
                <a:spcPct val="35000"/>
              </a:spcBef>
              <a:spcAft>
                <a:spcPct val="0"/>
              </a:spcAft>
              <a:buClr>
                <a:srgbClr val="954F72"/>
              </a:buClr>
              <a:buFont typeface="Wingdings" panose="05000000000000000000" pitchFamily="2" charset="2"/>
              <a:buNone/>
            </a:pPr>
            <a:r>
              <a:rPr lang="en-US" altLang="en-US" sz="1200">
                <a:solidFill>
                  <a:prstClr val="black"/>
                </a:solidFill>
                <a:latin typeface="Courier New" panose="02070309020205020404" pitchFamily="49" charset="0"/>
                <a:cs typeface="Times New Roman" panose="02020603050405020304" pitchFamily="18" charset="0"/>
              </a:rPr>
              <a:t>global (outside) 1 192.168.1.20-192.168.1.254</a:t>
            </a:r>
          </a:p>
          <a:p>
            <a:pPr lvl="1" fontAlgn="base">
              <a:lnSpc>
                <a:spcPct val="85000"/>
              </a:lnSpc>
              <a:spcBef>
                <a:spcPct val="35000"/>
              </a:spcBef>
              <a:spcAft>
                <a:spcPct val="0"/>
              </a:spcAft>
              <a:buClr>
                <a:srgbClr val="954F72"/>
              </a:buClr>
              <a:buFont typeface="Wingdings" panose="05000000000000000000" pitchFamily="2" charset="2"/>
              <a:buNone/>
            </a:pPr>
            <a:r>
              <a:rPr lang="en-US" altLang="en-US" sz="1200">
                <a:solidFill>
                  <a:prstClr val="black"/>
                </a:solidFill>
                <a:latin typeface="Courier New" panose="02070309020205020404" pitchFamily="49" charset="0"/>
                <a:cs typeface="Times New Roman" panose="02020603050405020304" pitchFamily="18" charset="0"/>
              </a:rPr>
              <a:t>route outside 0.0.0.0 0.0.0.0 192.168.1.1 1</a:t>
            </a:r>
          </a:p>
          <a:p>
            <a:pPr lvl="1" fontAlgn="base">
              <a:lnSpc>
                <a:spcPct val="85000"/>
              </a:lnSpc>
              <a:spcBef>
                <a:spcPct val="35000"/>
              </a:spcBef>
              <a:spcAft>
                <a:spcPct val="0"/>
              </a:spcAft>
              <a:buClr>
                <a:srgbClr val="954F72"/>
              </a:buClr>
              <a:buFont typeface="Wingdings" panose="05000000000000000000" pitchFamily="2" charset="2"/>
              <a:buNone/>
            </a:pPr>
            <a:r>
              <a:rPr lang="en-US" altLang="en-US" sz="1200">
                <a:solidFill>
                  <a:prstClr val="black"/>
                </a:solidFill>
                <a:latin typeface="Courier New" panose="02070309020205020404" pitchFamily="49" charset="0"/>
                <a:cs typeface="Times New Roman" panose="02020603050405020304" pitchFamily="18" charset="0"/>
              </a:rPr>
              <a:t>route inside 10.1.1.0 255.255.255.0 10.0.1.102 1</a:t>
            </a:r>
          </a:p>
        </p:txBody>
      </p:sp>
      <p:sp>
        <p:nvSpPr>
          <p:cNvPr id="147460" name="Line 144"/>
          <p:cNvSpPr>
            <a:spLocks noChangeShapeType="1"/>
          </p:cNvSpPr>
          <p:nvPr/>
        </p:nvSpPr>
        <p:spPr bwMode="auto">
          <a:xfrm rot="5400000" flipH="1" flipV="1">
            <a:off x="5658644" y="2686845"/>
            <a:ext cx="863600" cy="1588"/>
          </a:xfrm>
          <a:prstGeom prst="line">
            <a:avLst/>
          </a:prstGeom>
          <a:noFill/>
          <a:ln w="28575">
            <a:solidFill>
              <a:srgbClr val="CF0E3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47461" name="Line 145"/>
          <p:cNvSpPr>
            <a:spLocks noChangeShapeType="1"/>
          </p:cNvSpPr>
          <p:nvPr/>
        </p:nvSpPr>
        <p:spPr bwMode="auto">
          <a:xfrm flipH="1">
            <a:off x="2636839" y="2979739"/>
            <a:ext cx="6515100"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47462" name="Line 148"/>
          <p:cNvSpPr>
            <a:spLocks noChangeShapeType="1"/>
          </p:cNvSpPr>
          <p:nvPr/>
        </p:nvSpPr>
        <p:spPr bwMode="auto">
          <a:xfrm flipH="1">
            <a:off x="6116639" y="3522663"/>
            <a:ext cx="3109912"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nchor="ctr">
            <a:spAutoFit/>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47463" name="Text Box 149"/>
          <p:cNvSpPr txBox="1">
            <a:spLocks noChangeArrowheads="1"/>
          </p:cNvSpPr>
          <p:nvPr/>
        </p:nvSpPr>
        <p:spPr bwMode="auto">
          <a:xfrm flipH="1">
            <a:off x="7456725" y="3504020"/>
            <a:ext cx="73930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50000"/>
              </a:spcBef>
              <a:spcAft>
                <a:spcPct val="0"/>
              </a:spcAft>
              <a:buClr>
                <a:srgbClr val="FF9933"/>
              </a:buClr>
              <a:buFont typeface="Wingdings" panose="05000000000000000000" pitchFamily="2" charset="2"/>
              <a:buNone/>
            </a:pPr>
            <a:r>
              <a:rPr lang="en-US" altLang="en-US" sz="1200">
                <a:solidFill>
                  <a:prstClr val="black"/>
                </a:solidFill>
              </a:rPr>
              <a:t>10.0.0.0</a:t>
            </a:r>
          </a:p>
        </p:txBody>
      </p:sp>
      <p:sp>
        <p:nvSpPr>
          <p:cNvPr id="147464" name="Line 150"/>
          <p:cNvSpPr>
            <a:spLocks noChangeShapeType="1"/>
          </p:cNvSpPr>
          <p:nvPr/>
        </p:nvSpPr>
        <p:spPr bwMode="auto">
          <a:xfrm>
            <a:off x="6091239" y="3165477"/>
            <a:ext cx="0" cy="500063"/>
          </a:xfrm>
          <a:prstGeom prst="line">
            <a:avLst/>
          </a:prstGeom>
          <a:noFill/>
          <a:ln w="2857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lIns="73025" tIns="36512" rIns="73025" bIns="36512"/>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47465" name="Line 151"/>
          <p:cNvSpPr>
            <a:spLocks noChangeShapeType="1"/>
          </p:cNvSpPr>
          <p:nvPr/>
        </p:nvSpPr>
        <p:spPr bwMode="auto">
          <a:xfrm flipH="1">
            <a:off x="4275139" y="3535363"/>
            <a:ext cx="1738312"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anchor="ctr">
            <a:spAutoFit/>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47466" name="Text Box 152"/>
          <p:cNvSpPr txBox="1">
            <a:spLocks noChangeArrowheads="1"/>
          </p:cNvSpPr>
          <p:nvPr/>
        </p:nvSpPr>
        <p:spPr bwMode="auto">
          <a:xfrm flipH="1">
            <a:off x="4508369" y="3538558"/>
            <a:ext cx="147187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50000"/>
              </a:spcBef>
              <a:spcAft>
                <a:spcPct val="0"/>
              </a:spcAft>
              <a:buClr>
                <a:srgbClr val="FF9933"/>
              </a:buClr>
              <a:buFont typeface="Wingdings" panose="05000000000000000000" pitchFamily="2" charset="2"/>
              <a:buNone/>
            </a:pPr>
            <a:r>
              <a:rPr lang="en-US" altLang="en-US" sz="1200">
                <a:solidFill>
                  <a:prstClr val="black"/>
                </a:solidFill>
              </a:rPr>
              <a:t>Mapped Pool</a:t>
            </a:r>
          </a:p>
          <a:p>
            <a:pPr algn="ctr" fontAlgn="base">
              <a:spcBef>
                <a:spcPct val="50000"/>
              </a:spcBef>
              <a:spcAft>
                <a:spcPct val="0"/>
              </a:spcAft>
              <a:buClr>
                <a:srgbClr val="FF9933"/>
              </a:buClr>
              <a:buFont typeface="Wingdings" panose="05000000000000000000" pitchFamily="2" charset="2"/>
              <a:buNone/>
            </a:pPr>
            <a:r>
              <a:rPr lang="en-US" altLang="en-US" sz="1200">
                <a:solidFill>
                  <a:prstClr val="black"/>
                </a:solidFill>
              </a:rPr>
              <a:t>192.168.1.20 - 254</a:t>
            </a:r>
          </a:p>
        </p:txBody>
      </p:sp>
      <p:sp>
        <p:nvSpPr>
          <p:cNvPr id="147467" name="Rectangle 153"/>
          <p:cNvSpPr>
            <a:spLocks noChangeArrowheads="1"/>
          </p:cNvSpPr>
          <p:nvPr/>
        </p:nvSpPr>
        <p:spPr bwMode="auto">
          <a:xfrm flipH="1">
            <a:off x="5160965" y="2322920"/>
            <a:ext cx="90922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172.16.1.0</a:t>
            </a:r>
          </a:p>
        </p:txBody>
      </p:sp>
      <p:sp>
        <p:nvSpPr>
          <p:cNvPr id="147468" name="Rectangle 154"/>
          <p:cNvSpPr>
            <a:spLocks noChangeArrowheads="1"/>
          </p:cNvSpPr>
          <p:nvPr/>
        </p:nvSpPr>
        <p:spPr bwMode="auto">
          <a:xfrm flipH="1">
            <a:off x="6078537" y="2326096"/>
            <a:ext cx="31290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.2</a:t>
            </a:r>
          </a:p>
        </p:txBody>
      </p:sp>
      <p:sp>
        <p:nvSpPr>
          <p:cNvPr id="147469" name="Rectangle 155"/>
          <p:cNvSpPr>
            <a:spLocks noChangeArrowheads="1"/>
          </p:cNvSpPr>
          <p:nvPr/>
        </p:nvSpPr>
        <p:spPr bwMode="auto">
          <a:xfrm flipH="1">
            <a:off x="6059488" y="2583271"/>
            <a:ext cx="31290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.1</a:t>
            </a:r>
          </a:p>
        </p:txBody>
      </p:sp>
      <p:sp>
        <p:nvSpPr>
          <p:cNvPr id="147470" name="Rectangle 156"/>
          <p:cNvSpPr>
            <a:spLocks noChangeArrowheads="1"/>
          </p:cNvSpPr>
          <p:nvPr/>
        </p:nvSpPr>
        <p:spPr bwMode="auto">
          <a:xfrm flipH="1">
            <a:off x="7213600" y="2978557"/>
            <a:ext cx="48282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.102</a:t>
            </a:r>
          </a:p>
        </p:txBody>
      </p:sp>
      <p:sp>
        <p:nvSpPr>
          <p:cNvPr id="147471" name="Rectangle 157"/>
          <p:cNvSpPr>
            <a:spLocks noChangeArrowheads="1"/>
          </p:cNvSpPr>
          <p:nvPr/>
        </p:nvSpPr>
        <p:spPr bwMode="auto">
          <a:xfrm flipH="1">
            <a:off x="8832734" y="2287526"/>
            <a:ext cx="976549" cy="498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“insidehost”</a:t>
            </a:r>
          </a:p>
          <a:p>
            <a:pPr algn="ct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10.1.1.11</a:t>
            </a:r>
          </a:p>
        </p:txBody>
      </p:sp>
      <p:sp>
        <p:nvSpPr>
          <p:cNvPr id="147472" name="Rectangle 158"/>
          <p:cNvSpPr>
            <a:spLocks noChangeArrowheads="1"/>
          </p:cNvSpPr>
          <p:nvPr/>
        </p:nvSpPr>
        <p:spPr bwMode="auto">
          <a:xfrm flipH="1">
            <a:off x="6326407" y="1884301"/>
            <a:ext cx="1071126" cy="498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“bastionhost”</a:t>
            </a:r>
          </a:p>
          <a:p>
            <a:pPr algn="ct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172.16.1.2</a:t>
            </a:r>
          </a:p>
        </p:txBody>
      </p:sp>
      <p:sp>
        <p:nvSpPr>
          <p:cNvPr id="147473" name="Rectangle 159"/>
          <p:cNvSpPr>
            <a:spLocks noChangeArrowheads="1"/>
          </p:cNvSpPr>
          <p:nvPr/>
        </p:nvSpPr>
        <p:spPr bwMode="auto">
          <a:xfrm flipH="1">
            <a:off x="6629661" y="2700339"/>
            <a:ext cx="760153" cy="285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1763" tIns="49988" rIns="101763" bIns="49988">
            <a:spAutoFit/>
          </a:bodyPr>
          <a:lstStyle>
            <a:lvl1pPr defTabSz="1028700">
              <a:defRPr>
                <a:solidFill>
                  <a:schemeClr val="tx1"/>
                </a:solidFill>
                <a:latin typeface="Arial" panose="020B0604020202020204" pitchFamily="34" charset="0"/>
                <a:cs typeface="Arial" panose="020B0604020202020204" pitchFamily="34" charset="0"/>
              </a:defRPr>
            </a:lvl1pPr>
            <a:lvl2pPr marL="742950" indent="-285750" defTabSz="1028700">
              <a:defRPr>
                <a:solidFill>
                  <a:schemeClr val="tx1"/>
                </a:solidFill>
                <a:latin typeface="Arial" panose="020B0604020202020204" pitchFamily="34" charset="0"/>
                <a:cs typeface="Arial" panose="020B0604020202020204" pitchFamily="34" charset="0"/>
              </a:defRPr>
            </a:lvl2pPr>
            <a:lvl3pPr marL="1143000" indent="-228600" defTabSz="1028700">
              <a:defRPr>
                <a:solidFill>
                  <a:schemeClr val="tx1"/>
                </a:solidFill>
                <a:latin typeface="Arial" panose="020B0604020202020204" pitchFamily="34" charset="0"/>
                <a:cs typeface="Arial" panose="020B0604020202020204" pitchFamily="34" charset="0"/>
              </a:defRPr>
            </a:lvl3pPr>
            <a:lvl4pPr marL="1600200" indent="-228600" defTabSz="1028700">
              <a:defRPr>
                <a:solidFill>
                  <a:schemeClr val="tx1"/>
                </a:solidFill>
                <a:latin typeface="Arial" panose="020B0604020202020204" pitchFamily="34" charset="0"/>
                <a:cs typeface="Arial" panose="020B0604020202020204" pitchFamily="34" charset="0"/>
              </a:defRPr>
            </a:lvl4pPr>
            <a:lvl5pPr marL="2057400" indent="-228600" defTabSz="1028700">
              <a:defRPr>
                <a:solidFill>
                  <a:schemeClr val="tx1"/>
                </a:solidFill>
                <a:latin typeface="Arial" panose="020B0604020202020204" pitchFamily="34" charset="0"/>
                <a:cs typeface="Arial" panose="020B0604020202020204" pitchFamily="34" charset="0"/>
              </a:defRPr>
            </a:lvl5pPr>
            <a:lvl6pPr marL="25146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10.0.1.0</a:t>
            </a:r>
          </a:p>
        </p:txBody>
      </p:sp>
      <p:sp>
        <p:nvSpPr>
          <p:cNvPr id="147474" name="Rectangle 160"/>
          <p:cNvSpPr>
            <a:spLocks noChangeArrowheads="1"/>
          </p:cNvSpPr>
          <p:nvPr/>
        </p:nvSpPr>
        <p:spPr bwMode="auto">
          <a:xfrm flipH="1">
            <a:off x="6184900" y="2965857"/>
            <a:ext cx="31290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.1</a:t>
            </a:r>
          </a:p>
        </p:txBody>
      </p:sp>
      <p:sp>
        <p:nvSpPr>
          <p:cNvPr id="147475" name="Rectangle 161"/>
          <p:cNvSpPr>
            <a:spLocks noChangeArrowheads="1"/>
          </p:cNvSpPr>
          <p:nvPr/>
        </p:nvSpPr>
        <p:spPr bwMode="auto">
          <a:xfrm flipH="1">
            <a:off x="4643440" y="2716620"/>
            <a:ext cx="994183"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192.168.1.0</a:t>
            </a:r>
          </a:p>
        </p:txBody>
      </p:sp>
      <p:sp>
        <p:nvSpPr>
          <p:cNvPr id="147476" name="Rectangle 162"/>
          <p:cNvSpPr>
            <a:spLocks noChangeArrowheads="1"/>
          </p:cNvSpPr>
          <p:nvPr/>
        </p:nvSpPr>
        <p:spPr bwMode="auto">
          <a:xfrm flipH="1">
            <a:off x="5573713" y="2953157"/>
            <a:ext cx="31290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.2</a:t>
            </a:r>
          </a:p>
        </p:txBody>
      </p:sp>
      <p:sp>
        <p:nvSpPr>
          <p:cNvPr id="147477" name="Rectangle 163"/>
          <p:cNvSpPr>
            <a:spLocks noChangeArrowheads="1"/>
          </p:cNvSpPr>
          <p:nvPr/>
        </p:nvSpPr>
        <p:spPr bwMode="auto">
          <a:xfrm flipH="1">
            <a:off x="4422775" y="2965857"/>
            <a:ext cx="31290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.1</a:t>
            </a:r>
          </a:p>
        </p:txBody>
      </p:sp>
      <p:sp>
        <p:nvSpPr>
          <p:cNvPr id="147478" name="Rectangle 164"/>
          <p:cNvSpPr>
            <a:spLocks noChangeArrowheads="1"/>
          </p:cNvSpPr>
          <p:nvPr/>
        </p:nvSpPr>
        <p:spPr bwMode="auto">
          <a:xfrm flipH="1">
            <a:off x="8204461" y="2700339"/>
            <a:ext cx="760153" cy="2856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101763" tIns="49988" rIns="101763" bIns="49988">
            <a:spAutoFit/>
          </a:bodyPr>
          <a:lstStyle>
            <a:lvl1pPr defTabSz="1028700">
              <a:defRPr>
                <a:solidFill>
                  <a:schemeClr val="tx1"/>
                </a:solidFill>
                <a:latin typeface="Arial" panose="020B0604020202020204" pitchFamily="34" charset="0"/>
                <a:cs typeface="Arial" panose="020B0604020202020204" pitchFamily="34" charset="0"/>
              </a:defRPr>
            </a:lvl1pPr>
            <a:lvl2pPr marL="742950" indent="-285750" defTabSz="1028700">
              <a:defRPr>
                <a:solidFill>
                  <a:schemeClr val="tx1"/>
                </a:solidFill>
                <a:latin typeface="Arial" panose="020B0604020202020204" pitchFamily="34" charset="0"/>
                <a:cs typeface="Arial" panose="020B0604020202020204" pitchFamily="34" charset="0"/>
              </a:defRPr>
            </a:lvl2pPr>
            <a:lvl3pPr marL="1143000" indent="-228600" defTabSz="1028700">
              <a:defRPr>
                <a:solidFill>
                  <a:schemeClr val="tx1"/>
                </a:solidFill>
                <a:latin typeface="Arial" panose="020B0604020202020204" pitchFamily="34" charset="0"/>
                <a:cs typeface="Arial" panose="020B0604020202020204" pitchFamily="34" charset="0"/>
              </a:defRPr>
            </a:lvl3pPr>
            <a:lvl4pPr marL="1600200" indent="-228600" defTabSz="1028700">
              <a:defRPr>
                <a:solidFill>
                  <a:schemeClr val="tx1"/>
                </a:solidFill>
                <a:latin typeface="Arial" panose="020B0604020202020204" pitchFamily="34" charset="0"/>
                <a:cs typeface="Arial" panose="020B0604020202020204" pitchFamily="34" charset="0"/>
              </a:defRPr>
            </a:lvl4pPr>
            <a:lvl5pPr marL="2057400" indent="-228600" defTabSz="1028700">
              <a:defRPr>
                <a:solidFill>
                  <a:schemeClr val="tx1"/>
                </a:solidFill>
                <a:latin typeface="Arial" panose="020B0604020202020204" pitchFamily="34" charset="0"/>
                <a:cs typeface="Arial" panose="020B0604020202020204" pitchFamily="34" charset="0"/>
              </a:defRPr>
            </a:lvl5pPr>
            <a:lvl6pPr marL="25146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10287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10.1.1.0</a:t>
            </a:r>
          </a:p>
        </p:txBody>
      </p:sp>
      <p:sp>
        <p:nvSpPr>
          <p:cNvPr id="147479" name="Rectangle 165"/>
          <p:cNvSpPr>
            <a:spLocks noChangeArrowheads="1"/>
          </p:cNvSpPr>
          <p:nvPr/>
        </p:nvSpPr>
        <p:spPr bwMode="auto">
          <a:xfrm flipH="1">
            <a:off x="8105775" y="2965857"/>
            <a:ext cx="31290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.1</a:t>
            </a:r>
          </a:p>
        </p:txBody>
      </p:sp>
      <p:grpSp>
        <p:nvGrpSpPr>
          <p:cNvPr id="147480" name="Group 166"/>
          <p:cNvGrpSpPr>
            <a:grpSpLocks/>
          </p:cNvGrpSpPr>
          <p:nvPr/>
        </p:nvGrpSpPr>
        <p:grpSpPr bwMode="auto">
          <a:xfrm flipH="1">
            <a:off x="4256089" y="2581276"/>
            <a:ext cx="1616075" cy="201613"/>
            <a:chOff x="2688" y="1312"/>
            <a:chExt cx="876" cy="224"/>
          </a:xfrm>
        </p:grpSpPr>
        <p:sp>
          <p:nvSpPr>
            <p:cNvPr id="147495" name="Arc 167"/>
            <p:cNvSpPr>
              <a:spLocks/>
            </p:cNvSpPr>
            <p:nvPr/>
          </p:nvSpPr>
          <p:spPr bwMode="auto">
            <a:xfrm rot="10800000" flipV="1">
              <a:off x="2688" y="1312"/>
              <a:ext cx="440" cy="22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type="none" w="sm" len="sm"/>
              <a:tailEnd/>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47496" name="Arc 168"/>
            <p:cNvSpPr>
              <a:spLocks/>
            </p:cNvSpPr>
            <p:nvPr/>
          </p:nvSpPr>
          <p:spPr bwMode="auto">
            <a:xfrm rot="10800000" flipH="1" flipV="1">
              <a:off x="3124" y="1312"/>
              <a:ext cx="440" cy="22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grpSp>
      <p:sp>
        <p:nvSpPr>
          <p:cNvPr id="147481" name="Text Box 169"/>
          <p:cNvSpPr txBox="1">
            <a:spLocks noChangeArrowheads="1"/>
          </p:cNvSpPr>
          <p:nvPr/>
        </p:nvSpPr>
        <p:spPr bwMode="auto">
          <a:xfrm>
            <a:off x="3608390" y="2335213"/>
            <a:ext cx="1242328" cy="289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400">
                <a:solidFill>
                  <a:prstClr val="black"/>
                </a:solidFill>
              </a:rPr>
              <a:t>Default Route</a:t>
            </a:r>
          </a:p>
        </p:txBody>
      </p:sp>
      <p:grpSp>
        <p:nvGrpSpPr>
          <p:cNvPr id="147482" name="Group 170"/>
          <p:cNvGrpSpPr>
            <a:grpSpLocks/>
          </p:cNvGrpSpPr>
          <p:nvPr/>
        </p:nvGrpSpPr>
        <p:grpSpPr bwMode="auto">
          <a:xfrm>
            <a:off x="6303963" y="2606675"/>
            <a:ext cx="1568451" cy="215900"/>
            <a:chOff x="2688" y="1312"/>
            <a:chExt cx="876" cy="224"/>
          </a:xfrm>
        </p:grpSpPr>
        <p:sp>
          <p:nvSpPr>
            <p:cNvPr id="147493" name="Arc 171"/>
            <p:cNvSpPr>
              <a:spLocks/>
            </p:cNvSpPr>
            <p:nvPr/>
          </p:nvSpPr>
          <p:spPr bwMode="auto">
            <a:xfrm rot="10800000" flipV="1">
              <a:off x="2688" y="1312"/>
              <a:ext cx="440" cy="22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type="none" w="sm" len="sm"/>
              <a:tailEnd/>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47494" name="Arc 172"/>
            <p:cNvSpPr>
              <a:spLocks/>
            </p:cNvSpPr>
            <p:nvPr/>
          </p:nvSpPr>
          <p:spPr bwMode="auto">
            <a:xfrm rot="10800000" flipH="1" flipV="1">
              <a:off x="3124" y="1312"/>
              <a:ext cx="440" cy="22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tx1"/>
              </a:solidFill>
              <a:round/>
              <a:headEnd type="none" w="sm" len="sm"/>
              <a:tailEnd type="triangle" w="med" len="med"/>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grpSp>
      <p:sp>
        <p:nvSpPr>
          <p:cNvPr id="147483" name="Text Box 173"/>
          <p:cNvSpPr txBox="1">
            <a:spLocks noChangeArrowheads="1"/>
          </p:cNvSpPr>
          <p:nvPr/>
        </p:nvSpPr>
        <p:spPr bwMode="auto">
          <a:xfrm>
            <a:off x="7265989" y="2373313"/>
            <a:ext cx="1123706" cy="2891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400">
                <a:solidFill>
                  <a:prstClr val="black"/>
                </a:solidFill>
              </a:rPr>
              <a:t>Static Route</a:t>
            </a:r>
          </a:p>
        </p:txBody>
      </p:sp>
      <p:grpSp>
        <p:nvGrpSpPr>
          <p:cNvPr id="147484" name="Group 174"/>
          <p:cNvGrpSpPr>
            <a:grpSpLocks/>
          </p:cNvGrpSpPr>
          <p:nvPr/>
        </p:nvGrpSpPr>
        <p:grpSpPr bwMode="auto">
          <a:xfrm>
            <a:off x="1924051" y="2540001"/>
            <a:ext cx="1538288" cy="784225"/>
            <a:chOff x="775" y="3234"/>
            <a:chExt cx="969" cy="494"/>
          </a:xfrm>
        </p:grpSpPr>
        <p:pic>
          <p:nvPicPr>
            <p:cNvPr id="147491" name="Picture 175" descr="Network_Cloud_Standard"/>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5" y="3234"/>
              <a:ext cx="969" cy="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7492" name="Rectangle 176"/>
            <p:cNvSpPr>
              <a:spLocks noChangeArrowheads="1"/>
            </p:cNvSpPr>
            <p:nvPr/>
          </p:nvSpPr>
          <p:spPr bwMode="auto">
            <a:xfrm>
              <a:off x="970" y="3384"/>
              <a:ext cx="556" cy="2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Internet</a:t>
              </a:r>
            </a:p>
          </p:txBody>
        </p:sp>
      </p:grpSp>
      <p:pic>
        <p:nvPicPr>
          <p:cNvPr id="147485" name="Picture 177" descr="PC"/>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897939" y="2690814"/>
            <a:ext cx="636587" cy="67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7486" name="Picture 179" descr="File-Application_Serve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883276" y="1698625"/>
            <a:ext cx="447675" cy="6429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7487" name="Picture 180" descr="Route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881439" y="2838451"/>
            <a:ext cx="585787"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7488" name="Picture 182" descr="Cisco_ASA5500"/>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870575" y="2828925"/>
            <a:ext cx="401639"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7489" name="Picture 183" descr="Route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881439" y="2840039"/>
            <a:ext cx="585787"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7490" name="Picture 184" descr="Route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604126" y="2849565"/>
            <a:ext cx="585788"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8344813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4"/>
          <p:cNvSpPr>
            <a:spLocks noGrp="1" noChangeArrowheads="1"/>
          </p:cNvSpPr>
          <p:nvPr>
            <p:ph type="title"/>
          </p:nvPr>
        </p:nvSpPr>
        <p:spPr>
          <a:xfrm>
            <a:off x="0" y="0"/>
            <a:ext cx="10515600" cy="584200"/>
          </a:xfrm>
        </p:spPr>
        <p:txBody>
          <a:bodyPr/>
          <a:lstStyle/>
          <a:p>
            <a:pPr eaLnBrk="1" hangingPunct="1"/>
            <a:r>
              <a:rPr lang="en-US" altLang="en-US" sz="3733" dirty="0">
                <a:latin typeface="Arial" panose="020B0604020202020204" pitchFamily="34" charset="0"/>
                <a:cs typeface="Arial" panose="020B0604020202020204" pitchFamily="34" charset="0"/>
              </a:rPr>
              <a:t>Summary</a:t>
            </a:r>
          </a:p>
        </p:txBody>
      </p:sp>
      <p:sp>
        <p:nvSpPr>
          <p:cNvPr id="149507" name="Rectangle 5"/>
          <p:cNvSpPr>
            <a:spLocks noGrp="1" noChangeArrowheads="1"/>
          </p:cNvSpPr>
          <p:nvPr>
            <p:ph idx="1"/>
          </p:nvPr>
        </p:nvSpPr>
        <p:spPr>
          <a:xfrm>
            <a:off x="189471" y="787400"/>
            <a:ext cx="11763632" cy="4786312"/>
          </a:xfrm>
        </p:spPr>
        <p:txBody>
          <a:bodyPr/>
          <a:lstStyle/>
          <a:p>
            <a:pPr lvl="1" eaLnBrk="1" hangingPunct="1"/>
            <a:r>
              <a:rPr lang="en-US" altLang="en-US" sz="2400" dirty="0">
                <a:latin typeface="Arial" panose="020B0604020202020204" pitchFamily="34" charset="0"/>
                <a:cs typeface="Arial" panose="020B0604020202020204" pitchFamily="34" charset="0"/>
              </a:rPr>
              <a:t>Four main administrative access modes: unprivileged, privileged, configuration, and monitor.</a:t>
            </a:r>
          </a:p>
          <a:p>
            <a:pPr lvl="1" eaLnBrk="1" hangingPunct="1"/>
            <a:r>
              <a:rPr lang="en-US" altLang="en-US" sz="2400" dirty="0">
                <a:latin typeface="Arial" panose="020B0604020202020204" pitchFamily="34" charset="0"/>
                <a:cs typeface="Arial" panose="020B0604020202020204" pitchFamily="34" charset="0"/>
              </a:rPr>
              <a:t>Two configuration memories in the security appliances:  running configuration and startup configuration.</a:t>
            </a:r>
          </a:p>
          <a:p>
            <a:pPr lvl="1" eaLnBrk="1" hangingPunct="1"/>
            <a:r>
              <a:rPr lang="en-US" altLang="en-US" sz="2400" dirty="0">
                <a:latin typeface="Arial" panose="020B0604020202020204" pitchFamily="34" charset="0"/>
                <a:cs typeface="Arial" panose="020B0604020202020204" pitchFamily="34" charset="0"/>
              </a:rPr>
              <a:t>The </a:t>
            </a:r>
            <a:r>
              <a:rPr lang="en-US" altLang="en-US" sz="2400" b="1" dirty="0">
                <a:latin typeface="Arial" panose="020B0604020202020204" pitchFamily="34" charset="0"/>
                <a:cs typeface="Arial" panose="020B0604020202020204" pitchFamily="34" charset="0"/>
              </a:rPr>
              <a:t>show running-</a:t>
            </a:r>
            <a:r>
              <a:rPr lang="en-US" altLang="en-US" sz="2400" b="1" dirty="0" err="1">
                <a:latin typeface="Arial" panose="020B0604020202020204" pitchFamily="34" charset="0"/>
                <a:cs typeface="Arial" panose="020B0604020202020204" pitchFamily="34" charset="0"/>
              </a:rPr>
              <a:t>config</a:t>
            </a:r>
            <a:r>
              <a:rPr lang="en-US" altLang="en-US" sz="2400" dirty="0">
                <a:latin typeface="Arial" panose="020B0604020202020204" pitchFamily="34" charset="0"/>
                <a:cs typeface="Arial" panose="020B0604020202020204" pitchFamily="34" charset="0"/>
              </a:rPr>
              <a:t> displays the current configuration in the RAM on the terminal.</a:t>
            </a:r>
          </a:p>
          <a:p>
            <a:pPr lvl="1" eaLnBrk="1" hangingPunct="1"/>
            <a:r>
              <a:rPr lang="en-US" altLang="en-US" sz="2400" dirty="0">
                <a:latin typeface="Arial" panose="020B0604020202020204" pitchFamily="34" charset="0"/>
                <a:cs typeface="Arial" panose="020B0604020202020204" pitchFamily="34" charset="0"/>
              </a:rPr>
              <a:t>You can use the </a:t>
            </a:r>
            <a:r>
              <a:rPr lang="en-US" altLang="en-US" sz="2400" b="1" dirty="0">
                <a:latin typeface="Arial" panose="020B0604020202020204" pitchFamily="34" charset="0"/>
                <a:cs typeface="Arial" panose="020B0604020202020204" pitchFamily="34" charset="0"/>
              </a:rPr>
              <a:t>copy run start</a:t>
            </a:r>
            <a:r>
              <a:rPr lang="en-US" altLang="en-US" sz="2400" dirty="0">
                <a:latin typeface="Arial" panose="020B0604020202020204" pitchFamily="34" charset="0"/>
                <a:cs typeface="Arial" panose="020B0604020202020204" pitchFamily="34" charset="0"/>
              </a:rPr>
              <a:t> or the </a:t>
            </a:r>
            <a:r>
              <a:rPr lang="en-US" altLang="en-US" sz="2400" b="1" dirty="0">
                <a:latin typeface="Arial" panose="020B0604020202020204" pitchFamily="34" charset="0"/>
                <a:cs typeface="Arial" panose="020B0604020202020204" pitchFamily="34" charset="0"/>
              </a:rPr>
              <a:t>write memory</a:t>
            </a:r>
            <a:r>
              <a:rPr lang="en-US" altLang="en-US" sz="2400" dirty="0">
                <a:latin typeface="Arial" panose="020B0604020202020204" pitchFamily="34" charset="0"/>
                <a:cs typeface="Arial" panose="020B0604020202020204" pitchFamily="34" charset="0"/>
              </a:rPr>
              <a:t> command to save the current running configuration. </a:t>
            </a:r>
          </a:p>
          <a:p>
            <a:pPr lvl="1" eaLnBrk="1" hangingPunct="1"/>
            <a:r>
              <a:rPr lang="en-US" altLang="en-US" sz="2400" dirty="0">
                <a:latin typeface="Arial" panose="020B0604020202020204" pitchFamily="34" charset="0"/>
                <a:cs typeface="Arial" panose="020B0604020202020204" pitchFamily="34" charset="0"/>
              </a:rPr>
              <a:t>Interfaces with a higher security level can access interfaces with a lower security level, but interfaces with a lower security level cannot access interfaces with a higher security level unless given permission.</a:t>
            </a:r>
          </a:p>
          <a:p>
            <a:pPr lvl="1" eaLnBrk="1" hangingPunct="1"/>
            <a:r>
              <a:rPr lang="en-US" altLang="en-US" sz="2400" dirty="0">
                <a:latin typeface="Arial" panose="020B0604020202020204" pitchFamily="34" charset="0"/>
                <a:cs typeface="Arial" panose="020B0604020202020204" pitchFamily="34" charset="0"/>
              </a:rPr>
              <a:t>The basic commands that are necessary to configure Cisco security appliances are the following: </a:t>
            </a:r>
            <a:r>
              <a:rPr lang="en-US" altLang="en-US" sz="2400" b="1" dirty="0">
                <a:latin typeface="Arial" panose="020B0604020202020204" pitchFamily="34" charset="0"/>
                <a:cs typeface="Arial" panose="020B0604020202020204" pitchFamily="34" charset="0"/>
              </a:rPr>
              <a:t>interface</a:t>
            </a:r>
            <a:r>
              <a:rPr lang="en-US" altLang="en-US" sz="2400" dirty="0">
                <a:latin typeface="Arial" panose="020B0604020202020204" pitchFamily="34" charset="0"/>
                <a:cs typeface="Arial" panose="020B0604020202020204" pitchFamily="34" charset="0"/>
              </a:rPr>
              <a:t>, </a:t>
            </a:r>
            <a:r>
              <a:rPr lang="en-US" altLang="en-US" sz="2400" b="1" dirty="0" err="1">
                <a:latin typeface="Arial" panose="020B0604020202020204" pitchFamily="34" charset="0"/>
                <a:cs typeface="Arial" panose="020B0604020202020204" pitchFamily="34" charset="0"/>
              </a:rPr>
              <a:t>nat</a:t>
            </a:r>
            <a:r>
              <a:rPr lang="en-US" altLang="en-US" sz="2400" dirty="0">
                <a:latin typeface="Arial" panose="020B0604020202020204" pitchFamily="34" charset="0"/>
                <a:cs typeface="Arial" panose="020B0604020202020204" pitchFamily="34" charset="0"/>
              </a:rPr>
              <a:t>, </a:t>
            </a:r>
            <a:r>
              <a:rPr lang="en-US" altLang="en-US" sz="2400" b="1" dirty="0">
                <a:latin typeface="Arial" panose="020B0604020202020204" pitchFamily="34" charset="0"/>
                <a:cs typeface="Arial" panose="020B0604020202020204" pitchFamily="34" charset="0"/>
              </a:rPr>
              <a:t>global</a:t>
            </a:r>
            <a:r>
              <a:rPr lang="en-US" altLang="en-US" sz="2400" dirty="0">
                <a:latin typeface="Arial" panose="020B0604020202020204" pitchFamily="34" charset="0"/>
                <a:cs typeface="Arial" panose="020B0604020202020204" pitchFamily="34" charset="0"/>
              </a:rPr>
              <a:t>, and </a:t>
            </a:r>
            <a:r>
              <a:rPr lang="en-US" altLang="en-US" sz="2400" b="1" dirty="0">
                <a:latin typeface="Arial" panose="020B0604020202020204" pitchFamily="34" charset="0"/>
                <a:cs typeface="Arial" panose="020B0604020202020204" pitchFamily="34" charset="0"/>
              </a:rPr>
              <a:t>route</a:t>
            </a:r>
            <a:r>
              <a:rPr lang="en-US" altLang="en-US" sz="2400" i="1" dirty="0">
                <a:latin typeface="Arial" panose="020B0604020202020204" pitchFamily="34" charset="0"/>
                <a:cs typeface="Arial" panose="020B0604020202020204" pitchFamily="34" charset="0"/>
              </a:rPr>
              <a:t>.</a:t>
            </a:r>
          </a:p>
          <a:p>
            <a:pPr lvl="1" eaLnBrk="1" hangingPunct="1"/>
            <a:r>
              <a:rPr lang="en-US" altLang="en-US" sz="2400" dirty="0">
                <a:latin typeface="Arial" panose="020B0604020202020204" pitchFamily="34" charset="0"/>
                <a:cs typeface="Arial" panose="020B0604020202020204" pitchFamily="34" charset="0"/>
              </a:rPr>
              <a:t>The </a:t>
            </a:r>
            <a:r>
              <a:rPr lang="en-US" altLang="en-US" sz="2400" b="1" dirty="0" err="1">
                <a:latin typeface="Arial" panose="020B0604020202020204" pitchFamily="34" charset="0"/>
                <a:cs typeface="Arial" panose="020B0604020202020204" pitchFamily="34" charset="0"/>
              </a:rPr>
              <a:t>nat</a:t>
            </a:r>
            <a:r>
              <a:rPr lang="en-US" altLang="en-US" sz="2400" dirty="0">
                <a:latin typeface="Arial" panose="020B0604020202020204" pitchFamily="34" charset="0"/>
                <a:cs typeface="Arial" panose="020B0604020202020204" pitchFamily="34" charset="0"/>
              </a:rPr>
              <a:t> and </a:t>
            </a:r>
            <a:r>
              <a:rPr lang="en-US" altLang="en-US" sz="2400" b="1" dirty="0">
                <a:latin typeface="Arial" panose="020B0604020202020204" pitchFamily="34" charset="0"/>
                <a:cs typeface="Arial" panose="020B0604020202020204" pitchFamily="34" charset="0"/>
              </a:rPr>
              <a:t>global</a:t>
            </a:r>
            <a:r>
              <a:rPr lang="en-US" altLang="en-US" sz="2400" dirty="0">
                <a:latin typeface="Arial" panose="020B0604020202020204" pitchFamily="34" charset="0"/>
                <a:cs typeface="Arial" panose="020B0604020202020204" pitchFamily="34" charset="0"/>
              </a:rPr>
              <a:t> commands work together to translate IP addresses.</a:t>
            </a:r>
          </a:p>
          <a:p>
            <a:pPr lvl="1" eaLnBrk="1" hangingPunct="1"/>
            <a:endParaRPr lang="en-US" altLang="en-US" sz="2400" i="1" dirty="0">
              <a:latin typeface="Arial" panose="020B0604020202020204" pitchFamily="34" charset="0"/>
              <a:cs typeface="Arial" panose="020B0604020202020204" pitchFamily="34" charset="0"/>
            </a:endParaRPr>
          </a:p>
          <a:p>
            <a:pPr lvl="1" eaLnBrk="1" hangingPunct="1"/>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6875023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9144000" h="5143500">
                <a:moveTo>
                  <a:pt x="9144000" y="0"/>
                </a:moveTo>
                <a:lnTo>
                  <a:pt x="0" y="0"/>
                </a:lnTo>
                <a:lnTo>
                  <a:pt x="0" y="5143500"/>
                </a:lnTo>
                <a:lnTo>
                  <a:pt x="9144000" y="5143500"/>
                </a:lnTo>
                <a:lnTo>
                  <a:pt x="9144000" y="0"/>
                </a:lnTo>
                <a:close/>
              </a:path>
            </a:pathLst>
          </a:custGeom>
          <a:solidFill>
            <a:srgbClr val="005073"/>
          </a:solidFill>
        </p:spPr>
        <p:txBody>
          <a:bodyPr wrap="square" lIns="0" tIns="0" rIns="0" bIns="0" rtlCol="0"/>
          <a:lstStyle/>
          <a:p>
            <a:endParaRPr sz="2400">
              <a:solidFill>
                <a:prstClr val="black"/>
              </a:solidFill>
            </a:endParaRPr>
          </a:p>
        </p:txBody>
      </p:sp>
      <p:grpSp>
        <p:nvGrpSpPr>
          <p:cNvPr id="3" name="object 3"/>
          <p:cNvGrpSpPr/>
          <p:nvPr/>
        </p:nvGrpSpPr>
        <p:grpSpPr>
          <a:xfrm>
            <a:off x="1" y="3421270"/>
            <a:ext cx="12191996" cy="4120303"/>
            <a:chOff x="-76200" y="1962150"/>
            <a:chExt cx="9143997" cy="3090227"/>
          </a:xfrm>
        </p:grpSpPr>
        <p:pic>
          <p:nvPicPr>
            <p:cNvPr id="4" name="object 4"/>
            <p:cNvPicPr/>
            <p:nvPr/>
          </p:nvPicPr>
          <p:blipFill>
            <a:blip r:embed="rId2" cstate="print"/>
            <a:stretch>
              <a:fillRect/>
            </a:stretch>
          </p:blipFill>
          <p:spPr>
            <a:xfrm>
              <a:off x="-76200" y="1962150"/>
              <a:ext cx="9143997" cy="2595371"/>
            </a:xfrm>
            <a:prstGeom prst="rect">
              <a:avLst/>
            </a:prstGeom>
          </p:spPr>
        </p:pic>
        <p:sp>
          <p:nvSpPr>
            <p:cNvPr id="8" name="object 8"/>
            <p:cNvSpPr/>
            <p:nvPr/>
          </p:nvSpPr>
          <p:spPr>
            <a:xfrm>
              <a:off x="8600947" y="4996497"/>
              <a:ext cx="73660" cy="55880"/>
            </a:xfrm>
            <a:custGeom>
              <a:avLst/>
              <a:gdLst/>
              <a:ahLst/>
              <a:cxnLst/>
              <a:rect l="l" t="t" r="r" b="b"/>
              <a:pathLst>
                <a:path w="73659" h="55879">
                  <a:moveTo>
                    <a:pt x="20066" y="12090"/>
                  </a:moveTo>
                  <a:lnTo>
                    <a:pt x="13334" y="12090"/>
                  </a:lnTo>
                  <a:lnTo>
                    <a:pt x="13334" y="54764"/>
                  </a:lnTo>
                  <a:lnTo>
                    <a:pt x="20066" y="54764"/>
                  </a:lnTo>
                  <a:lnTo>
                    <a:pt x="20066" y="12090"/>
                  </a:lnTo>
                  <a:close/>
                </a:path>
                <a:path w="73659" h="55879">
                  <a:moveTo>
                    <a:pt x="20066" y="0"/>
                  </a:moveTo>
                  <a:lnTo>
                    <a:pt x="15748" y="0"/>
                  </a:lnTo>
                  <a:lnTo>
                    <a:pt x="14604" y="2349"/>
                  </a:lnTo>
                  <a:lnTo>
                    <a:pt x="12573" y="4787"/>
                  </a:lnTo>
                  <a:lnTo>
                    <a:pt x="6984" y="9791"/>
                  </a:lnTo>
                  <a:lnTo>
                    <a:pt x="3682" y="11925"/>
                  </a:lnTo>
                  <a:lnTo>
                    <a:pt x="0" y="13690"/>
                  </a:lnTo>
                  <a:lnTo>
                    <a:pt x="0" y="20162"/>
                  </a:lnTo>
                  <a:lnTo>
                    <a:pt x="13334" y="12090"/>
                  </a:lnTo>
                  <a:lnTo>
                    <a:pt x="20066" y="12090"/>
                  </a:lnTo>
                  <a:lnTo>
                    <a:pt x="20066" y="0"/>
                  </a:lnTo>
                  <a:close/>
                </a:path>
                <a:path w="73659" h="55879">
                  <a:moveTo>
                    <a:pt x="44450" y="39883"/>
                  </a:moveTo>
                  <a:lnTo>
                    <a:pt x="37465" y="40477"/>
                  </a:lnTo>
                  <a:lnTo>
                    <a:pt x="37973" y="45067"/>
                  </a:lnTo>
                  <a:lnTo>
                    <a:pt x="39750" y="48750"/>
                  </a:lnTo>
                  <a:lnTo>
                    <a:pt x="42799" y="51528"/>
                  </a:lnTo>
                  <a:lnTo>
                    <a:pt x="45974" y="54306"/>
                  </a:lnTo>
                  <a:lnTo>
                    <a:pt x="50037" y="55695"/>
                  </a:lnTo>
                  <a:lnTo>
                    <a:pt x="61086" y="55695"/>
                  </a:lnTo>
                  <a:lnTo>
                    <a:pt x="65785" y="53488"/>
                  </a:lnTo>
                  <a:lnTo>
                    <a:pt x="68453" y="50189"/>
                  </a:lnTo>
                  <a:lnTo>
                    <a:pt x="52324" y="50189"/>
                  </a:lnTo>
                  <a:lnTo>
                    <a:pt x="50037" y="49326"/>
                  </a:lnTo>
                  <a:lnTo>
                    <a:pt x="46227" y="45878"/>
                  </a:lnTo>
                  <a:lnTo>
                    <a:pt x="45084" y="43305"/>
                  </a:lnTo>
                  <a:lnTo>
                    <a:pt x="44450" y="39883"/>
                  </a:lnTo>
                  <a:close/>
                </a:path>
                <a:path w="73659" h="55879">
                  <a:moveTo>
                    <a:pt x="69675" y="24516"/>
                  </a:moveTo>
                  <a:lnTo>
                    <a:pt x="58420" y="24516"/>
                  </a:lnTo>
                  <a:lnTo>
                    <a:pt x="61213" y="25619"/>
                  </a:lnTo>
                  <a:lnTo>
                    <a:pt x="63373" y="27828"/>
                  </a:lnTo>
                  <a:lnTo>
                    <a:pt x="65404" y="30035"/>
                  </a:lnTo>
                  <a:lnTo>
                    <a:pt x="66548" y="33049"/>
                  </a:lnTo>
                  <a:lnTo>
                    <a:pt x="66433" y="41210"/>
                  </a:lnTo>
                  <a:lnTo>
                    <a:pt x="65404" y="44112"/>
                  </a:lnTo>
                  <a:lnTo>
                    <a:pt x="63246" y="46542"/>
                  </a:lnTo>
                  <a:lnTo>
                    <a:pt x="60959" y="48973"/>
                  </a:lnTo>
                  <a:lnTo>
                    <a:pt x="58166" y="50189"/>
                  </a:lnTo>
                  <a:lnTo>
                    <a:pt x="68453" y="50189"/>
                  </a:lnTo>
                  <a:lnTo>
                    <a:pt x="72262" y="45476"/>
                  </a:lnTo>
                  <a:lnTo>
                    <a:pt x="73659" y="41210"/>
                  </a:lnTo>
                  <a:lnTo>
                    <a:pt x="73659" y="31089"/>
                  </a:lnTo>
                  <a:lnTo>
                    <a:pt x="72008" y="26847"/>
                  </a:lnTo>
                  <a:lnTo>
                    <a:pt x="69675" y="24516"/>
                  </a:lnTo>
                  <a:close/>
                </a:path>
                <a:path w="73659" h="55879">
                  <a:moveTo>
                    <a:pt x="71120" y="965"/>
                  </a:moveTo>
                  <a:lnTo>
                    <a:pt x="43942" y="965"/>
                  </a:lnTo>
                  <a:lnTo>
                    <a:pt x="38607" y="28981"/>
                  </a:lnTo>
                  <a:lnTo>
                    <a:pt x="44957" y="29799"/>
                  </a:lnTo>
                  <a:lnTo>
                    <a:pt x="45974" y="28237"/>
                  </a:lnTo>
                  <a:lnTo>
                    <a:pt x="47371" y="26965"/>
                  </a:lnTo>
                  <a:lnTo>
                    <a:pt x="49022" y="25985"/>
                  </a:lnTo>
                  <a:lnTo>
                    <a:pt x="50800" y="25006"/>
                  </a:lnTo>
                  <a:lnTo>
                    <a:pt x="52704" y="24516"/>
                  </a:lnTo>
                  <a:lnTo>
                    <a:pt x="69675" y="24516"/>
                  </a:lnTo>
                  <a:lnTo>
                    <a:pt x="67179" y="22023"/>
                  </a:lnTo>
                  <a:lnTo>
                    <a:pt x="46354" y="22023"/>
                  </a:lnTo>
                  <a:lnTo>
                    <a:pt x="49275" y="7365"/>
                  </a:lnTo>
                  <a:lnTo>
                    <a:pt x="71120" y="7365"/>
                  </a:lnTo>
                  <a:lnTo>
                    <a:pt x="71120" y="965"/>
                  </a:lnTo>
                  <a:close/>
                </a:path>
                <a:path w="73659" h="55879">
                  <a:moveTo>
                    <a:pt x="61468" y="18605"/>
                  </a:moveTo>
                  <a:lnTo>
                    <a:pt x="53085" y="18605"/>
                  </a:lnTo>
                  <a:lnTo>
                    <a:pt x="49656" y="19735"/>
                  </a:lnTo>
                  <a:lnTo>
                    <a:pt x="46354" y="22023"/>
                  </a:lnTo>
                  <a:lnTo>
                    <a:pt x="67179" y="22023"/>
                  </a:lnTo>
                  <a:lnTo>
                    <a:pt x="65404" y="20250"/>
                  </a:lnTo>
                  <a:lnTo>
                    <a:pt x="61468" y="18605"/>
                  </a:lnTo>
                  <a:close/>
                </a:path>
              </a:pathLst>
            </a:custGeom>
            <a:solidFill>
              <a:srgbClr val="FFFFFF">
                <a:alpha val="59999"/>
              </a:srgbClr>
            </a:solidFill>
          </p:spPr>
          <p:txBody>
            <a:bodyPr wrap="square" lIns="0" tIns="0" rIns="0" bIns="0" rtlCol="0"/>
            <a:lstStyle/>
            <a:p>
              <a:endParaRPr sz="2400">
                <a:solidFill>
                  <a:prstClr val="black"/>
                </a:solidFill>
              </a:endParaRPr>
            </a:p>
          </p:txBody>
        </p:sp>
      </p:grpSp>
      <p:sp>
        <p:nvSpPr>
          <p:cNvPr id="9" name="object 9"/>
          <p:cNvSpPr txBox="1">
            <a:spLocks noGrp="1"/>
          </p:cNvSpPr>
          <p:nvPr>
            <p:ph type="title"/>
          </p:nvPr>
        </p:nvSpPr>
        <p:spPr>
          <a:xfrm>
            <a:off x="583726" y="587756"/>
            <a:ext cx="10436860" cy="1494426"/>
          </a:xfrm>
          <a:prstGeom prst="rect">
            <a:avLst/>
          </a:prstGeom>
        </p:spPr>
        <p:txBody>
          <a:bodyPr vert="horz" wrap="square" lIns="0" tIns="16933" rIns="0" bIns="0" rtlCol="0">
            <a:spAutoFit/>
          </a:bodyPr>
          <a:lstStyle/>
          <a:p>
            <a:pPr marL="16933" algn="ctr">
              <a:spcBef>
                <a:spcPts val="133"/>
              </a:spcBef>
            </a:pPr>
            <a:r>
              <a:rPr lang="en-US" sz="4800" dirty="0">
                <a:solidFill>
                  <a:srgbClr val="FFFFFF"/>
                </a:solidFill>
              </a:rPr>
              <a:t>Lesson 3</a:t>
            </a:r>
            <a:br>
              <a:rPr lang="en-US" sz="4800" dirty="0">
                <a:solidFill>
                  <a:srgbClr val="FFFFFF"/>
                </a:solidFill>
              </a:rPr>
            </a:br>
            <a:r>
              <a:rPr lang="en-US" sz="4800" dirty="0">
                <a:solidFill>
                  <a:srgbClr val="FFFFFF"/>
                </a:solidFill>
              </a:rPr>
              <a:t>Managing the Security Appliance</a:t>
            </a:r>
            <a:endParaRPr sz="4800" dirty="0"/>
          </a:p>
        </p:txBody>
      </p:sp>
    </p:spTree>
    <p:extLst>
      <p:ext uri="{BB962C8B-B14F-4D97-AF65-F5344CB8AC3E}">
        <p14:creationId xmlns:p14="http://schemas.microsoft.com/office/powerpoint/2010/main" val="245650472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ChangeArrowheads="1"/>
          </p:cNvSpPr>
          <p:nvPr/>
        </p:nvSpPr>
        <p:spPr bwMode="auto">
          <a:xfrm>
            <a:off x="0" y="0"/>
            <a:ext cx="12192000" cy="6858000"/>
          </a:xfrm>
          <a:prstGeom prst="rect">
            <a:avLst/>
          </a:prstGeom>
          <a:solidFill>
            <a:srgbClr val="015F85"/>
          </a:solidFill>
          <a:ln>
            <a:noFill/>
          </a:ln>
          <a:extLst>
            <a:ext uri="{91240B29-F687-4F45-9708-019B960494DF}">
              <a14:hiddenLine xmlns:a14="http://schemas.microsoft.com/office/drawing/2010/main" w="25400"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Char char="v"/>
            </a:pPr>
            <a:endParaRPr lang="en-US" altLang="en-US">
              <a:solidFill>
                <a:prstClr val="black"/>
              </a:solidFill>
            </a:endParaRPr>
          </a:p>
        </p:txBody>
      </p:sp>
      <p:sp>
        <p:nvSpPr>
          <p:cNvPr id="152579" name="Text Box 3"/>
          <p:cNvSpPr txBox="1">
            <a:spLocks noChangeArrowheads="1"/>
          </p:cNvSpPr>
          <p:nvPr/>
        </p:nvSpPr>
        <p:spPr bwMode="auto">
          <a:xfrm>
            <a:off x="1117600" y="2819401"/>
            <a:ext cx="3546475" cy="84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lIns="82124" tIns="41061" rIns="82124" bIns="41061" anchor="ctr"/>
          <a:lstStyle>
            <a:lvl1pPr defTabSz="814388">
              <a:defRPr>
                <a:solidFill>
                  <a:schemeClr val="tx1"/>
                </a:solidFill>
                <a:latin typeface="Arial" panose="020B0604020202020204" pitchFamily="34" charset="0"/>
                <a:cs typeface="Arial" panose="020B0604020202020204" pitchFamily="34" charset="0"/>
              </a:defRPr>
            </a:lvl1pPr>
            <a:lvl2pPr marL="742950" indent="-28575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5B9BD5"/>
              </a:buClr>
              <a:buFont typeface="Arial" panose="020B0604020202020204" pitchFamily="34" charset="0"/>
              <a:buNone/>
            </a:pPr>
            <a:r>
              <a:rPr lang="en-US" altLang="en-US" sz="6400" dirty="0">
                <a:solidFill>
                  <a:prstClr val="white"/>
                </a:solidFill>
              </a:rPr>
              <a:t>Managing System Access</a:t>
            </a:r>
          </a:p>
        </p:txBody>
      </p:sp>
    </p:spTree>
    <p:extLst>
      <p:ext uri="{BB962C8B-B14F-4D97-AF65-F5344CB8AC3E}">
        <p14:creationId xmlns:p14="http://schemas.microsoft.com/office/powerpoint/2010/main" val="82999331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Text Box 4"/>
          <p:cNvSpPr txBox="1">
            <a:spLocks noChangeArrowheads="1"/>
          </p:cNvSpPr>
          <p:nvPr/>
        </p:nvSpPr>
        <p:spPr bwMode="auto">
          <a:xfrm>
            <a:off x="2166939" y="2439799"/>
            <a:ext cx="7772400" cy="590931"/>
          </a:xfrm>
          <a:prstGeom prst="rect">
            <a:avLst/>
          </a:prstGeom>
          <a:solidFill>
            <a:schemeClr val="bg1"/>
          </a:solidFill>
          <a:ln w="25400">
            <a:solidFill>
              <a:schemeClr val="tx1"/>
            </a:solidFill>
            <a:miter lim="800000"/>
            <a:headEnd type="none" w="sm" len="sm"/>
            <a:tailEnd type="none" w="sm" len="sm"/>
          </a:ln>
        </p:spPr>
        <p:txBody>
          <a:bodyPr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r>
              <a:rPr lang="en-US" altLang="en-US">
                <a:solidFill>
                  <a:prstClr val="black"/>
                </a:solidFill>
                <a:latin typeface="Courier New" panose="02070309020205020404" pitchFamily="49" charset="0"/>
              </a:rPr>
              <a:t>telnet {{</a:t>
            </a:r>
            <a:r>
              <a:rPr lang="en-US" altLang="en-US" i="1">
                <a:solidFill>
                  <a:prstClr val="black"/>
                </a:solidFill>
                <a:latin typeface="Courier New" panose="02070309020205020404" pitchFamily="49" charset="0"/>
              </a:rPr>
              <a:t>hostname</a:t>
            </a:r>
            <a:r>
              <a:rPr lang="en-US" altLang="en-US">
                <a:solidFill>
                  <a:prstClr val="black"/>
                </a:solidFill>
                <a:latin typeface="Courier New" panose="02070309020205020404" pitchFamily="49" charset="0"/>
              </a:rPr>
              <a:t> | </a:t>
            </a:r>
            <a:r>
              <a:rPr lang="en-US" altLang="en-US" i="1">
                <a:solidFill>
                  <a:prstClr val="black"/>
                </a:solidFill>
                <a:latin typeface="Courier New" panose="02070309020205020404" pitchFamily="49" charset="0"/>
              </a:rPr>
              <a:t>IP_address mask interface_name</a:t>
            </a:r>
            <a:r>
              <a:rPr lang="en-US" altLang="en-US">
                <a:solidFill>
                  <a:prstClr val="black"/>
                </a:solidFill>
                <a:latin typeface="Courier New" panose="02070309020205020404" pitchFamily="49" charset="0"/>
              </a:rPr>
              <a:t>} | {</a:t>
            </a:r>
            <a:r>
              <a:rPr lang="en-US" altLang="en-US" i="1">
                <a:solidFill>
                  <a:prstClr val="black"/>
                </a:solidFill>
                <a:latin typeface="Courier New" panose="02070309020205020404" pitchFamily="49" charset="0"/>
              </a:rPr>
              <a:t>IPv6_address interface_name</a:t>
            </a:r>
            <a:r>
              <a:rPr lang="en-US" altLang="en-US">
                <a:solidFill>
                  <a:prstClr val="black"/>
                </a:solidFill>
                <a:latin typeface="Courier New" panose="02070309020205020404" pitchFamily="49" charset="0"/>
              </a:rPr>
              <a:t>} | {timeout </a:t>
            </a:r>
            <a:r>
              <a:rPr lang="en-US" altLang="en-US" i="1">
                <a:solidFill>
                  <a:prstClr val="black"/>
                </a:solidFill>
                <a:latin typeface="Courier New" panose="02070309020205020404" pitchFamily="49" charset="0"/>
              </a:rPr>
              <a:t>number</a:t>
            </a:r>
            <a:r>
              <a:rPr lang="en-US" altLang="en-US">
                <a:solidFill>
                  <a:prstClr val="black"/>
                </a:solidFill>
                <a:latin typeface="Courier New" panose="02070309020205020404" pitchFamily="49" charset="0"/>
              </a:rPr>
              <a:t>}}</a:t>
            </a:r>
          </a:p>
        </p:txBody>
      </p:sp>
      <p:sp>
        <p:nvSpPr>
          <p:cNvPr id="153603" name="Text Box 5"/>
          <p:cNvSpPr txBox="1">
            <a:spLocks noChangeArrowheads="1"/>
          </p:cNvSpPr>
          <p:nvPr/>
        </p:nvSpPr>
        <p:spPr bwMode="auto">
          <a:xfrm>
            <a:off x="2158968" y="2083387"/>
            <a:ext cx="177965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ciscoasa(config)#</a:t>
            </a:r>
          </a:p>
        </p:txBody>
      </p:sp>
      <p:sp>
        <p:nvSpPr>
          <p:cNvPr id="153604" name="Text Box 12"/>
          <p:cNvSpPr txBox="1">
            <a:spLocks noChangeArrowheads="1"/>
          </p:cNvSpPr>
          <p:nvPr/>
        </p:nvSpPr>
        <p:spPr bwMode="auto">
          <a:xfrm>
            <a:off x="2024063" y="5000625"/>
            <a:ext cx="8286751" cy="990600"/>
          </a:xfrm>
          <a:prstGeom prst="rect">
            <a:avLst/>
          </a:prstGeom>
          <a:solidFill>
            <a:schemeClr val="bg1"/>
          </a:solidFill>
          <a:ln w="25400">
            <a:solidFill>
              <a:schemeClr val="tx1"/>
            </a:solidFill>
            <a:miter lim="800000"/>
            <a:headEnd type="none" w="sm" len="sm"/>
            <a:tailEnd type="none" w="sm" len="sm"/>
          </a:ln>
        </p:spPr>
        <p:txBody>
          <a:bodyPr bIns="0"/>
          <a:lstStyle>
            <a:lvl1pPr marL="238125" indent="-238125">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80000"/>
              </a:lnSpc>
              <a:spcBef>
                <a:spcPct val="50000"/>
              </a:spcBef>
              <a:spcAft>
                <a:spcPct val="0"/>
              </a:spcAft>
              <a:buClr>
                <a:srgbClr val="FF9933"/>
              </a:buClr>
              <a:buFont typeface="Wingdings" panose="05000000000000000000" pitchFamily="2" charset="2"/>
              <a:buNone/>
            </a:pPr>
            <a:r>
              <a:rPr lang="en-US" altLang="en-US">
                <a:solidFill>
                  <a:prstClr val="black"/>
                </a:solidFill>
                <a:latin typeface="Courier New" panose="02070309020205020404" pitchFamily="49" charset="0"/>
                <a:cs typeface="Times New Roman" panose="02020603050405020304" pitchFamily="18" charset="0"/>
              </a:rPr>
              <a:t>asa1(config)# telnet 10.0.0.11 255.255.255.255 inside</a:t>
            </a:r>
          </a:p>
          <a:p>
            <a:pPr fontAlgn="base">
              <a:lnSpc>
                <a:spcPct val="80000"/>
              </a:lnSpc>
              <a:spcBef>
                <a:spcPct val="50000"/>
              </a:spcBef>
              <a:spcAft>
                <a:spcPct val="0"/>
              </a:spcAft>
              <a:buClr>
                <a:srgbClr val="FF9933"/>
              </a:buClr>
              <a:buFont typeface="Wingdings" panose="05000000000000000000" pitchFamily="2" charset="2"/>
              <a:buNone/>
            </a:pPr>
            <a:r>
              <a:rPr lang="en-US" altLang="en-US">
                <a:solidFill>
                  <a:prstClr val="black"/>
                </a:solidFill>
                <a:latin typeface="Courier New" panose="02070309020205020404" pitchFamily="49" charset="0"/>
                <a:cs typeface="Times New Roman" panose="02020603050405020304" pitchFamily="18" charset="0"/>
              </a:rPr>
              <a:t>asa1(config)# telnet timeout 15 </a:t>
            </a:r>
          </a:p>
          <a:p>
            <a:pPr fontAlgn="base">
              <a:lnSpc>
                <a:spcPct val="80000"/>
              </a:lnSpc>
              <a:spcBef>
                <a:spcPct val="50000"/>
              </a:spcBef>
              <a:spcAft>
                <a:spcPct val="0"/>
              </a:spcAft>
              <a:buClr>
                <a:srgbClr val="FF9933"/>
              </a:buClr>
              <a:buFont typeface="Wingdings" panose="05000000000000000000" pitchFamily="2" charset="2"/>
              <a:buNone/>
            </a:pPr>
            <a:r>
              <a:rPr lang="en-US" altLang="en-US">
                <a:solidFill>
                  <a:prstClr val="black"/>
                </a:solidFill>
                <a:latin typeface="Courier New" panose="02070309020205020404" pitchFamily="49" charset="0"/>
                <a:cs typeface="Times New Roman" panose="02020603050405020304" pitchFamily="18" charset="0"/>
              </a:rPr>
              <a:t>asa1(config)# passwd telnetpass</a:t>
            </a:r>
          </a:p>
        </p:txBody>
      </p:sp>
      <p:sp>
        <p:nvSpPr>
          <p:cNvPr id="153605" name="Rectangle 16"/>
          <p:cNvSpPr>
            <a:spLocks noChangeArrowheads="1"/>
          </p:cNvSpPr>
          <p:nvPr/>
        </p:nvSpPr>
        <p:spPr bwMode="auto">
          <a:xfrm>
            <a:off x="2166939" y="3065464"/>
            <a:ext cx="7683500" cy="784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124" tIns="41061" rIns="82124" bIns="41061">
            <a:spAutoFit/>
          </a:bodyPr>
          <a:lstStyle>
            <a:lvl1pPr marL="342900" indent="-342900" defTabSz="814388">
              <a:defRPr>
                <a:solidFill>
                  <a:schemeClr val="tx1"/>
                </a:solidFill>
                <a:latin typeface="Arial" panose="020B0604020202020204" pitchFamily="34" charset="0"/>
                <a:cs typeface="Arial" panose="020B0604020202020204" pitchFamily="34" charset="0"/>
              </a:defRPr>
            </a:lvl1pPr>
            <a:lvl2pPr marL="342900" indent="-22860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fontAlgn="base">
              <a:lnSpc>
                <a:spcPct val="95000"/>
              </a:lnSpc>
              <a:spcBef>
                <a:spcPct val="35000"/>
              </a:spcBef>
              <a:spcAft>
                <a:spcPct val="0"/>
              </a:spcAft>
              <a:buClr>
                <a:srgbClr val="5B9BD5"/>
              </a:buClr>
              <a:buFont typeface="Wingdings" panose="05000000000000000000" pitchFamily="2" charset="2"/>
              <a:buNone/>
            </a:pPr>
            <a:r>
              <a:rPr lang="en-US" altLang="en-US" sz="1600">
                <a:solidFill>
                  <a:prstClr val="black"/>
                </a:solidFill>
                <a:cs typeface="Times New Roman" panose="02020603050405020304" pitchFamily="18" charset="0"/>
              </a:rPr>
              <a:t>Enables you to specify which hosts can access the security appliance console with Telnet and set the maximum time a console Telnet session can be idle before being logged off by the security appliance</a:t>
            </a:r>
          </a:p>
        </p:txBody>
      </p:sp>
      <p:sp>
        <p:nvSpPr>
          <p:cNvPr id="153606" name="Rectangle 19"/>
          <p:cNvSpPr>
            <a:spLocks noChangeArrowheads="1"/>
          </p:cNvSpPr>
          <p:nvPr/>
        </p:nvSpPr>
        <p:spPr bwMode="auto">
          <a:xfrm>
            <a:off x="2166939" y="4587876"/>
            <a:ext cx="7683500" cy="316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124" tIns="41061" rIns="82124" bIns="41061">
            <a:spAutoFit/>
          </a:bodyPr>
          <a:lstStyle>
            <a:lvl1pPr marL="342900" indent="-342900" defTabSz="814388">
              <a:defRPr>
                <a:solidFill>
                  <a:schemeClr val="tx1"/>
                </a:solidFill>
                <a:latin typeface="Arial" panose="020B0604020202020204" pitchFamily="34" charset="0"/>
                <a:cs typeface="Arial" panose="020B0604020202020204" pitchFamily="34" charset="0"/>
              </a:defRPr>
            </a:lvl1pPr>
            <a:lvl2pPr marL="342900" indent="-22860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fontAlgn="base">
              <a:lnSpc>
                <a:spcPct val="95000"/>
              </a:lnSpc>
              <a:spcBef>
                <a:spcPct val="35000"/>
              </a:spcBef>
              <a:spcAft>
                <a:spcPct val="0"/>
              </a:spcAft>
              <a:buClr>
                <a:srgbClr val="5B9BD5"/>
              </a:buClr>
              <a:buFont typeface="Wingdings" panose="05000000000000000000" pitchFamily="2" charset="2"/>
              <a:buNone/>
            </a:pPr>
            <a:r>
              <a:rPr lang="en-US" altLang="en-US" sz="1600">
                <a:solidFill>
                  <a:prstClr val="black"/>
                </a:solidFill>
                <a:cs typeface="Times New Roman" panose="02020603050405020304" pitchFamily="18" charset="0"/>
              </a:rPr>
              <a:t>Sets the password for Telnet access to set the security appliance</a:t>
            </a:r>
          </a:p>
        </p:txBody>
      </p:sp>
      <p:sp>
        <p:nvSpPr>
          <p:cNvPr id="153607" name="Text Box 20"/>
          <p:cNvSpPr txBox="1">
            <a:spLocks noChangeArrowheads="1"/>
          </p:cNvSpPr>
          <p:nvPr/>
        </p:nvSpPr>
        <p:spPr bwMode="auto">
          <a:xfrm>
            <a:off x="2166939" y="4215090"/>
            <a:ext cx="7772400" cy="369332"/>
          </a:xfrm>
          <a:prstGeom prst="rect">
            <a:avLst/>
          </a:prstGeom>
          <a:solidFill>
            <a:schemeClr val="bg1"/>
          </a:solidFill>
          <a:ln w="25400">
            <a:solidFill>
              <a:schemeClr val="tx1"/>
            </a:solidFill>
            <a:miter lim="800000"/>
            <a:headEnd type="none" w="sm" len="sm"/>
            <a:tailEnd type="none" w="sm" len="sm"/>
          </a:ln>
        </p:spPr>
        <p:txBody>
          <a:bodyPr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50000"/>
              </a:spcBef>
              <a:spcAft>
                <a:spcPct val="0"/>
              </a:spcAft>
              <a:buClr>
                <a:srgbClr val="FF9933"/>
              </a:buClr>
              <a:buFont typeface="Wingdings" panose="05000000000000000000" pitchFamily="2" charset="2"/>
              <a:buNone/>
            </a:pPr>
            <a:r>
              <a:rPr lang="en-US" altLang="en-US">
                <a:solidFill>
                  <a:prstClr val="black"/>
                </a:solidFill>
                <a:latin typeface="Courier New" panose="02070309020205020404" pitchFamily="49" charset="0"/>
              </a:rPr>
              <a:t>passwd </a:t>
            </a:r>
            <a:r>
              <a:rPr lang="en-US" altLang="en-US" i="1">
                <a:solidFill>
                  <a:prstClr val="black"/>
                </a:solidFill>
                <a:latin typeface="Courier New" panose="02070309020205020404" pitchFamily="49" charset="0"/>
              </a:rPr>
              <a:t>password </a:t>
            </a:r>
            <a:r>
              <a:rPr lang="en-US" altLang="en-US">
                <a:solidFill>
                  <a:prstClr val="black"/>
                </a:solidFill>
                <a:latin typeface="Courier New" panose="02070309020205020404" pitchFamily="49" charset="0"/>
              </a:rPr>
              <a:t>[encrypted]</a:t>
            </a:r>
          </a:p>
        </p:txBody>
      </p:sp>
      <p:sp>
        <p:nvSpPr>
          <p:cNvPr id="153608" name="Text Box 21"/>
          <p:cNvSpPr txBox="1">
            <a:spLocks noChangeArrowheads="1"/>
          </p:cNvSpPr>
          <p:nvPr/>
        </p:nvSpPr>
        <p:spPr bwMode="auto">
          <a:xfrm>
            <a:off x="2158968" y="3856624"/>
            <a:ext cx="177965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ciscoasa(config)#</a:t>
            </a:r>
          </a:p>
        </p:txBody>
      </p:sp>
      <p:sp>
        <p:nvSpPr>
          <p:cNvPr id="153609" name="Line 136"/>
          <p:cNvSpPr>
            <a:spLocks noChangeShapeType="1"/>
          </p:cNvSpPr>
          <p:nvPr/>
        </p:nvSpPr>
        <p:spPr bwMode="auto">
          <a:xfrm>
            <a:off x="2743202" y="1643063"/>
            <a:ext cx="5235575" cy="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lIns="82124" tIns="41061" rIns="82124" bIns="41061"/>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53610" name="Line 23"/>
          <p:cNvSpPr>
            <a:spLocks noChangeShapeType="1"/>
          </p:cNvSpPr>
          <p:nvPr/>
        </p:nvSpPr>
        <p:spPr bwMode="auto">
          <a:xfrm flipH="1">
            <a:off x="7948613" y="1349377"/>
            <a:ext cx="0" cy="1185863"/>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53611" name="Line 28"/>
          <p:cNvSpPr>
            <a:spLocks noChangeShapeType="1"/>
          </p:cNvSpPr>
          <p:nvPr/>
        </p:nvSpPr>
        <p:spPr bwMode="auto">
          <a:xfrm>
            <a:off x="7993063" y="1244600"/>
            <a:ext cx="696912"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53612" name="Line 29"/>
          <p:cNvSpPr>
            <a:spLocks noChangeShapeType="1"/>
          </p:cNvSpPr>
          <p:nvPr/>
        </p:nvSpPr>
        <p:spPr bwMode="auto">
          <a:xfrm>
            <a:off x="7993063" y="2006600"/>
            <a:ext cx="696912"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53613" name="Line 133"/>
          <p:cNvSpPr>
            <a:spLocks noChangeShapeType="1"/>
          </p:cNvSpPr>
          <p:nvPr/>
        </p:nvSpPr>
        <p:spPr bwMode="auto">
          <a:xfrm flipV="1">
            <a:off x="7361239" y="1362075"/>
            <a:ext cx="1143000" cy="203200"/>
          </a:xfrm>
          <a:prstGeom prst="line">
            <a:avLst/>
          </a:prstGeom>
          <a:noFill/>
          <a:ln w="28575">
            <a:solidFill>
              <a:schemeClr val="tx1"/>
            </a:solidFill>
            <a:round/>
            <a:headEnd type="triangle" w="med" len="med"/>
            <a:tailEnd/>
          </a:ln>
          <a:extLst>
            <a:ext uri="{909E8E84-426E-40DD-AFC4-6F175D3DCCD1}">
              <a14:hiddenFill xmlns:a14="http://schemas.microsoft.com/office/drawing/2010/main">
                <a:noFill/>
              </a14:hiddenFill>
            </a:ext>
          </a:extLst>
        </p:spPr>
        <p:txBody>
          <a:bodyPr lIns="73025" tIns="36512" rIns="73025" bIns="36512"/>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53614" name="Text Box 134"/>
          <p:cNvSpPr txBox="1">
            <a:spLocks noChangeArrowheads="1"/>
          </p:cNvSpPr>
          <p:nvPr/>
        </p:nvSpPr>
        <p:spPr bwMode="auto">
          <a:xfrm>
            <a:off x="8931275" y="1339851"/>
            <a:ext cx="988219" cy="319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10.0.0.11</a:t>
            </a:r>
          </a:p>
        </p:txBody>
      </p:sp>
      <p:sp>
        <p:nvSpPr>
          <p:cNvPr id="153615" name="Text Box 135"/>
          <p:cNvSpPr txBox="1">
            <a:spLocks noChangeArrowheads="1"/>
          </p:cNvSpPr>
          <p:nvPr/>
        </p:nvSpPr>
        <p:spPr bwMode="auto">
          <a:xfrm>
            <a:off x="7534277" y="1352551"/>
            <a:ext cx="693780" cy="31995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Telnet</a:t>
            </a:r>
          </a:p>
        </p:txBody>
      </p:sp>
      <p:pic>
        <p:nvPicPr>
          <p:cNvPr id="153616" name="Picture 138" descr="File-Application_Serve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10589" y="1744664"/>
            <a:ext cx="371475"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53617" name="Group 141"/>
          <p:cNvGrpSpPr>
            <a:grpSpLocks/>
          </p:cNvGrpSpPr>
          <p:nvPr/>
        </p:nvGrpSpPr>
        <p:grpSpPr bwMode="auto">
          <a:xfrm>
            <a:off x="3543301" y="1341437"/>
            <a:ext cx="1306513" cy="665163"/>
            <a:chOff x="400" y="1552"/>
            <a:chExt cx="1070" cy="545"/>
          </a:xfrm>
        </p:grpSpPr>
        <p:pic>
          <p:nvPicPr>
            <p:cNvPr id="153623" name="Picture 142" descr="Network_Cloud_Standard"/>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0" y="1552"/>
              <a:ext cx="1070" cy="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24" name="Rectangle 143"/>
            <p:cNvSpPr>
              <a:spLocks noChangeArrowheads="1"/>
            </p:cNvSpPr>
            <p:nvPr/>
          </p:nvSpPr>
          <p:spPr bwMode="auto">
            <a:xfrm>
              <a:off x="635" y="1724"/>
              <a:ext cx="579"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Internet</a:t>
              </a:r>
            </a:p>
          </p:txBody>
        </p:sp>
      </p:grpSp>
      <p:pic>
        <p:nvPicPr>
          <p:cNvPr id="153618" name="Picture 144" descr="PC"/>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41577" y="1389064"/>
            <a:ext cx="500063" cy="52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19" name="Picture 145" descr="PC"/>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455026" y="1322388"/>
            <a:ext cx="500063" cy="52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20" name="Rectangle 148"/>
          <p:cNvSpPr>
            <a:spLocks noGrp="1" noChangeArrowheads="1"/>
          </p:cNvSpPr>
          <p:nvPr>
            <p:ph type="title"/>
          </p:nvPr>
        </p:nvSpPr>
        <p:spPr>
          <a:xfrm>
            <a:off x="16812" y="250145"/>
            <a:ext cx="10515600" cy="535079"/>
          </a:xfrm>
        </p:spPr>
        <p:txBody>
          <a:bodyPr/>
          <a:lstStyle/>
          <a:p>
            <a:pPr eaLnBrk="1" hangingPunct="1"/>
            <a:r>
              <a:rPr lang="en-US" altLang="en-US" sz="3733" dirty="0">
                <a:latin typeface="Arial" panose="020B0604020202020204" pitchFamily="34" charset="0"/>
                <a:cs typeface="Arial" panose="020B0604020202020204" pitchFamily="34" charset="0"/>
              </a:rPr>
              <a:t>Configuring Telnet Access to the Security Appliance Console</a:t>
            </a:r>
          </a:p>
        </p:txBody>
      </p:sp>
      <p:pic>
        <p:nvPicPr>
          <p:cNvPr id="153621" name="Picture 150" descr="Cisco_ASA5500"/>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31025" y="1358900"/>
            <a:ext cx="420688" cy="5524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22" name="Picture 149" descr="Route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319714" y="1470026"/>
            <a:ext cx="547687"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41096343"/>
      </p:ext>
    </p:extLst>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ChangeArrowheads="1"/>
          </p:cNvSpPr>
          <p:nvPr>
            <p:ph type="title"/>
          </p:nvPr>
        </p:nvSpPr>
        <p:spPr>
          <a:xfrm>
            <a:off x="0" y="-1744"/>
            <a:ext cx="10515600" cy="625317"/>
          </a:xfrm>
        </p:spPr>
        <p:txBody>
          <a:bodyPr/>
          <a:lstStyle/>
          <a:p>
            <a:pPr eaLnBrk="1" hangingPunct="1"/>
            <a:r>
              <a:rPr lang="en-US" altLang="en-US" sz="3733" dirty="0">
                <a:latin typeface="Arial" panose="020B0604020202020204" pitchFamily="34" charset="0"/>
                <a:cs typeface="Arial" panose="020B0604020202020204" pitchFamily="34" charset="0"/>
              </a:rPr>
              <a:t>Viewing and Disabling Telnet</a:t>
            </a:r>
          </a:p>
        </p:txBody>
      </p:sp>
      <p:sp>
        <p:nvSpPr>
          <p:cNvPr id="155651" name="Text Box 31"/>
          <p:cNvSpPr txBox="1">
            <a:spLocks noChangeArrowheads="1"/>
          </p:cNvSpPr>
          <p:nvPr/>
        </p:nvSpPr>
        <p:spPr bwMode="auto">
          <a:xfrm>
            <a:off x="2024063" y="5429043"/>
            <a:ext cx="7777163" cy="338554"/>
          </a:xfrm>
          <a:prstGeom prst="rect">
            <a:avLst/>
          </a:prstGeom>
          <a:solidFill>
            <a:schemeClr val="bg1"/>
          </a:solidFill>
          <a:ln w="25400">
            <a:solidFill>
              <a:schemeClr val="tx1"/>
            </a:solidFill>
            <a:miter lim="800000"/>
            <a:headEnd type="none" w="sm" len="sm"/>
            <a:tailEnd type="none" w="sm" len="sm"/>
          </a:ln>
        </p:spPr>
        <p:txBody>
          <a:bodyPr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50000"/>
              </a:spcBef>
              <a:spcAft>
                <a:spcPct val="0"/>
              </a:spcAft>
              <a:buClr>
                <a:srgbClr val="FF9933"/>
              </a:buClr>
              <a:buFont typeface="Wingdings" panose="05000000000000000000" pitchFamily="2" charset="2"/>
              <a:buNone/>
            </a:pPr>
            <a:r>
              <a:rPr lang="en-US" altLang="en-US" sz="1600">
                <a:solidFill>
                  <a:prstClr val="black"/>
                </a:solidFill>
                <a:latin typeface="Courier New" panose="02070309020205020404" pitchFamily="49" charset="0"/>
              </a:rPr>
              <a:t>kill</a:t>
            </a:r>
            <a:r>
              <a:rPr lang="en-US" altLang="en-US" sz="1600" i="1">
                <a:solidFill>
                  <a:prstClr val="black"/>
                </a:solidFill>
                <a:latin typeface="Courier New" panose="02070309020205020404" pitchFamily="49" charset="0"/>
              </a:rPr>
              <a:t> telnet_id</a:t>
            </a:r>
          </a:p>
        </p:txBody>
      </p:sp>
      <p:sp>
        <p:nvSpPr>
          <p:cNvPr id="155652" name="Text Box 32"/>
          <p:cNvSpPr txBox="1">
            <a:spLocks noChangeArrowheads="1"/>
          </p:cNvSpPr>
          <p:nvPr/>
        </p:nvSpPr>
        <p:spPr bwMode="auto">
          <a:xfrm>
            <a:off x="2024065" y="5126138"/>
            <a:ext cx="98135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400">
                <a:solidFill>
                  <a:prstClr val="black"/>
                </a:solidFill>
              </a:rPr>
              <a:t>ciscoasa#</a:t>
            </a:r>
          </a:p>
        </p:txBody>
      </p:sp>
      <p:sp>
        <p:nvSpPr>
          <p:cNvPr id="155653" name="Rectangle 33"/>
          <p:cNvSpPr>
            <a:spLocks noChangeArrowheads="1"/>
          </p:cNvSpPr>
          <p:nvPr/>
        </p:nvSpPr>
        <p:spPr bwMode="auto">
          <a:xfrm>
            <a:off x="2024063" y="5815013"/>
            <a:ext cx="8039100" cy="288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551" tIns="41275" rIns="82551" bIns="41275">
            <a:spAutoFit/>
          </a:bodyPr>
          <a:lstStyle>
            <a:lvl1pPr marL="342900" indent="-342900" defTabSz="814388">
              <a:defRPr>
                <a:solidFill>
                  <a:schemeClr val="tx1"/>
                </a:solidFill>
                <a:latin typeface="Arial" panose="020B0604020202020204" pitchFamily="34" charset="0"/>
                <a:cs typeface="Arial" panose="020B0604020202020204" pitchFamily="34" charset="0"/>
              </a:defRPr>
            </a:lvl1pPr>
            <a:lvl2pPr marL="342900" indent="-22860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fontAlgn="base">
              <a:lnSpc>
                <a:spcPct val="95000"/>
              </a:lnSpc>
              <a:spcBef>
                <a:spcPct val="35000"/>
              </a:spcBef>
              <a:spcAft>
                <a:spcPct val="0"/>
              </a:spcAft>
              <a:buClr>
                <a:srgbClr val="0183B7"/>
              </a:buClr>
              <a:buFont typeface="Wingdings" panose="05000000000000000000" pitchFamily="2" charset="2"/>
              <a:buNone/>
            </a:pPr>
            <a:r>
              <a:rPr lang="en-US" altLang="en-US" sz="1400">
                <a:solidFill>
                  <a:srgbClr val="000000"/>
                </a:solidFill>
              </a:rPr>
              <a:t>Terminates</a:t>
            </a:r>
            <a:r>
              <a:rPr lang="en-US" altLang="en-US" sz="1200">
                <a:solidFill>
                  <a:srgbClr val="000000"/>
                </a:solidFill>
              </a:rPr>
              <a:t> </a:t>
            </a:r>
            <a:r>
              <a:rPr lang="en-US" altLang="en-US" sz="1400">
                <a:solidFill>
                  <a:srgbClr val="000000"/>
                </a:solidFill>
              </a:rPr>
              <a:t>a Telnet session</a:t>
            </a:r>
          </a:p>
        </p:txBody>
      </p:sp>
      <p:sp>
        <p:nvSpPr>
          <p:cNvPr id="155654" name="Rectangle 34"/>
          <p:cNvSpPr>
            <a:spLocks noChangeArrowheads="1"/>
          </p:cNvSpPr>
          <p:nvPr/>
        </p:nvSpPr>
        <p:spPr bwMode="auto">
          <a:xfrm>
            <a:off x="2122488" y="4699001"/>
            <a:ext cx="7751763" cy="4926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551" tIns="41275" rIns="82551" bIns="41275">
            <a:spAutoFit/>
          </a:bodyPr>
          <a:lstStyle>
            <a:lvl1pPr marL="342900" indent="-342900" defTabSz="814388">
              <a:defRPr>
                <a:solidFill>
                  <a:schemeClr val="tx1"/>
                </a:solidFill>
                <a:latin typeface="Arial" panose="020B0604020202020204" pitchFamily="34" charset="0"/>
                <a:cs typeface="Arial" panose="020B0604020202020204" pitchFamily="34" charset="0"/>
              </a:defRPr>
            </a:lvl1pPr>
            <a:lvl2pPr marL="342900" indent="-22860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fontAlgn="base">
              <a:lnSpc>
                <a:spcPct val="95000"/>
              </a:lnSpc>
              <a:spcBef>
                <a:spcPct val="35000"/>
              </a:spcBef>
              <a:spcAft>
                <a:spcPct val="0"/>
              </a:spcAft>
              <a:buClr>
                <a:srgbClr val="0183B7"/>
              </a:buClr>
              <a:buFont typeface="Wingdings" panose="05000000000000000000" pitchFamily="2" charset="2"/>
              <a:buNone/>
            </a:pPr>
            <a:r>
              <a:rPr lang="en-US" altLang="en-US" sz="1400">
                <a:solidFill>
                  <a:srgbClr val="000000"/>
                </a:solidFill>
              </a:rPr>
              <a:t>Enables you to view which IP addresses are currently accessing the security appliance console via Telnet</a:t>
            </a:r>
          </a:p>
        </p:txBody>
      </p:sp>
      <p:sp>
        <p:nvSpPr>
          <p:cNvPr id="155655" name="Text Box 35"/>
          <p:cNvSpPr txBox="1">
            <a:spLocks noChangeArrowheads="1"/>
          </p:cNvSpPr>
          <p:nvPr/>
        </p:nvSpPr>
        <p:spPr bwMode="auto">
          <a:xfrm>
            <a:off x="2122488" y="4317792"/>
            <a:ext cx="7777163" cy="338554"/>
          </a:xfrm>
          <a:prstGeom prst="rect">
            <a:avLst/>
          </a:prstGeom>
          <a:solidFill>
            <a:schemeClr val="bg1"/>
          </a:solidFill>
          <a:ln w="25400">
            <a:solidFill>
              <a:schemeClr val="tx1"/>
            </a:solidFill>
            <a:miter lim="800000"/>
            <a:headEnd type="none" w="sm" len="sm"/>
            <a:tailEnd type="none" w="sm" len="sm"/>
          </a:ln>
        </p:spPr>
        <p:txBody>
          <a:bodyPr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50000"/>
              </a:spcBef>
              <a:spcAft>
                <a:spcPct val="0"/>
              </a:spcAft>
              <a:buClr>
                <a:srgbClr val="FF9933"/>
              </a:buClr>
              <a:buFont typeface="Wingdings" panose="05000000000000000000" pitchFamily="2" charset="2"/>
              <a:buNone/>
            </a:pPr>
            <a:r>
              <a:rPr lang="en-US" altLang="en-US" sz="1600">
                <a:solidFill>
                  <a:prstClr val="black"/>
                </a:solidFill>
                <a:latin typeface="Courier New" panose="02070309020205020404" pitchFamily="49" charset="0"/>
              </a:rPr>
              <a:t>who [</a:t>
            </a:r>
            <a:r>
              <a:rPr lang="en-US" altLang="en-US" sz="1600" i="1">
                <a:solidFill>
                  <a:prstClr val="black"/>
                </a:solidFill>
                <a:latin typeface="Courier New" panose="02070309020205020404" pitchFamily="49" charset="0"/>
              </a:rPr>
              <a:t>local_ip</a:t>
            </a:r>
            <a:r>
              <a:rPr lang="en-US" altLang="en-US" sz="1600">
                <a:solidFill>
                  <a:prstClr val="black"/>
                </a:solidFill>
                <a:latin typeface="Courier New" panose="02070309020205020404" pitchFamily="49" charset="0"/>
              </a:rPr>
              <a:t>]</a:t>
            </a:r>
          </a:p>
        </p:txBody>
      </p:sp>
      <p:sp>
        <p:nvSpPr>
          <p:cNvPr id="155656" name="Text Box 36"/>
          <p:cNvSpPr txBox="1">
            <a:spLocks noChangeArrowheads="1"/>
          </p:cNvSpPr>
          <p:nvPr/>
        </p:nvSpPr>
        <p:spPr bwMode="auto">
          <a:xfrm>
            <a:off x="2122489" y="3997426"/>
            <a:ext cx="98135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400">
                <a:solidFill>
                  <a:prstClr val="black"/>
                </a:solidFill>
              </a:rPr>
              <a:t>ciscoasa#</a:t>
            </a:r>
          </a:p>
        </p:txBody>
      </p:sp>
      <p:sp>
        <p:nvSpPr>
          <p:cNvPr id="155657" name="Rectangle 37"/>
          <p:cNvSpPr>
            <a:spLocks noChangeArrowheads="1"/>
          </p:cNvSpPr>
          <p:nvPr/>
        </p:nvSpPr>
        <p:spPr bwMode="auto">
          <a:xfrm>
            <a:off x="2122489" y="3432176"/>
            <a:ext cx="7880351" cy="288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551" tIns="41275" rIns="82551" bIns="41275">
            <a:spAutoFit/>
          </a:bodyPr>
          <a:lstStyle>
            <a:lvl1pPr marL="342900" indent="-342900" defTabSz="814388">
              <a:defRPr>
                <a:solidFill>
                  <a:schemeClr val="tx1"/>
                </a:solidFill>
                <a:latin typeface="Arial" panose="020B0604020202020204" pitchFamily="34" charset="0"/>
                <a:cs typeface="Arial" panose="020B0604020202020204" pitchFamily="34" charset="0"/>
              </a:defRPr>
            </a:lvl1pPr>
            <a:lvl2pPr marL="342900" indent="-22860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fontAlgn="base">
              <a:lnSpc>
                <a:spcPct val="95000"/>
              </a:lnSpc>
              <a:spcBef>
                <a:spcPct val="35000"/>
              </a:spcBef>
              <a:spcAft>
                <a:spcPct val="0"/>
              </a:spcAft>
              <a:buClr>
                <a:srgbClr val="0183B7"/>
              </a:buClr>
              <a:buFont typeface="Wingdings" panose="05000000000000000000" pitchFamily="2" charset="2"/>
              <a:buNone/>
            </a:pPr>
            <a:r>
              <a:rPr lang="en-US" altLang="en-US" sz="1400">
                <a:solidFill>
                  <a:srgbClr val="000000"/>
                </a:solidFill>
              </a:rPr>
              <a:t>Removes the Telnet connection</a:t>
            </a:r>
            <a:r>
              <a:rPr lang="en-US" altLang="en-US" sz="1200">
                <a:solidFill>
                  <a:srgbClr val="000000"/>
                </a:solidFill>
              </a:rPr>
              <a:t> </a:t>
            </a:r>
            <a:r>
              <a:rPr lang="en-US" altLang="en-US" sz="1400">
                <a:solidFill>
                  <a:srgbClr val="000000"/>
                </a:solidFill>
              </a:rPr>
              <a:t>and the idle timeout from the configuration</a:t>
            </a:r>
          </a:p>
        </p:txBody>
      </p:sp>
      <p:sp>
        <p:nvSpPr>
          <p:cNvPr id="155658" name="Text Box 38"/>
          <p:cNvSpPr txBox="1">
            <a:spLocks noChangeArrowheads="1"/>
          </p:cNvSpPr>
          <p:nvPr/>
        </p:nvSpPr>
        <p:spPr bwMode="auto">
          <a:xfrm>
            <a:off x="2122488" y="3049380"/>
            <a:ext cx="7777163" cy="338554"/>
          </a:xfrm>
          <a:prstGeom prst="rect">
            <a:avLst/>
          </a:prstGeom>
          <a:solidFill>
            <a:schemeClr val="bg1"/>
          </a:solidFill>
          <a:ln w="25400">
            <a:solidFill>
              <a:schemeClr val="tx1"/>
            </a:solidFill>
            <a:miter lim="800000"/>
            <a:headEnd type="none" w="sm" len="sm"/>
            <a:tailEnd type="none" w="sm" len="sm"/>
          </a:ln>
        </p:spPr>
        <p:txBody>
          <a:bodyPr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50000"/>
              </a:spcBef>
              <a:spcAft>
                <a:spcPct val="0"/>
              </a:spcAft>
              <a:buClr>
                <a:srgbClr val="FF9933"/>
              </a:buClr>
              <a:buFont typeface="Wingdings" panose="05000000000000000000" pitchFamily="2" charset="2"/>
              <a:buNone/>
            </a:pPr>
            <a:r>
              <a:rPr lang="en-US" altLang="en-US" sz="1600">
                <a:solidFill>
                  <a:prstClr val="black"/>
                </a:solidFill>
                <a:latin typeface="Courier New" panose="02070309020205020404" pitchFamily="49" charset="0"/>
              </a:rPr>
              <a:t>clear configure telnet</a:t>
            </a:r>
          </a:p>
        </p:txBody>
      </p:sp>
      <p:sp>
        <p:nvSpPr>
          <p:cNvPr id="155659" name="Text Box 39"/>
          <p:cNvSpPr txBox="1">
            <a:spLocks noChangeArrowheads="1"/>
          </p:cNvSpPr>
          <p:nvPr/>
        </p:nvSpPr>
        <p:spPr bwMode="auto">
          <a:xfrm>
            <a:off x="2122638" y="2733776"/>
            <a:ext cx="157767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sz="1400">
                <a:solidFill>
                  <a:prstClr val="black"/>
                </a:solidFill>
              </a:rPr>
              <a:t>ciscoasa(config)#</a:t>
            </a:r>
          </a:p>
        </p:txBody>
      </p:sp>
      <p:sp>
        <p:nvSpPr>
          <p:cNvPr id="155660" name="Rectangle 40"/>
          <p:cNvSpPr>
            <a:spLocks noChangeArrowheads="1"/>
          </p:cNvSpPr>
          <p:nvPr/>
        </p:nvSpPr>
        <p:spPr bwMode="auto">
          <a:xfrm>
            <a:off x="2122488" y="2168526"/>
            <a:ext cx="7867651" cy="288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551" tIns="41275" rIns="82551" bIns="41275">
            <a:spAutoFit/>
          </a:bodyPr>
          <a:lstStyle>
            <a:lvl1pPr marL="342900" indent="-342900" defTabSz="814388">
              <a:defRPr>
                <a:solidFill>
                  <a:schemeClr val="tx1"/>
                </a:solidFill>
                <a:latin typeface="Arial" panose="020B0604020202020204" pitchFamily="34" charset="0"/>
                <a:cs typeface="Arial" panose="020B0604020202020204" pitchFamily="34" charset="0"/>
              </a:defRPr>
            </a:lvl1pPr>
            <a:lvl2pPr marL="342900" indent="-22860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fontAlgn="base">
              <a:lnSpc>
                <a:spcPct val="95000"/>
              </a:lnSpc>
              <a:spcBef>
                <a:spcPct val="35000"/>
              </a:spcBef>
              <a:spcAft>
                <a:spcPct val="0"/>
              </a:spcAft>
              <a:buClr>
                <a:srgbClr val="0183B7"/>
              </a:buClr>
              <a:buFont typeface="Wingdings" panose="05000000000000000000" pitchFamily="2" charset="2"/>
              <a:buNone/>
            </a:pPr>
            <a:r>
              <a:rPr lang="en-US" altLang="en-US" sz="1400">
                <a:solidFill>
                  <a:srgbClr val="000000"/>
                </a:solidFill>
              </a:rPr>
              <a:t>Displays IP addresses permitted to access the security appliance via Telnet</a:t>
            </a:r>
          </a:p>
        </p:txBody>
      </p:sp>
      <p:sp>
        <p:nvSpPr>
          <p:cNvPr id="155661" name="Text Box 41"/>
          <p:cNvSpPr txBox="1">
            <a:spLocks noChangeArrowheads="1"/>
          </p:cNvSpPr>
          <p:nvPr/>
        </p:nvSpPr>
        <p:spPr bwMode="auto">
          <a:xfrm>
            <a:off x="2122488" y="1785731"/>
            <a:ext cx="7777163" cy="338554"/>
          </a:xfrm>
          <a:prstGeom prst="rect">
            <a:avLst/>
          </a:prstGeom>
          <a:solidFill>
            <a:schemeClr val="bg1"/>
          </a:solidFill>
          <a:ln w="25400">
            <a:solidFill>
              <a:schemeClr val="tx1"/>
            </a:solidFill>
            <a:miter lim="800000"/>
            <a:headEnd type="none" w="sm" len="sm"/>
            <a:tailEnd type="none" w="sm" len="sm"/>
          </a:ln>
        </p:spPr>
        <p:txBody>
          <a:bodyPr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50000"/>
              </a:spcBef>
              <a:spcAft>
                <a:spcPct val="0"/>
              </a:spcAft>
              <a:buClr>
                <a:srgbClr val="FF9933"/>
              </a:buClr>
              <a:buFont typeface="Wingdings" panose="05000000000000000000" pitchFamily="2" charset="2"/>
              <a:buNone/>
            </a:pPr>
            <a:r>
              <a:rPr lang="en-US" altLang="en-US" sz="1600">
                <a:solidFill>
                  <a:prstClr val="black"/>
                </a:solidFill>
                <a:latin typeface="Courier New" panose="02070309020205020404" pitchFamily="49" charset="0"/>
              </a:rPr>
              <a:t>show running-config telnet [timeout]</a:t>
            </a:r>
          </a:p>
        </p:txBody>
      </p:sp>
      <p:sp>
        <p:nvSpPr>
          <p:cNvPr id="155662" name="Text Box 42"/>
          <p:cNvSpPr txBox="1">
            <a:spLocks noChangeArrowheads="1"/>
          </p:cNvSpPr>
          <p:nvPr/>
        </p:nvSpPr>
        <p:spPr bwMode="auto">
          <a:xfrm>
            <a:off x="2122347" y="1470126"/>
            <a:ext cx="981359"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sz="1400">
                <a:solidFill>
                  <a:prstClr val="black"/>
                </a:solidFill>
              </a:rPr>
              <a:t>ciscoasa#</a:t>
            </a:r>
          </a:p>
        </p:txBody>
      </p:sp>
    </p:spTree>
    <p:extLst>
      <p:ext uri="{BB962C8B-B14F-4D97-AF65-F5344CB8AC3E}">
        <p14:creationId xmlns:p14="http://schemas.microsoft.com/office/powerpoint/2010/main" val="4094987977"/>
      </p:ext>
    </p:extLst>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1030"/>
          <p:cNvSpPr>
            <a:spLocks noGrp="1" noChangeArrowheads="1"/>
          </p:cNvSpPr>
          <p:nvPr>
            <p:ph type="title"/>
          </p:nvPr>
        </p:nvSpPr>
        <p:spPr>
          <a:xfrm>
            <a:off x="22659" y="0"/>
            <a:ext cx="10515600" cy="685800"/>
          </a:xfrm>
        </p:spPr>
        <p:txBody>
          <a:bodyPr/>
          <a:lstStyle/>
          <a:p>
            <a:pPr eaLnBrk="1" hangingPunct="1"/>
            <a:r>
              <a:rPr lang="en-US" altLang="en-US" sz="3733" dirty="0">
                <a:latin typeface="Arial" panose="020B0604020202020204" pitchFamily="34" charset="0"/>
                <a:cs typeface="Arial" panose="020B0604020202020204" pitchFamily="34" charset="0"/>
              </a:rPr>
              <a:t>SSH Connections to the Security Appliance</a:t>
            </a:r>
          </a:p>
        </p:txBody>
      </p:sp>
      <p:sp>
        <p:nvSpPr>
          <p:cNvPr id="157699" name="Rectangle 1031"/>
          <p:cNvSpPr>
            <a:spLocks noGrp="1" noChangeArrowheads="1"/>
          </p:cNvSpPr>
          <p:nvPr>
            <p:ph idx="1"/>
          </p:nvPr>
        </p:nvSpPr>
        <p:spPr>
          <a:xfrm>
            <a:off x="304800" y="787400"/>
            <a:ext cx="11582400" cy="2946400"/>
          </a:xfrm>
        </p:spPr>
        <p:txBody>
          <a:bodyPr/>
          <a:lstStyle/>
          <a:p>
            <a:pPr marL="0" indent="0" eaLnBrk="1" hangingPunct="1">
              <a:buNone/>
            </a:pPr>
            <a:r>
              <a:rPr lang="en-US" altLang="en-US" sz="2800" dirty="0"/>
              <a:t>SSH connections to the security appliance:</a:t>
            </a:r>
          </a:p>
          <a:p>
            <a:pPr lvl="1" eaLnBrk="1" hangingPunct="1"/>
            <a:r>
              <a:rPr lang="en-US" altLang="en-US" sz="2400" dirty="0">
                <a:latin typeface="Arial" panose="020B0604020202020204" pitchFamily="34" charset="0"/>
                <a:cs typeface="Arial" panose="020B0604020202020204" pitchFamily="34" charset="0"/>
              </a:rPr>
              <a:t>Provide secure remote access</a:t>
            </a:r>
          </a:p>
          <a:p>
            <a:pPr lvl="1" eaLnBrk="1" hangingPunct="1"/>
            <a:r>
              <a:rPr lang="en-US" altLang="en-US" sz="2400" dirty="0">
                <a:latin typeface="Arial" panose="020B0604020202020204" pitchFamily="34" charset="0"/>
                <a:cs typeface="Arial" panose="020B0604020202020204" pitchFamily="34" charset="0"/>
              </a:rPr>
              <a:t>Provide strong authentication and encryption</a:t>
            </a:r>
          </a:p>
          <a:p>
            <a:pPr lvl="1" eaLnBrk="1" hangingPunct="1"/>
            <a:r>
              <a:rPr lang="en-US" altLang="en-US" sz="2400" dirty="0">
                <a:latin typeface="Arial" panose="020B0604020202020204" pitchFamily="34" charset="0"/>
                <a:cs typeface="Arial" panose="020B0604020202020204" pitchFamily="34" charset="0"/>
              </a:rPr>
              <a:t>Require RSA key pairs for the security appliance</a:t>
            </a:r>
          </a:p>
          <a:p>
            <a:pPr lvl="1" eaLnBrk="1" hangingPunct="1"/>
            <a:r>
              <a:rPr lang="en-US" altLang="en-US" sz="2400" dirty="0">
                <a:latin typeface="Arial" panose="020B0604020202020204" pitchFamily="34" charset="0"/>
                <a:cs typeface="Arial" panose="020B0604020202020204" pitchFamily="34" charset="0"/>
              </a:rPr>
              <a:t>Require 3DES/AES or DES activation keys</a:t>
            </a:r>
          </a:p>
          <a:p>
            <a:pPr lvl="1" eaLnBrk="1" hangingPunct="1"/>
            <a:r>
              <a:rPr lang="en-US" altLang="en-US" sz="2400" dirty="0">
                <a:latin typeface="Arial" panose="020B0604020202020204" pitchFamily="34" charset="0"/>
                <a:cs typeface="Arial" panose="020B0604020202020204" pitchFamily="34" charset="0"/>
              </a:rPr>
              <a:t>Allow up to five SSH clients to simultaneously access the security appliance console</a:t>
            </a:r>
          </a:p>
          <a:p>
            <a:pPr lvl="1" eaLnBrk="1" hangingPunct="1"/>
            <a:r>
              <a:rPr lang="en-US" altLang="en-US" sz="2400" dirty="0">
                <a:latin typeface="Arial" panose="020B0604020202020204" pitchFamily="34" charset="0"/>
                <a:cs typeface="Arial" panose="020B0604020202020204" pitchFamily="34" charset="0"/>
              </a:rPr>
              <a:t>Use the Telnet password for local authentication</a:t>
            </a:r>
          </a:p>
        </p:txBody>
      </p:sp>
    </p:spTree>
    <p:extLst>
      <p:ext uri="{BB962C8B-B14F-4D97-AF65-F5344CB8AC3E}">
        <p14:creationId xmlns:p14="http://schemas.microsoft.com/office/powerpoint/2010/main" val="2850093862"/>
      </p:ext>
    </p:extLst>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Text Box 4"/>
          <p:cNvSpPr txBox="1">
            <a:spLocks noChangeArrowheads="1"/>
          </p:cNvSpPr>
          <p:nvPr/>
        </p:nvSpPr>
        <p:spPr bwMode="auto">
          <a:xfrm>
            <a:off x="1887539" y="2018140"/>
            <a:ext cx="4167187" cy="830997"/>
          </a:xfrm>
          <a:prstGeom prst="rect">
            <a:avLst/>
          </a:prstGeom>
          <a:solidFill>
            <a:schemeClr val="bg1"/>
          </a:solidFill>
          <a:ln w="25400">
            <a:solidFill>
              <a:schemeClr val="tx1"/>
            </a:solidFill>
            <a:miter lim="800000"/>
            <a:headEnd type="none" w="sm" len="sm"/>
            <a:tailEnd type="none" w="sm" len="sm"/>
          </a:ln>
        </p:spPr>
        <p:txBody>
          <a:bodyPr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50000"/>
              </a:spcBef>
              <a:spcAft>
                <a:spcPct val="0"/>
              </a:spcAft>
              <a:buClr>
                <a:srgbClr val="FF9933"/>
              </a:buClr>
              <a:buFont typeface="Wingdings" panose="05000000000000000000" pitchFamily="2" charset="2"/>
              <a:buNone/>
            </a:pPr>
            <a:r>
              <a:rPr lang="en-US" altLang="en-US" sz="1600">
                <a:solidFill>
                  <a:prstClr val="black"/>
                </a:solidFill>
                <a:latin typeface="Courier New" panose="02070309020205020404" pitchFamily="49" charset="0"/>
              </a:rPr>
              <a:t>crypto key zeroize {rsa | dsa} [label </a:t>
            </a:r>
            <a:r>
              <a:rPr lang="en-US" altLang="en-US" sz="1600" i="1">
                <a:solidFill>
                  <a:prstClr val="black"/>
                </a:solidFill>
                <a:latin typeface="Courier New" panose="02070309020205020404" pitchFamily="49" charset="0"/>
              </a:rPr>
              <a:t>key-pair-label</a:t>
            </a:r>
            <a:r>
              <a:rPr lang="en-US" altLang="en-US" sz="1600">
                <a:solidFill>
                  <a:prstClr val="black"/>
                </a:solidFill>
                <a:latin typeface="Courier New" panose="02070309020205020404" pitchFamily="49" charset="0"/>
              </a:rPr>
              <a:t>] [default] [noconfirm]</a:t>
            </a:r>
          </a:p>
        </p:txBody>
      </p:sp>
      <p:sp>
        <p:nvSpPr>
          <p:cNvPr id="159747" name="Rectangle 32"/>
          <p:cNvSpPr>
            <a:spLocks noGrp="1" noChangeArrowheads="1"/>
          </p:cNvSpPr>
          <p:nvPr>
            <p:ph type="title"/>
          </p:nvPr>
        </p:nvSpPr>
        <p:spPr>
          <a:xfrm>
            <a:off x="18662" y="267209"/>
            <a:ext cx="11868927" cy="554452"/>
          </a:xfrm>
        </p:spPr>
        <p:txBody>
          <a:bodyPr/>
          <a:lstStyle/>
          <a:p>
            <a:pPr eaLnBrk="1" hangingPunct="1"/>
            <a:r>
              <a:rPr lang="en-US" altLang="en-US" sz="3733" dirty="0">
                <a:latin typeface="Arial" panose="020B0604020202020204" pitchFamily="34" charset="0"/>
                <a:cs typeface="Arial" panose="020B0604020202020204" pitchFamily="34" charset="0"/>
              </a:rPr>
              <a:t>Configuring SSH Access to the Security Appliance Console</a:t>
            </a:r>
          </a:p>
        </p:txBody>
      </p:sp>
      <p:sp>
        <p:nvSpPr>
          <p:cNvPr id="159748" name="Rectangle 3"/>
          <p:cNvSpPr>
            <a:spLocks noGrp="1" noChangeArrowheads="1"/>
          </p:cNvSpPr>
          <p:nvPr>
            <p:ph type="body" idx="4294967295"/>
          </p:nvPr>
        </p:nvSpPr>
        <p:spPr>
          <a:xfrm>
            <a:off x="1524000" y="2889251"/>
            <a:ext cx="4429125" cy="286232"/>
          </a:xfrm>
        </p:spPr>
        <p:txBody>
          <a:bodyPr>
            <a:spAutoFit/>
          </a:bodyPr>
          <a:lstStyle/>
          <a:p>
            <a:pPr lvl="1" eaLnBrk="1" hangingPunct="1">
              <a:buFont typeface="Wingdings" panose="05000000000000000000" pitchFamily="2" charset="2"/>
              <a:buNone/>
            </a:pPr>
            <a:r>
              <a:rPr lang="en-US" altLang="en-US" sz="1400">
                <a:cs typeface="Times New Roman" panose="02020603050405020304" pitchFamily="18" charset="0"/>
              </a:rPr>
              <a:t>Removes any previously generated RSA keys</a:t>
            </a:r>
          </a:p>
        </p:txBody>
      </p:sp>
      <p:sp>
        <p:nvSpPr>
          <p:cNvPr id="159749" name="Text Box 5"/>
          <p:cNvSpPr txBox="1">
            <a:spLocks noChangeArrowheads="1"/>
          </p:cNvSpPr>
          <p:nvPr/>
        </p:nvSpPr>
        <p:spPr bwMode="auto">
          <a:xfrm>
            <a:off x="1880591" y="1744764"/>
            <a:ext cx="156805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sz="1400">
                <a:solidFill>
                  <a:prstClr val="black"/>
                </a:solidFill>
              </a:rPr>
              <a:t>ciscoasa(config</a:t>
            </a:r>
            <a:r>
              <a:rPr lang="en-US" altLang="en-US" sz="1300">
                <a:solidFill>
                  <a:prstClr val="black"/>
                </a:solidFill>
              </a:rPr>
              <a:t>)#</a:t>
            </a:r>
          </a:p>
        </p:txBody>
      </p:sp>
      <p:sp>
        <p:nvSpPr>
          <p:cNvPr id="159750" name="Rectangle 7"/>
          <p:cNvSpPr>
            <a:spLocks noChangeArrowheads="1"/>
          </p:cNvSpPr>
          <p:nvPr/>
        </p:nvSpPr>
        <p:spPr bwMode="auto">
          <a:xfrm>
            <a:off x="1887539" y="4156075"/>
            <a:ext cx="3733800" cy="287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124" tIns="41061" rIns="82124" bIns="41061">
            <a:spAutoFit/>
          </a:bodyPr>
          <a:lstStyle>
            <a:lvl1pPr marL="342900" indent="-342900" defTabSz="814388">
              <a:defRPr>
                <a:solidFill>
                  <a:schemeClr val="tx1"/>
                </a:solidFill>
                <a:latin typeface="Arial" panose="020B0604020202020204" pitchFamily="34" charset="0"/>
                <a:cs typeface="Arial" panose="020B0604020202020204" pitchFamily="34" charset="0"/>
              </a:defRPr>
            </a:lvl1pPr>
            <a:lvl2pPr marL="342900" indent="-22860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fontAlgn="base">
              <a:lnSpc>
                <a:spcPct val="95000"/>
              </a:lnSpc>
              <a:spcBef>
                <a:spcPct val="35000"/>
              </a:spcBef>
              <a:spcAft>
                <a:spcPct val="0"/>
              </a:spcAft>
              <a:buClr>
                <a:srgbClr val="5B9BD5"/>
              </a:buClr>
              <a:buFont typeface="Wingdings" panose="05000000000000000000" pitchFamily="2" charset="2"/>
              <a:buNone/>
            </a:pPr>
            <a:r>
              <a:rPr lang="en-US" altLang="en-US" sz="1400">
                <a:solidFill>
                  <a:prstClr val="black"/>
                </a:solidFill>
                <a:cs typeface="Times New Roman" panose="02020603050405020304" pitchFamily="18" charset="0"/>
              </a:rPr>
              <a:t>Saves the CA state</a:t>
            </a:r>
          </a:p>
        </p:txBody>
      </p:sp>
      <p:sp>
        <p:nvSpPr>
          <p:cNvPr id="159751" name="Text Box 8"/>
          <p:cNvSpPr txBox="1">
            <a:spLocks noChangeArrowheads="1"/>
          </p:cNvSpPr>
          <p:nvPr/>
        </p:nvSpPr>
        <p:spPr bwMode="auto">
          <a:xfrm>
            <a:off x="1887539" y="3779631"/>
            <a:ext cx="4178300" cy="338554"/>
          </a:xfrm>
          <a:prstGeom prst="rect">
            <a:avLst/>
          </a:prstGeom>
          <a:solidFill>
            <a:schemeClr val="bg1"/>
          </a:solidFill>
          <a:ln w="25400">
            <a:solidFill>
              <a:schemeClr val="tx1"/>
            </a:solidFill>
            <a:miter lim="800000"/>
            <a:headEnd type="none" w="sm" len="sm"/>
            <a:tailEnd type="none" w="sm" len="sm"/>
          </a:ln>
        </p:spPr>
        <p:txBody>
          <a:bodyPr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50000"/>
              </a:spcBef>
              <a:spcAft>
                <a:spcPct val="0"/>
              </a:spcAft>
              <a:buClr>
                <a:srgbClr val="FF9933"/>
              </a:buClr>
              <a:buFont typeface="Wingdings" panose="05000000000000000000" pitchFamily="2" charset="2"/>
              <a:buNone/>
            </a:pPr>
            <a:r>
              <a:rPr lang="en-US" altLang="en-US" sz="1600">
                <a:solidFill>
                  <a:prstClr val="black"/>
                </a:solidFill>
                <a:latin typeface="Courier New" panose="02070309020205020404" pitchFamily="49" charset="0"/>
              </a:rPr>
              <a:t>write memory</a:t>
            </a:r>
          </a:p>
        </p:txBody>
      </p:sp>
      <p:sp>
        <p:nvSpPr>
          <p:cNvPr id="159752" name="Text Box 9"/>
          <p:cNvSpPr txBox="1">
            <a:spLocks noChangeArrowheads="1"/>
          </p:cNvSpPr>
          <p:nvPr/>
        </p:nvSpPr>
        <p:spPr bwMode="auto">
          <a:xfrm>
            <a:off x="1880543" y="3478314"/>
            <a:ext cx="157767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sz="1400">
                <a:solidFill>
                  <a:prstClr val="black"/>
                </a:solidFill>
              </a:rPr>
              <a:t>ciscoasa(config)#</a:t>
            </a:r>
          </a:p>
        </p:txBody>
      </p:sp>
      <p:sp>
        <p:nvSpPr>
          <p:cNvPr id="159753" name="Rectangle 10"/>
          <p:cNvSpPr>
            <a:spLocks noChangeArrowheads="1"/>
          </p:cNvSpPr>
          <p:nvPr/>
        </p:nvSpPr>
        <p:spPr bwMode="auto">
          <a:xfrm>
            <a:off x="1887539" y="5699126"/>
            <a:ext cx="4191000" cy="287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124" tIns="41061" rIns="82124" bIns="41061">
            <a:spAutoFit/>
          </a:bodyPr>
          <a:lstStyle>
            <a:lvl1pPr marL="342900" indent="-342900" defTabSz="814388">
              <a:defRPr>
                <a:solidFill>
                  <a:schemeClr val="tx1"/>
                </a:solidFill>
                <a:latin typeface="Arial" panose="020B0604020202020204" pitchFamily="34" charset="0"/>
                <a:cs typeface="Arial" panose="020B0604020202020204" pitchFamily="34" charset="0"/>
              </a:defRPr>
            </a:lvl1pPr>
            <a:lvl2pPr marL="342900" indent="-22860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fontAlgn="base">
              <a:lnSpc>
                <a:spcPct val="95000"/>
              </a:lnSpc>
              <a:spcBef>
                <a:spcPct val="35000"/>
              </a:spcBef>
              <a:spcAft>
                <a:spcPct val="0"/>
              </a:spcAft>
              <a:buClr>
                <a:srgbClr val="5B9BD5"/>
              </a:buClr>
              <a:buFont typeface="Wingdings" panose="05000000000000000000" pitchFamily="2" charset="2"/>
              <a:buNone/>
            </a:pPr>
            <a:r>
              <a:rPr lang="en-US" altLang="en-US" sz="1400">
                <a:solidFill>
                  <a:prstClr val="black"/>
                </a:solidFill>
                <a:cs typeface="Times New Roman" panose="02020603050405020304" pitchFamily="18" charset="0"/>
              </a:rPr>
              <a:t>Configures the domain name</a:t>
            </a:r>
          </a:p>
        </p:txBody>
      </p:sp>
      <p:sp>
        <p:nvSpPr>
          <p:cNvPr id="159754" name="Text Box 11"/>
          <p:cNvSpPr txBox="1">
            <a:spLocks noChangeArrowheads="1"/>
          </p:cNvSpPr>
          <p:nvPr/>
        </p:nvSpPr>
        <p:spPr bwMode="auto">
          <a:xfrm>
            <a:off x="1887539" y="5327443"/>
            <a:ext cx="4165600" cy="338554"/>
          </a:xfrm>
          <a:prstGeom prst="rect">
            <a:avLst/>
          </a:prstGeom>
          <a:solidFill>
            <a:schemeClr val="bg1"/>
          </a:solidFill>
          <a:ln w="25400">
            <a:solidFill>
              <a:schemeClr val="tx1"/>
            </a:solidFill>
            <a:miter lim="800000"/>
            <a:headEnd type="none" w="sm" len="sm"/>
            <a:tailEnd type="none" w="sm" len="sm"/>
          </a:ln>
        </p:spPr>
        <p:txBody>
          <a:bodyPr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50000"/>
              </a:spcBef>
              <a:spcAft>
                <a:spcPct val="0"/>
              </a:spcAft>
              <a:buClr>
                <a:srgbClr val="FF9933"/>
              </a:buClr>
              <a:buFont typeface="Wingdings" panose="05000000000000000000" pitchFamily="2" charset="2"/>
              <a:buNone/>
            </a:pPr>
            <a:r>
              <a:rPr lang="en-US" altLang="en-US" sz="1600">
                <a:solidFill>
                  <a:prstClr val="black"/>
                </a:solidFill>
                <a:latin typeface="Courier New" panose="02070309020205020404" pitchFamily="49" charset="0"/>
              </a:rPr>
              <a:t>domain-name</a:t>
            </a:r>
            <a:r>
              <a:rPr lang="en-US" altLang="en-US" sz="1600" i="1">
                <a:solidFill>
                  <a:prstClr val="black"/>
                </a:solidFill>
                <a:latin typeface="Courier New" panose="02070309020205020404" pitchFamily="49" charset="0"/>
              </a:rPr>
              <a:t> name</a:t>
            </a:r>
          </a:p>
        </p:txBody>
      </p:sp>
      <p:sp>
        <p:nvSpPr>
          <p:cNvPr id="159755" name="Text Box 12"/>
          <p:cNvSpPr txBox="1">
            <a:spLocks noChangeArrowheads="1"/>
          </p:cNvSpPr>
          <p:nvPr/>
        </p:nvSpPr>
        <p:spPr bwMode="auto">
          <a:xfrm>
            <a:off x="1880543" y="5022952"/>
            <a:ext cx="157767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sz="1400">
                <a:solidFill>
                  <a:prstClr val="black"/>
                </a:solidFill>
              </a:rPr>
              <a:t>ciscoasa(config)#</a:t>
            </a:r>
          </a:p>
        </p:txBody>
      </p:sp>
      <p:sp>
        <p:nvSpPr>
          <p:cNvPr id="159756" name="Rectangle 15"/>
          <p:cNvSpPr>
            <a:spLocks noChangeArrowheads="1"/>
          </p:cNvSpPr>
          <p:nvPr/>
        </p:nvSpPr>
        <p:spPr bwMode="auto">
          <a:xfrm>
            <a:off x="6311900" y="2997201"/>
            <a:ext cx="4191000" cy="287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124" tIns="41061" rIns="82124" bIns="41061">
            <a:spAutoFit/>
          </a:bodyPr>
          <a:lstStyle>
            <a:lvl1pPr marL="342900" indent="-342900" defTabSz="814388">
              <a:defRPr>
                <a:solidFill>
                  <a:schemeClr val="tx1"/>
                </a:solidFill>
                <a:latin typeface="Arial" panose="020B0604020202020204" pitchFamily="34" charset="0"/>
                <a:cs typeface="Arial" panose="020B0604020202020204" pitchFamily="34" charset="0"/>
              </a:defRPr>
            </a:lvl1pPr>
            <a:lvl2pPr marL="342900" indent="-22860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fontAlgn="base">
              <a:lnSpc>
                <a:spcPct val="95000"/>
              </a:lnSpc>
              <a:spcBef>
                <a:spcPct val="35000"/>
              </a:spcBef>
              <a:spcAft>
                <a:spcPct val="0"/>
              </a:spcAft>
              <a:buClr>
                <a:srgbClr val="5B9BD5"/>
              </a:buClr>
              <a:buFont typeface="Wingdings" panose="05000000000000000000" pitchFamily="2" charset="2"/>
              <a:buNone/>
            </a:pPr>
            <a:r>
              <a:rPr lang="en-US" altLang="en-US" sz="1400">
                <a:solidFill>
                  <a:prstClr val="black"/>
                </a:solidFill>
                <a:cs typeface="Times New Roman" panose="02020603050405020304" pitchFamily="18" charset="0"/>
              </a:rPr>
              <a:t>Generates an RSA key pair </a:t>
            </a:r>
          </a:p>
        </p:txBody>
      </p:sp>
      <p:sp>
        <p:nvSpPr>
          <p:cNvPr id="159757" name="Text Box 16"/>
          <p:cNvSpPr txBox="1">
            <a:spLocks noChangeArrowheads="1"/>
          </p:cNvSpPr>
          <p:nvPr/>
        </p:nvSpPr>
        <p:spPr bwMode="auto">
          <a:xfrm>
            <a:off x="6311900" y="2012536"/>
            <a:ext cx="3962400" cy="978729"/>
          </a:xfrm>
          <a:prstGeom prst="rect">
            <a:avLst/>
          </a:prstGeom>
          <a:solidFill>
            <a:schemeClr val="bg1"/>
          </a:solidFill>
          <a:ln w="25400">
            <a:solidFill>
              <a:schemeClr val="tx1"/>
            </a:solidFill>
            <a:miter lim="800000"/>
            <a:headEnd type="none" w="sm" len="sm"/>
            <a:tailEnd type="none" w="sm" len="sm"/>
          </a:ln>
        </p:spPr>
        <p:txBody>
          <a:bodyPr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r>
              <a:rPr lang="en-US" altLang="en-US" sz="1600">
                <a:solidFill>
                  <a:prstClr val="black"/>
                </a:solidFill>
                <a:latin typeface="Courier New" panose="02070309020205020404" pitchFamily="49" charset="0"/>
              </a:rPr>
              <a:t>crypto key generate rsa [usage-keys | general-keys] [label </a:t>
            </a:r>
            <a:r>
              <a:rPr lang="en-US" altLang="en-US" sz="1600" i="1">
                <a:solidFill>
                  <a:prstClr val="black"/>
                </a:solidFill>
                <a:latin typeface="Courier New" panose="02070309020205020404" pitchFamily="49" charset="0"/>
              </a:rPr>
              <a:t>key-pair-labe</a:t>
            </a:r>
            <a:r>
              <a:rPr lang="en-US" altLang="en-US" sz="1600">
                <a:solidFill>
                  <a:prstClr val="black"/>
                </a:solidFill>
                <a:latin typeface="Courier New" panose="02070309020205020404" pitchFamily="49" charset="0"/>
              </a:rPr>
              <a:t>l] [modulus </a:t>
            </a:r>
            <a:r>
              <a:rPr lang="en-US" altLang="en-US" sz="1600" i="1">
                <a:solidFill>
                  <a:prstClr val="black"/>
                </a:solidFill>
                <a:latin typeface="Courier New" panose="02070309020205020404" pitchFamily="49" charset="0"/>
              </a:rPr>
              <a:t>siz</a:t>
            </a:r>
            <a:r>
              <a:rPr lang="en-US" altLang="en-US" sz="1600">
                <a:solidFill>
                  <a:prstClr val="black"/>
                </a:solidFill>
                <a:latin typeface="Courier New" panose="02070309020205020404" pitchFamily="49" charset="0"/>
              </a:rPr>
              <a:t>e] [noconfirm]</a:t>
            </a:r>
            <a:r>
              <a:rPr lang="en-US" altLang="en-US" sz="1500">
                <a:solidFill>
                  <a:prstClr val="black"/>
                </a:solidFill>
                <a:latin typeface="Courier New" panose="02070309020205020404" pitchFamily="49" charset="0"/>
              </a:rPr>
              <a:t>  </a:t>
            </a:r>
          </a:p>
        </p:txBody>
      </p:sp>
      <p:sp>
        <p:nvSpPr>
          <p:cNvPr id="159758" name="Text Box 17"/>
          <p:cNvSpPr txBox="1">
            <a:spLocks noChangeArrowheads="1"/>
          </p:cNvSpPr>
          <p:nvPr/>
        </p:nvSpPr>
        <p:spPr bwMode="auto">
          <a:xfrm>
            <a:off x="6304907" y="1735238"/>
            <a:ext cx="157767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sz="1400">
                <a:solidFill>
                  <a:prstClr val="black"/>
                </a:solidFill>
              </a:rPr>
              <a:t>ciscoasa(config)#</a:t>
            </a:r>
          </a:p>
        </p:txBody>
      </p:sp>
      <p:sp>
        <p:nvSpPr>
          <p:cNvPr id="159759" name="Rectangle 18"/>
          <p:cNvSpPr>
            <a:spLocks noChangeArrowheads="1"/>
          </p:cNvSpPr>
          <p:nvPr/>
        </p:nvSpPr>
        <p:spPr bwMode="auto">
          <a:xfrm>
            <a:off x="6311900" y="4344989"/>
            <a:ext cx="4064000" cy="492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124" tIns="41061" rIns="82124" bIns="41061">
            <a:spAutoFit/>
          </a:bodyPr>
          <a:lstStyle>
            <a:lvl1pPr marL="342900" indent="-342900" defTabSz="814388">
              <a:defRPr>
                <a:solidFill>
                  <a:schemeClr val="tx1"/>
                </a:solidFill>
                <a:latin typeface="Arial" panose="020B0604020202020204" pitchFamily="34" charset="0"/>
                <a:cs typeface="Arial" panose="020B0604020202020204" pitchFamily="34" charset="0"/>
              </a:defRPr>
            </a:lvl1pPr>
            <a:lvl2pPr marL="342900" indent="-22860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fontAlgn="base">
              <a:lnSpc>
                <a:spcPct val="95000"/>
              </a:lnSpc>
              <a:spcBef>
                <a:spcPct val="35000"/>
              </a:spcBef>
              <a:spcAft>
                <a:spcPct val="0"/>
              </a:spcAft>
              <a:buClr>
                <a:srgbClr val="5B9BD5"/>
              </a:buClr>
              <a:buFont typeface="Wingdings" panose="05000000000000000000" pitchFamily="2" charset="2"/>
              <a:buNone/>
            </a:pPr>
            <a:r>
              <a:rPr lang="en-US" altLang="en-US" sz="1400">
                <a:solidFill>
                  <a:prstClr val="black"/>
                </a:solidFill>
                <a:cs typeface="Times New Roman" panose="02020603050405020304" pitchFamily="18" charset="0"/>
              </a:rPr>
              <a:t>Specifies the host or network authorized to initiate an SSH connection</a:t>
            </a:r>
          </a:p>
        </p:txBody>
      </p:sp>
      <p:sp>
        <p:nvSpPr>
          <p:cNvPr id="159760" name="Text Box 19"/>
          <p:cNvSpPr txBox="1">
            <a:spLocks noChangeArrowheads="1"/>
          </p:cNvSpPr>
          <p:nvPr/>
        </p:nvSpPr>
        <p:spPr bwMode="auto">
          <a:xfrm>
            <a:off x="6311901" y="3776376"/>
            <a:ext cx="3963988" cy="584775"/>
          </a:xfrm>
          <a:prstGeom prst="rect">
            <a:avLst/>
          </a:prstGeom>
          <a:solidFill>
            <a:schemeClr val="bg1"/>
          </a:solidFill>
          <a:ln w="25400">
            <a:solidFill>
              <a:schemeClr val="tx1"/>
            </a:solidFill>
            <a:miter lim="800000"/>
            <a:headEnd type="none" w="sm" len="sm"/>
            <a:tailEnd type="none" w="sm" len="sm"/>
          </a:ln>
        </p:spPr>
        <p:txBody>
          <a:bodyPr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50000"/>
              </a:spcBef>
              <a:spcAft>
                <a:spcPct val="0"/>
              </a:spcAft>
              <a:buClr>
                <a:srgbClr val="FF9933"/>
              </a:buClr>
              <a:buFont typeface="Wingdings" panose="05000000000000000000" pitchFamily="2" charset="2"/>
              <a:buNone/>
            </a:pPr>
            <a:r>
              <a:rPr lang="en-US" altLang="en-US" sz="1600">
                <a:solidFill>
                  <a:prstClr val="black"/>
                </a:solidFill>
                <a:latin typeface="Courier New" panose="02070309020205020404" pitchFamily="49" charset="0"/>
              </a:rPr>
              <a:t>ssh </a:t>
            </a:r>
            <a:r>
              <a:rPr lang="en-US" altLang="en-US" sz="1600" i="1">
                <a:solidFill>
                  <a:prstClr val="black"/>
                </a:solidFill>
                <a:latin typeface="Courier New" panose="02070309020205020404" pitchFamily="49" charset="0"/>
              </a:rPr>
              <a:t>{ip_address mask | ipv6_address/prefix} interface</a:t>
            </a:r>
          </a:p>
        </p:txBody>
      </p:sp>
      <p:sp>
        <p:nvSpPr>
          <p:cNvPr id="159761" name="Text Box 20"/>
          <p:cNvSpPr txBox="1">
            <a:spLocks noChangeArrowheads="1"/>
          </p:cNvSpPr>
          <p:nvPr/>
        </p:nvSpPr>
        <p:spPr bwMode="auto">
          <a:xfrm>
            <a:off x="6304907" y="3491014"/>
            <a:ext cx="157767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sz="1400">
                <a:solidFill>
                  <a:prstClr val="black"/>
                </a:solidFill>
              </a:rPr>
              <a:t>ciscoasa(config)#</a:t>
            </a:r>
          </a:p>
        </p:txBody>
      </p:sp>
      <p:sp>
        <p:nvSpPr>
          <p:cNvPr id="159762" name="Rectangle 21"/>
          <p:cNvSpPr>
            <a:spLocks noChangeArrowheads="1"/>
          </p:cNvSpPr>
          <p:nvPr/>
        </p:nvSpPr>
        <p:spPr bwMode="auto">
          <a:xfrm>
            <a:off x="6311900" y="5635625"/>
            <a:ext cx="4267200" cy="492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124" tIns="41061" rIns="82124" bIns="41061">
            <a:spAutoFit/>
          </a:bodyPr>
          <a:lstStyle>
            <a:lvl1pPr marL="342900" indent="-342900" defTabSz="814388">
              <a:defRPr>
                <a:solidFill>
                  <a:schemeClr val="tx1"/>
                </a:solidFill>
                <a:latin typeface="Arial" panose="020B0604020202020204" pitchFamily="34" charset="0"/>
                <a:cs typeface="Arial" panose="020B0604020202020204" pitchFamily="34" charset="0"/>
              </a:defRPr>
            </a:lvl1pPr>
            <a:lvl2pPr marL="342900" indent="-22860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fontAlgn="base">
              <a:lnSpc>
                <a:spcPct val="95000"/>
              </a:lnSpc>
              <a:spcBef>
                <a:spcPct val="35000"/>
              </a:spcBef>
              <a:spcAft>
                <a:spcPct val="0"/>
              </a:spcAft>
              <a:buClr>
                <a:srgbClr val="5B9BD5"/>
              </a:buClr>
              <a:buFont typeface="Wingdings" panose="05000000000000000000" pitchFamily="2" charset="2"/>
              <a:buNone/>
            </a:pPr>
            <a:r>
              <a:rPr lang="en-US" altLang="en-US" sz="1400">
                <a:solidFill>
                  <a:prstClr val="black"/>
                </a:solidFill>
                <a:cs typeface="Times New Roman" panose="02020603050405020304" pitchFamily="18" charset="0"/>
              </a:rPr>
              <a:t>Specifies how long a session can be idle before being disconnected</a:t>
            </a:r>
          </a:p>
        </p:txBody>
      </p:sp>
      <p:sp>
        <p:nvSpPr>
          <p:cNvPr id="159763" name="Text Box 22"/>
          <p:cNvSpPr txBox="1">
            <a:spLocks noChangeArrowheads="1"/>
          </p:cNvSpPr>
          <p:nvPr/>
        </p:nvSpPr>
        <p:spPr bwMode="auto">
          <a:xfrm>
            <a:off x="6311900" y="5309980"/>
            <a:ext cx="3962400" cy="338554"/>
          </a:xfrm>
          <a:prstGeom prst="rect">
            <a:avLst/>
          </a:prstGeom>
          <a:solidFill>
            <a:schemeClr val="bg1"/>
          </a:solidFill>
          <a:ln w="25400">
            <a:solidFill>
              <a:schemeClr val="tx1"/>
            </a:solidFill>
            <a:miter lim="800000"/>
            <a:headEnd type="none" w="sm" len="sm"/>
            <a:tailEnd type="none" w="sm" len="sm"/>
          </a:ln>
        </p:spPr>
        <p:txBody>
          <a:bodyPr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50000"/>
              </a:spcBef>
              <a:spcAft>
                <a:spcPct val="0"/>
              </a:spcAft>
              <a:buClr>
                <a:srgbClr val="FF9933"/>
              </a:buClr>
              <a:buFont typeface="Wingdings" panose="05000000000000000000" pitchFamily="2" charset="2"/>
              <a:buNone/>
            </a:pPr>
            <a:r>
              <a:rPr lang="en-US" altLang="en-US" sz="1600">
                <a:solidFill>
                  <a:prstClr val="black"/>
                </a:solidFill>
              </a:rPr>
              <a:t>ssh timeout</a:t>
            </a:r>
            <a:r>
              <a:rPr lang="en-US" altLang="en-US" sz="1600" i="1">
                <a:solidFill>
                  <a:prstClr val="black"/>
                </a:solidFill>
              </a:rPr>
              <a:t> number</a:t>
            </a:r>
          </a:p>
        </p:txBody>
      </p:sp>
      <p:sp>
        <p:nvSpPr>
          <p:cNvPr id="159764" name="Text Box 23"/>
          <p:cNvSpPr txBox="1">
            <a:spLocks noChangeArrowheads="1"/>
          </p:cNvSpPr>
          <p:nvPr/>
        </p:nvSpPr>
        <p:spPr bwMode="auto">
          <a:xfrm>
            <a:off x="6304907" y="4992789"/>
            <a:ext cx="1577676"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sz="1400">
                <a:solidFill>
                  <a:prstClr val="black"/>
                </a:solidFill>
              </a:rPr>
              <a:t>ciscoasa(config)#</a:t>
            </a:r>
          </a:p>
        </p:txBody>
      </p:sp>
    </p:spTree>
    <p:extLst>
      <p:ext uri="{BB962C8B-B14F-4D97-AF65-F5344CB8AC3E}">
        <p14:creationId xmlns:p14="http://schemas.microsoft.com/office/powerpoint/2010/main" val="3758159115"/>
      </p:ext>
    </p:extLst>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Line 337"/>
          <p:cNvSpPr>
            <a:spLocks noChangeShapeType="1"/>
          </p:cNvSpPr>
          <p:nvPr/>
        </p:nvSpPr>
        <p:spPr bwMode="auto">
          <a:xfrm>
            <a:off x="3190876" y="2714625"/>
            <a:ext cx="5603875" cy="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lIns="82124" tIns="41061" rIns="82124" bIns="41061"/>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pic>
        <p:nvPicPr>
          <p:cNvPr id="161795" name="Picture 351" descr="EndUser_CiscoWorks"/>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20951" y="2514601"/>
            <a:ext cx="923925" cy="1154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1796" name="Picture 350" descr="Route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07164" y="2506663"/>
            <a:ext cx="585787"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1797" name="Text Box 37"/>
          <p:cNvSpPr txBox="1">
            <a:spLocks noChangeArrowheads="1"/>
          </p:cNvSpPr>
          <p:nvPr/>
        </p:nvSpPr>
        <p:spPr bwMode="auto">
          <a:xfrm>
            <a:off x="2238375" y="3714751"/>
            <a:ext cx="7696200" cy="2222500"/>
          </a:xfrm>
          <a:prstGeom prst="rect">
            <a:avLst/>
          </a:prstGeom>
          <a:solidFill>
            <a:schemeClr val="bg1"/>
          </a:solidFill>
          <a:ln w="25400">
            <a:solidFill>
              <a:schemeClr val="tx1"/>
            </a:solidFill>
            <a:miter lim="800000"/>
            <a:headEnd type="none" w="sm" len="sm"/>
            <a:tailEnd type="none" w="sm" len="sm"/>
          </a:ln>
        </p:spPr>
        <p:txBody>
          <a:bodyPr bIns="0"/>
          <a:lstStyle>
            <a:lvl1pPr marL="238125" indent="-238125">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80000"/>
              </a:lnSpc>
              <a:spcBef>
                <a:spcPct val="50000"/>
              </a:spcBef>
              <a:spcAft>
                <a:spcPct val="0"/>
              </a:spcAft>
              <a:buClr>
                <a:srgbClr val="FF9933"/>
              </a:buClr>
              <a:buFont typeface="Wingdings" panose="05000000000000000000" pitchFamily="2" charset="2"/>
              <a:buNone/>
            </a:pPr>
            <a:r>
              <a:rPr lang="en-US" altLang="en-US" sz="1600">
                <a:solidFill>
                  <a:prstClr val="black"/>
                </a:solidFill>
                <a:latin typeface="Courier New" panose="02070309020205020404" pitchFamily="49" charset="0"/>
                <a:cs typeface="Times New Roman" panose="02020603050405020304" pitchFamily="18" charset="0"/>
              </a:rPr>
              <a:t>asa1(config)# crypto key zeroize rsa</a:t>
            </a:r>
          </a:p>
          <a:p>
            <a:pPr fontAlgn="base">
              <a:lnSpc>
                <a:spcPct val="80000"/>
              </a:lnSpc>
              <a:spcBef>
                <a:spcPct val="50000"/>
              </a:spcBef>
              <a:spcAft>
                <a:spcPct val="0"/>
              </a:spcAft>
              <a:buClr>
                <a:srgbClr val="FF9933"/>
              </a:buClr>
              <a:buFont typeface="Wingdings" panose="05000000000000000000" pitchFamily="2" charset="2"/>
              <a:buNone/>
            </a:pPr>
            <a:r>
              <a:rPr lang="en-US" altLang="en-US" sz="1600">
                <a:solidFill>
                  <a:prstClr val="black"/>
                </a:solidFill>
                <a:latin typeface="Courier New" panose="02070309020205020404" pitchFamily="49" charset="0"/>
                <a:cs typeface="Times New Roman" panose="02020603050405020304" pitchFamily="18" charset="0"/>
              </a:rPr>
              <a:t>asa1(config)# write memory</a:t>
            </a:r>
          </a:p>
          <a:p>
            <a:pPr fontAlgn="base">
              <a:lnSpc>
                <a:spcPct val="80000"/>
              </a:lnSpc>
              <a:spcBef>
                <a:spcPct val="50000"/>
              </a:spcBef>
              <a:spcAft>
                <a:spcPct val="0"/>
              </a:spcAft>
              <a:buClr>
                <a:srgbClr val="FF9933"/>
              </a:buClr>
              <a:buFont typeface="Wingdings" panose="05000000000000000000" pitchFamily="2" charset="2"/>
              <a:buNone/>
            </a:pPr>
            <a:r>
              <a:rPr lang="en-US" altLang="en-US" sz="1600">
                <a:solidFill>
                  <a:prstClr val="black"/>
                </a:solidFill>
                <a:latin typeface="Courier New" panose="02070309020205020404" pitchFamily="49" charset="0"/>
                <a:cs typeface="Times New Roman" panose="02020603050405020304" pitchFamily="18" charset="0"/>
              </a:rPr>
              <a:t>asa1(config)# domain-name cisco.com</a:t>
            </a:r>
          </a:p>
          <a:p>
            <a:pPr fontAlgn="base">
              <a:lnSpc>
                <a:spcPct val="80000"/>
              </a:lnSpc>
              <a:spcBef>
                <a:spcPct val="50000"/>
              </a:spcBef>
              <a:spcAft>
                <a:spcPct val="0"/>
              </a:spcAft>
              <a:buClr>
                <a:srgbClr val="FF9933"/>
              </a:buClr>
              <a:buFont typeface="Wingdings" panose="05000000000000000000" pitchFamily="2" charset="2"/>
              <a:buNone/>
            </a:pPr>
            <a:r>
              <a:rPr lang="en-US" altLang="en-US" sz="1600">
                <a:solidFill>
                  <a:prstClr val="black"/>
                </a:solidFill>
                <a:latin typeface="Courier New" panose="02070309020205020404" pitchFamily="49" charset="0"/>
                <a:cs typeface="Times New Roman" panose="02020603050405020304" pitchFamily="18" charset="0"/>
              </a:rPr>
              <a:t>asa1(config)# crypto key generate rsa modulus 1024</a:t>
            </a:r>
          </a:p>
          <a:p>
            <a:pPr fontAlgn="base">
              <a:lnSpc>
                <a:spcPct val="80000"/>
              </a:lnSpc>
              <a:spcBef>
                <a:spcPct val="50000"/>
              </a:spcBef>
              <a:spcAft>
                <a:spcPct val="0"/>
              </a:spcAft>
              <a:buClr>
                <a:srgbClr val="FF9933"/>
              </a:buClr>
              <a:buFont typeface="Wingdings" panose="05000000000000000000" pitchFamily="2" charset="2"/>
              <a:buNone/>
            </a:pPr>
            <a:r>
              <a:rPr lang="en-US" altLang="en-US" sz="1600">
                <a:solidFill>
                  <a:prstClr val="black"/>
                </a:solidFill>
                <a:latin typeface="Courier New" panose="02070309020205020404" pitchFamily="49" charset="0"/>
                <a:cs typeface="Times New Roman" panose="02020603050405020304" pitchFamily="18" charset="0"/>
              </a:rPr>
              <a:t>asa1(config)# write memory</a:t>
            </a:r>
          </a:p>
          <a:p>
            <a:pPr fontAlgn="base">
              <a:lnSpc>
                <a:spcPct val="80000"/>
              </a:lnSpc>
              <a:spcBef>
                <a:spcPct val="50000"/>
              </a:spcBef>
              <a:spcAft>
                <a:spcPct val="0"/>
              </a:spcAft>
              <a:buClr>
                <a:srgbClr val="FF9933"/>
              </a:buClr>
              <a:buFont typeface="Wingdings" panose="05000000000000000000" pitchFamily="2" charset="2"/>
              <a:buNone/>
            </a:pPr>
            <a:r>
              <a:rPr lang="en-US" altLang="en-US" sz="1600">
                <a:solidFill>
                  <a:prstClr val="black"/>
                </a:solidFill>
                <a:latin typeface="Courier New" panose="02070309020205020404" pitchFamily="49" charset="0"/>
                <a:cs typeface="Times New Roman" panose="02020603050405020304" pitchFamily="18" charset="0"/>
              </a:rPr>
              <a:t>asa1(config)# ssh 172.26.26.50 255.255.255.255 outside</a:t>
            </a:r>
          </a:p>
          <a:p>
            <a:pPr fontAlgn="base">
              <a:lnSpc>
                <a:spcPct val="80000"/>
              </a:lnSpc>
              <a:spcBef>
                <a:spcPct val="50000"/>
              </a:spcBef>
              <a:spcAft>
                <a:spcPct val="0"/>
              </a:spcAft>
              <a:buClr>
                <a:srgbClr val="FF9933"/>
              </a:buClr>
              <a:buFont typeface="Wingdings" panose="05000000000000000000" pitchFamily="2" charset="2"/>
              <a:buNone/>
            </a:pPr>
            <a:r>
              <a:rPr lang="en-US" altLang="en-US" sz="1600">
                <a:solidFill>
                  <a:prstClr val="black"/>
                </a:solidFill>
                <a:latin typeface="Courier New" panose="02070309020205020404" pitchFamily="49" charset="0"/>
                <a:cs typeface="Times New Roman" panose="02020603050405020304" pitchFamily="18" charset="0"/>
              </a:rPr>
              <a:t>asa1(config)# ssh timeout 30</a:t>
            </a:r>
          </a:p>
        </p:txBody>
      </p:sp>
      <p:sp>
        <p:nvSpPr>
          <p:cNvPr id="161798" name="Rectangle 15"/>
          <p:cNvSpPr>
            <a:spLocks noChangeArrowheads="1"/>
          </p:cNvSpPr>
          <p:nvPr/>
        </p:nvSpPr>
        <p:spPr bwMode="auto">
          <a:xfrm>
            <a:off x="3322097" y="2865440"/>
            <a:ext cx="122822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50000"/>
              </a:spcAft>
              <a:buClr>
                <a:srgbClr val="FF9933"/>
              </a:buClr>
              <a:buFont typeface="Wingdings" panose="05000000000000000000" pitchFamily="2" charset="2"/>
              <a:buNone/>
            </a:pPr>
            <a:r>
              <a:rPr lang="en-US" altLang="en-US" sz="1400">
                <a:solidFill>
                  <a:prstClr val="black"/>
                </a:solidFill>
                <a:latin typeface="Helvetica" panose="020B0604020202020204" pitchFamily="34" charset="0"/>
                <a:cs typeface="Times New Roman" panose="02020603050405020304" pitchFamily="18" charset="0"/>
              </a:rPr>
              <a:t>172.26.26.50</a:t>
            </a:r>
          </a:p>
        </p:txBody>
      </p:sp>
      <p:sp>
        <p:nvSpPr>
          <p:cNvPr id="161799" name="Text Box 17"/>
          <p:cNvSpPr txBox="1">
            <a:spLocks noChangeArrowheads="1"/>
          </p:cNvSpPr>
          <p:nvPr/>
        </p:nvSpPr>
        <p:spPr bwMode="auto">
          <a:xfrm>
            <a:off x="2476500" y="2146300"/>
            <a:ext cx="2971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50000"/>
              </a:spcBef>
              <a:spcAft>
                <a:spcPct val="0"/>
              </a:spcAft>
              <a:buClr>
                <a:srgbClr val="FF9933"/>
              </a:buClr>
              <a:buFont typeface="Wingdings" panose="05000000000000000000" pitchFamily="2" charset="2"/>
              <a:buNone/>
            </a:pPr>
            <a:endParaRPr lang="en-US" altLang="en-US">
              <a:solidFill>
                <a:prstClr val="black"/>
              </a:solidFill>
              <a:latin typeface="Helvetica" panose="020B0604020202020204" pitchFamily="34" charset="0"/>
            </a:endParaRPr>
          </a:p>
        </p:txBody>
      </p:sp>
      <p:sp>
        <p:nvSpPr>
          <p:cNvPr id="161800" name="Line 231"/>
          <p:cNvSpPr>
            <a:spLocks noChangeShapeType="1"/>
          </p:cNvSpPr>
          <p:nvPr/>
        </p:nvSpPr>
        <p:spPr bwMode="auto">
          <a:xfrm flipH="1">
            <a:off x="8774113" y="2227263"/>
            <a:ext cx="0" cy="1185863"/>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61801" name="Line 235"/>
          <p:cNvSpPr>
            <a:spLocks noChangeShapeType="1"/>
          </p:cNvSpPr>
          <p:nvPr/>
        </p:nvSpPr>
        <p:spPr bwMode="auto">
          <a:xfrm>
            <a:off x="8772526" y="3171825"/>
            <a:ext cx="696913"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61802" name="Text Box 310"/>
          <p:cNvSpPr txBox="1">
            <a:spLocks noChangeArrowheads="1"/>
          </p:cNvSpPr>
          <p:nvPr/>
        </p:nvSpPr>
        <p:spPr bwMode="auto">
          <a:xfrm>
            <a:off x="3929495" y="2301876"/>
            <a:ext cx="567463" cy="31995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SSH</a:t>
            </a:r>
          </a:p>
        </p:txBody>
      </p:sp>
      <p:sp>
        <p:nvSpPr>
          <p:cNvPr id="161803" name="Line 313"/>
          <p:cNvSpPr>
            <a:spLocks noChangeShapeType="1"/>
          </p:cNvSpPr>
          <p:nvPr/>
        </p:nvSpPr>
        <p:spPr bwMode="auto">
          <a:xfrm>
            <a:off x="8772526" y="2397125"/>
            <a:ext cx="696913"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61804" name="AutoShape 34"/>
          <p:cNvSpPr>
            <a:spLocks noChangeArrowheads="1"/>
          </p:cNvSpPr>
          <p:nvPr/>
        </p:nvSpPr>
        <p:spPr bwMode="auto">
          <a:xfrm>
            <a:off x="2235200" y="1460500"/>
            <a:ext cx="2514600" cy="762000"/>
          </a:xfrm>
          <a:prstGeom prst="wedgeRoundRectCallout">
            <a:avLst>
              <a:gd name="adj1" fmla="val -8269"/>
              <a:gd name="adj2" fmla="val 93958"/>
              <a:gd name="adj3" fmla="val 16667"/>
            </a:avLst>
          </a:prstGeom>
          <a:solidFill>
            <a:schemeClr val="bg1"/>
          </a:solidFill>
          <a:ln w="12700">
            <a:solidFill>
              <a:schemeClr val="tx1"/>
            </a:solidFill>
            <a:miter lim="800000"/>
            <a:headEnd type="none" w="sm" len="sm"/>
            <a:tailEnd/>
          </a:ln>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161805" name="Text Box 28"/>
          <p:cNvSpPr txBox="1">
            <a:spLocks noChangeArrowheads="1"/>
          </p:cNvSpPr>
          <p:nvPr/>
        </p:nvSpPr>
        <p:spPr bwMode="auto">
          <a:xfrm>
            <a:off x="2235202" y="1536348"/>
            <a:ext cx="2361544" cy="630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50000"/>
              </a:spcBef>
              <a:spcAft>
                <a:spcPct val="0"/>
              </a:spcAft>
              <a:buClr>
                <a:srgbClr val="FF9933"/>
              </a:buClr>
              <a:buFont typeface="Wingdings" panose="05000000000000000000" pitchFamily="2" charset="2"/>
              <a:buNone/>
            </a:pPr>
            <a:r>
              <a:rPr lang="en-US" altLang="en-US" sz="1400">
                <a:solidFill>
                  <a:prstClr val="black"/>
                </a:solidFill>
                <a:latin typeface="Helvetica" panose="020B0604020202020204" pitchFamily="34" charset="0"/>
              </a:rPr>
              <a:t>username: pix</a:t>
            </a:r>
          </a:p>
          <a:p>
            <a:pPr fontAlgn="base">
              <a:spcBef>
                <a:spcPct val="50000"/>
              </a:spcBef>
              <a:spcAft>
                <a:spcPct val="0"/>
              </a:spcAft>
              <a:buClr>
                <a:srgbClr val="FF9933"/>
              </a:buClr>
              <a:buFont typeface="Wingdings" panose="05000000000000000000" pitchFamily="2" charset="2"/>
              <a:buNone/>
            </a:pPr>
            <a:r>
              <a:rPr lang="en-US" altLang="en-US" sz="1400">
                <a:solidFill>
                  <a:prstClr val="black"/>
                </a:solidFill>
                <a:latin typeface="Helvetica" panose="020B0604020202020204" pitchFamily="34" charset="0"/>
              </a:rPr>
              <a:t>password:	 telnetpassword</a:t>
            </a:r>
            <a:endParaRPr lang="en-US" altLang="en-US" sz="1000">
              <a:solidFill>
                <a:prstClr val="black"/>
              </a:solidFill>
              <a:latin typeface="Helvetica" panose="020B0604020202020204" pitchFamily="34" charset="0"/>
            </a:endParaRPr>
          </a:p>
        </p:txBody>
      </p:sp>
      <p:pic>
        <p:nvPicPr>
          <p:cNvPr id="161806" name="Picture 339" descr="File-Application_Serve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232900" y="2936876"/>
            <a:ext cx="400051"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1807" name="Group 342"/>
          <p:cNvGrpSpPr>
            <a:grpSpLocks/>
          </p:cNvGrpSpPr>
          <p:nvPr/>
        </p:nvGrpSpPr>
        <p:grpSpPr bwMode="auto">
          <a:xfrm>
            <a:off x="4916490" y="2343149"/>
            <a:ext cx="1335087" cy="679451"/>
            <a:chOff x="400" y="1552"/>
            <a:chExt cx="1070" cy="545"/>
          </a:xfrm>
        </p:grpSpPr>
        <p:pic>
          <p:nvPicPr>
            <p:cNvPr id="161812" name="Picture 343" descr="Network_Cloud_Standard"/>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00" y="1552"/>
              <a:ext cx="1070" cy="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1813" name="Rectangle 344"/>
            <p:cNvSpPr>
              <a:spLocks noChangeArrowheads="1"/>
            </p:cNvSpPr>
            <p:nvPr/>
          </p:nvSpPr>
          <p:spPr bwMode="auto">
            <a:xfrm>
              <a:off x="635" y="1724"/>
              <a:ext cx="567"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Internet</a:t>
              </a:r>
            </a:p>
          </p:txBody>
        </p:sp>
      </p:grpSp>
      <p:pic>
        <p:nvPicPr>
          <p:cNvPr id="161808" name="Picture 345" descr="PC"/>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178926" y="2146301"/>
            <a:ext cx="519113"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1809" name="Line 309"/>
          <p:cNvSpPr>
            <a:spLocks noChangeShapeType="1"/>
          </p:cNvSpPr>
          <p:nvPr/>
        </p:nvSpPr>
        <p:spPr bwMode="auto">
          <a:xfrm>
            <a:off x="3213100" y="2578100"/>
            <a:ext cx="4622800" cy="0"/>
          </a:xfrm>
          <a:prstGeom prst="line">
            <a:avLst/>
          </a:prstGeom>
          <a:noFill/>
          <a:ln w="28575">
            <a:solidFill>
              <a:schemeClr val="tx1"/>
            </a:solidFill>
            <a:prstDash val="sysDot"/>
            <a:round/>
            <a:headEnd type="none" w="sm" len="sm"/>
            <a:tailEnd type="triangle" w="med" len="med"/>
          </a:ln>
          <a:extLst>
            <a:ext uri="{909E8E84-426E-40DD-AFC4-6F175D3DCCD1}">
              <a14:hiddenFill xmlns:a14="http://schemas.microsoft.com/office/drawing/2010/main">
                <a:noFill/>
              </a14:hiddenFill>
            </a:ext>
          </a:extLst>
        </p:spPr>
        <p:txBody>
          <a:bodyPr lIns="73025" tIns="36512" rIns="73025" bIns="36512"/>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61810" name="Rectangle 348"/>
          <p:cNvSpPr>
            <a:spLocks noGrp="1" noChangeArrowheads="1"/>
          </p:cNvSpPr>
          <p:nvPr>
            <p:ph type="title"/>
          </p:nvPr>
        </p:nvSpPr>
        <p:spPr>
          <a:xfrm>
            <a:off x="0" y="244160"/>
            <a:ext cx="10515600" cy="515249"/>
          </a:xfrm>
        </p:spPr>
        <p:txBody>
          <a:bodyPr/>
          <a:lstStyle/>
          <a:p>
            <a:pPr eaLnBrk="1" hangingPunct="1"/>
            <a:r>
              <a:rPr lang="en-US" altLang="en-US" sz="3733" dirty="0">
                <a:latin typeface="Arial" panose="020B0604020202020204" pitchFamily="34" charset="0"/>
                <a:cs typeface="Arial" panose="020B0604020202020204" pitchFamily="34" charset="0"/>
              </a:rPr>
              <a:t>Connecting to the Security Appliance with an SSH Client</a:t>
            </a:r>
          </a:p>
        </p:txBody>
      </p:sp>
      <p:pic>
        <p:nvPicPr>
          <p:cNvPr id="161811" name="Picture 349" descr="Cisco_ASA5500"/>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837490" y="2479675"/>
            <a:ext cx="420687" cy="5524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634030115"/>
      </p:ext>
    </p:extLst>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p:cNvSpPr>
            <a:spLocks noChangeArrowheads="1"/>
          </p:cNvSpPr>
          <p:nvPr/>
        </p:nvSpPr>
        <p:spPr bwMode="auto">
          <a:xfrm>
            <a:off x="0" y="0"/>
            <a:ext cx="12192000" cy="6858000"/>
          </a:xfrm>
          <a:prstGeom prst="rect">
            <a:avLst/>
          </a:prstGeom>
          <a:solidFill>
            <a:srgbClr val="015F85"/>
          </a:solidFill>
          <a:ln>
            <a:noFill/>
          </a:ln>
          <a:extLst>
            <a:ext uri="{91240B29-F687-4F45-9708-019B960494DF}">
              <a14:hiddenLine xmlns:a14="http://schemas.microsoft.com/office/drawing/2010/main" w="25400"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Char char="v"/>
            </a:pPr>
            <a:endParaRPr lang="en-US" altLang="en-US">
              <a:solidFill>
                <a:prstClr val="black"/>
              </a:solidFill>
            </a:endParaRPr>
          </a:p>
        </p:txBody>
      </p:sp>
      <p:sp>
        <p:nvSpPr>
          <p:cNvPr id="163843" name="Text Box 3"/>
          <p:cNvSpPr txBox="1">
            <a:spLocks noChangeArrowheads="1"/>
          </p:cNvSpPr>
          <p:nvPr/>
        </p:nvSpPr>
        <p:spPr bwMode="auto">
          <a:xfrm>
            <a:off x="2336800" y="2587626"/>
            <a:ext cx="3546475" cy="84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lIns="82124" tIns="41061" rIns="82124" bIns="41061" anchor="ctr"/>
          <a:lstStyle>
            <a:lvl1pPr defTabSz="814388">
              <a:defRPr>
                <a:solidFill>
                  <a:schemeClr val="tx1"/>
                </a:solidFill>
                <a:latin typeface="Arial" panose="020B0604020202020204" pitchFamily="34" charset="0"/>
                <a:cs typeface="Arial" panose="020B0604020202020204" pitchFamily="34" charset="0"/>
              </a:defRPr>
            </a:lvl1pPr>
            <a:lvl2pPr marL="742950" indent="-28575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5B9BD5"/>
              </a:buClr>
              <a:buFont typeface="Arial" panose="020B0604020202020204" pitchFamily="34" charset="0"/>
              <a:buNone/>
            </a:pPr>
            <a:r>
              <a:rPr lang="en-US" altLang="en-US" sz="5867" dirty="0">
                <a:solidFill>
                  <a:prstClr val="white"/>
                </a:solidFill>
              </a:rPr>
              <a:t>Managing Configurations</a:t>
            </a:r>
          </a:p>
        </p:txBody>
      </p:sp>
    </p:spTree>
    <p:extLst>
      <p:ext uri="{BB962C8B-B14F-4D97-AF65-F5344CB8AC3E}">
        <p14:creationId xmlns:p14="http://schemas.microsoft.com/office/powerpoint/2010/main" val="374378468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132"/>
          <p:cNvSpPr>
            <a:spLocks noGrp="1" noChangeArrowheads="1"/>
          </p:cNvSpPr>
          <p:nvPr>
            <p:ph type="title"/>
          </p:nvPr>
        </p:nvSpPr>
        <p:spPr>
          <a:xfrm>
            <a:off x="4385" y="13898"/>
            <a:ext cx="10515600" cy="608820"/>
          </a:xfrm>
        </p:spPr>
        <p:txBody>
          <a:bodyPr/>
          <a:lstStyle/>
          <a:p>
            <a:pPr eaLnBrk="1" hangingPunct="1"/>
            <a:r>
              <a:rPr lang="en-US" altLang="en-US" sz="3733" dirty="0">
                <a:latin typeface="Arial" panose="020B0604020202020204" pitchFamily="34" charset="0"/>
                <a:cs typeface="Arial" panose="020B0604020202020204" pitchFamily="34" charset="0"/>
              </a:rPr>
              <a:t>Viewing Directory Contents</a:t>
            </a:r>
          </a:p>
        </p:txBody>
      </p:sp>
      <p:sp>
        <p:nvSpPr>
          <p:cNvPr id="164867" name="Rectangle 134"/>
          <p:cNvSpPr>
            <a:spLocks noChangeArrowheads="1"/>
          </p:cNvSpPr>
          <p:nvPr/>
        </p:nvSpPr>
        <p:spPr bwMode="auto">
          <a:xfrm>
            <a:off x="2011365" y="3570288"/>
            <a:ext cx="7608887" cy="316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82124" tIns="41061" rIns="82124" bIns="41061">
            <a:spAutoFit/>
          </a:bodyPr>
          <a:lstStyle>
            <a:lvl1pPr marL="342900" indent="-342900" defTabSz="814388">
              <a:defRPr>
                <a:solidFill>
                  <a:schemeClr val="tx1"/>
                </a:solidFill>
                <a:latin typeface="Arial" panose="020B0604020202020204" pitchFamily="34" charset="0"/>
                <a:cs typeface="Arial" panose="020B0604020202020204" pitchFamily="34" charset="0"/>
              </a:defRPr>
            </a:lvl1pPr>
            <a:lvl2pPr marL="342900" indent="-22860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fontAlgn="base">
              <a:lnSpc>
                <a:spcPct val="95000"/>
              </a:lnSpc>
              <a:spcBef>
                <a:spcPct val="35000"/>
              </a:spcBef>
              <a:spcAft>
                <a:spcPct val="0"/>
              </a:spcAft>
              <a:buClr>
                <a:srgbClr val="0183B7"/>
              </a:buClr>
              <a:buFont typeface="Wingdings" panose="05000000000000000000" pitchFamily="2" charset="2"/>
              <a:buNone/>
            </a:pPr>
            <a:r>
              <a:rPr lang="en-US" altLang="en-US" sz="1600">
                <a:solidFill>
                  <a:srgbClr val="000000"/>
                </a:solidFill>
              </a:rPr>
              <a:t>Displays the directory contents</a:t>
            </a:r>
          </a:p>
        </p:txBody>
      </p:sp>
      <p:sp>
        <p:nvSpPr>
          <p:cNvPr id="164868" name="Text Box 135"/>
          <p:cNvSpPr txBox="1">
            <a:spLocks noChangeArrowheads="1"/>
          </p:cNvSpPr>
          <p:nvPr/>
        </p:nvSpPr>
        <p:spPr bwMode="auto">
          <a:xfrm>
            <a:off x="2011363" y="2942324"/>
            <a:ext cx="8005763" cy="646331"/>
          </a:xfrm>
          <a:prstGeom prst="rect">
            <a:avLst/>
          </a:prstGeom>
          <a:solidFill>
            <a:schemeClr val="bg1"/>
          </a:solidFill>
          <a:ln w="25400">
            <a:solidFill>
              <a:schemeClr val="tx1"/>
            </a:solidFill>
            <a:miter lim="800000"/>
            <a:headEnd type="none" w="sm" len="sm"/>
            <a:tailEnd type="none" w="sm" len="sm"/>
          </a:ln>
        </p:spPr>
        <p:txBody>
          <a:bodyPr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50000"/>
              </a:spcBef>
              <a:spcAft>
                <a:spcPct val="0"/>
              </a:spcAft>
              <a:buClr>
                <a:srgbClr val="FF9933"/>
              </a:buClr>
              <a:buFont typeface="Wingdings" panose="05000000000000000000" pitchFamily="2" charset="2"/>
              <a:buNone/>
            </a:pPr>
            <a:r>
              <a:rPr lang="en-US" altLang="en-US">
                <a:solidFill>
                  <a:prstClr val="black"/>
                </a:solidFill>
                <a:latin typeface="Courier New" panose="02070309020205020404" pitchFamily="49" charset="0"/>
              </a:rPr>
              <a:t>dir [/all] [/recursive] [all-filesystems | [disk0: | disk1: | flash: | system:] </a:t>
            </a:r>
            <a:r>
              <a:rPr lang="en-US" altLang="en-US" i="1">
                <a:solidFill>
                  <a:prstClr val="black"/>
                </a:solidFill>
                <a:latin typeface="Courier New" panose="02070309020205020404" pitchFamily="49" charset="0"/>
              </a:rPr>
              <a:t>path</a:t>
            </a:r>
            <a:r>
              <a:rPr lang="en-US" altLang="en-US">
                <a:solidFill>
                  <a:prstClr val="black"/>
                </a:solidFill>
                <a:latin typeface="Courier New" panose="02070309020205020404" pitchFamily="49" charset="0"/>
              </a:rPr>
              <a:t>]</a:t>
            </a:r>
          </a:p>
        </p:txBody>
      </p:sp>
      <p:sp>
        <p:nvSpPr>
          <p:cNvPr id="164869" name="Text Box 136"/>
          <p:cNvSpPr txBox="1">
            <a:spLocks noChangeArrowheads="1"/>
          </p:cNvSpPr>
          <p:nvPr/>
        </p:nvSpPr>
        <p:spPr bwMode="auto">
          <a:xfrm>
            <a:off x="2011363" y="2619961"/>
            <a:ext cx="194151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ciscoasa#</a:t>
            </a:r>
          </a:p>
        </p:txBody>
      </p:sp>
      <p:sp>
        <p:nvSpPr>
          <p:cNvPr id="164870" name="Text Box 137"/>
          <p:cNvSpPr txBox="1">
            <a:spLocks noChangeArrowheads="1"/>
          </p:cNvSpPr>
          <p:nvPr/>
        </p:nvSpPr>
        <p:spPr bwMode="auto">
          <a:xfrm>
            <a:off x="2011363" y="3998913"/>
            <a:ext cx="8031163" cy="1618905"/>
          </a:xfrm>
          <a:prstGeom prst="rect">
            <a:avLst/>
          </a:prstGeom>
          <a:solidFill>
            <a:schemeClr val="bg1"/>
          </a:solidFill>
          <a:ln w="25400">
            <a:solidFill>
              <a:schemeClr val="tx1"/>
            </a:solidFill>
            <a:miter lim="800000"/>
            <a:headEnd type="none" w="sm" len="sm"/>
            <a:tailEnd type="none" w="sm" len="sm"/>
          </a:ln>
        </p:spPr>
        <p:txBody>
          <a:bodyPr bIns="0">
            <a:spAutoFit/>
          </a:bodyPr>
          <a:lstStyle>
            <a:lvl1pPr marL="238125" indent="-238125">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80000"/>
              </a:lnSpc>
              <a:spcBef>
                <a:spcPct val="50000"/>
              </a:spcBef>
              <a:spcAft>
                <a:spcPct val="0"/>
              </a:spcAft>
              <a:buClr>
                <a:srgbClr val="FF9933"/>
              </a:buClr>
              <a:buFont typeface="Wingdings" panose="05000000000000000000" pitchFamily="2" charset="2"/>
              <a:buNone/>
            </a:pPr>
            <a:r>
              <a:rPr lang="en-US" altLang="en-US" sz="1400">
                <a:solidFill>
                  <a:prstClr val="black"/>
                </a:solidFill>
                <a:latin typeface="Courier New" panose="02070309020205020404" pitchFamily="49" charset="0"/>
                <a:cs typeface="Times New Roman" panose="02020603050405020304" pitchFamily="18" charset="0"/>
              </a:rPr>
              <a:t>asa1# dir</a:t>
            </a:r>
          </a:p>
          <a:p>
            <a:pPr fontAlgn="base">
              <a:lnSpc>
                <a:spcPct val="80000"/>
              </a:lnSpc>
              <a:spcBef>
                <a:spcPct val="50000"/>
              </a:spcBef>
              <a:spcAft>
                <a:spcPct val="0"/>
              </a:spcAft>
              <a:buClr>
                <a:srgbClr val="FF9933"/>
              </a:buClr>
              <a:buFont typeface="Wingdings" panose="05000000000000000000" pitchFamily="2" charset="2"/>
              <a:buNone/>
            </a:pPr>
            <a:r>
              <a:rPr lang="en-US" altLang="en-US" sz="1400">
                <a:solidFill>
                  <a:prstClr val="black"/>
                </a:solidFill>
                <a:latin typeface="Courier New" panose="02070309020205020404" pitchFamily="49" charset="0"/>
                <a:cs typeface="Times New Roman" panose="02020603050405020304" pitchFamily="18" charset="0"/>
              </a:rPr>
              <a:t>Directory of disk0:/</a:t>
            </a:r>
          </a:p>
          <a:p>
            <a:pPr fontAlgn="base">
              <a:lnSpc>
                <a:spcPct val="80000"/>
              </a:lnSpc>
              <a:spcBef>
                <a:spcPct val="50000"/>
              </a:spcBef>
              <a:spcAft>
                <a:spcPct val="0"/>
              </a:spcAft>
              <a:buClr>
                <a:srgbClr val="FF9933"/>
              </a:buClr>
              <a:buFont typeface="Wingdings" panose="05000000000000000000" pitchFamily="2" charset="2"/>
              <a:buNone/>
            </a:pPr>
            <a:r>
              <a:rPr lang="en-US" altLang="en-US" sz="1400">
                <a:solidFill>
                  <a:prstClr val="black"/>
                </a:solidFill>
                <a:latin typeface="Courier New" panose="02070309020205020404" pitchFamily="49" charset="0"/>
                <a:cs typeface="Times New Roman" panose="02020603050405020304" pitchFamily="18" charset="0"/>
              </a:rPr>
              <a:t>4346 -rw- 8202240 15:01:10 Oct 19 2006  asa721-k8.bin</a:t>
            </a:r>
          </a:p>
          <a:p>
            <a:pPr fontAlgn="base">
              <a:lnSpc>
                <a:spcPct val="80000"/>
              </a:lnSpc>
              <a:spcBef>
                <a:spcPct val="50000"/>
              </a:spcBef>
              <a:spcAft>
                <a:spcPct val="0"/>
              </a:spcAft>
              <a:buClr>
                <a:srgbClr val="FF9933"/>
              </a:buClr>
              <a:buFont typeface="Wingdings" panose="05000000000000000000" pitchFamily="2" charset="2"/>
              <a:buNone/>
            </a:pPr>
            <a:r>
              <a:rPr lang="en-US" altLang="en-US" sz="1400">
                <a:solidFill>
                  <a:prstClr val="black"/>
                </a:solidFill>
                <a:latin typeface="Courier New" panose="02070309020205020404" pitchFamily="49" charset="0"/>
                <a:cs typeface="Times New Roman" panose="02020603050405020304" pitchFamily="18" charset="0"/>
              </a:rPr>
              <a:t>6349 -rw- 5539756 15:30:39 Oct 19 2006  asdm521.bin</a:t>
            </a:r>
          </a:p>
          <a:p>
            <a:pPr fontAlgn="base">
              <a:lnSpc>
                <a:spcPct val="80000"/>
              </a:lnSpc>
              <a:spcBef>
                <a:spcPct val="50000"/>
              </a:spcBef>
              <a:spcAft>
                <a:spcPct val="0"/>
              </a:spcAft>
              <a:buClr>
                <a:srgbClr val="FF9933"/>
              </a:buClr>
              <a:buFont typeface="Wingdings" panose="05000000000000000000" pitchFamily="2" charset="2"/>
              <a:buNone/>
            </a:pPr>
            <a:r>
              <a:rPr lang="en-US" altLang="en-US" sz="1400">
                <a:solidFill>
                  <a:prstClr val="black"/>
                </a:solidFill>
                <a:latin typeface="Courier New" panose="02070309020205020404" pitchFamily="49" charset="0"/>
                <a:cs typeface="Times New Roman" panose="02020603050405020304" pitchFamily="18" charset="0"/>
              </a:rPr>
              <a:t>7705 -rw- 3334    07:03:57 Oct 22 2006  old_running.cfg</a:t>
            </a:r>
          </a:p>
          <a:p>
            <a:pPr fontAlgn="base">
              <a:lnSpc>
                <a:spcPct val="80000"/>
              </a:lnSpc>
              <a:spcBef>
                <a:spcPct val="50000"/>
              </a:spcBef>
              <a:spcAft>
                <a:spcPct val="0"/>
              </a:spcAft>
              <a:buClr>
                <a:srgbClr val="FF9933"/>
              </a:buClr>
              <a:buFont typeface="Wingdings" panose="05000000000000000000" pitchFamily="2" charset="2"/>
              <a:buNone/>
            </a:pPr>
            <a:r>
              <a:rPr lang="en-US" altLang="en-US" sz="1400">
                <a:solidFill>
                  <a:prstClr val="black"/>
                </a:solidFill>
                <a:latin typeface="Courier New" panose="02070309020205020404" pitchFamily="49" charset="0"/>
                <a:cs typeface="Times New Roman" panose="02020603050405020304" pitchFamily="18" charset="0"/>
              </a:rPr>
              <a:t>62947328 bytes total (29495296 bytes free)</a:t>
            </a:r>
          </a:p>
        </p:txBody>
      </p:sp>
      <p:sp>
        <p:nvSpPr>
          <p:cNvPr id="164871" name="Line 139"/>
          <p:cNvSpPr>
            <a:spLocks noChangeShapeType="1"/>
          </p:cNvSpPr>
          <p:nvPr/>
        </p:nvSpPr>
        <p:spPr bwMode="auto">
          <a:xfrm>
            <a:off x="2747965" y="2079625"/>
            <a:ext cx="5235575" cy="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lIns="82124" tIns="41061" rIns="82124" bIns="41061"/>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64872" name="Text Box 140"/>
          <p:cNvSpPr txBox="1">
            <a:spLocks noChangeArrowheads="1"/>
          </p:cNvSpPr>
          <p:nvPr/>
        </p:nvSpPr>
        <p:spPr bwMode="auto">
          <a:xfrm>
            <a:off x="8905877" y="2266951"/>
            <a:ext cx="889667" cy="319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10.0.0.3</a:t>
            </a:r>
          </a:p>
        </p:txBody>
      </p:sp>
      <p:sp>
        <p:nvSpPr>
          <p:cNvPr id="164873" name="Line 141"/>
          <p:cNvSpPr>
            <a:spLocks noChangeShapeType="1"/>
          </p:cNvSpPr>
          <p:nvPr/>
        </p:nvSpPr>
        <p:spPr bwMode="auto">
          <a:xfrm flipH="1">
            <a:off x="7948613" y="1527177"/>
            <a:ext cx="0" cy="1185863"/>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64874" name="Line 142"/>
          <p:cNvSpPr>
            <a:spLocks noChangeShapeType="1"/>
          </p:cNvSpPr>
          <p:nvPr/>
        </p:nvSpPr>
        <p:spPr bwMode="auto">
          <a:xfrm>
            <a:off x="7947026" y="1697039"/>
            <a:ext cx="696913"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64875" name="Line 143"/>
          <p:cNvSpPr>
            <a:spLocks noChangeShapeType="1"/>
          </p:cNvSpPr>
          <p:nvPr/>
        </p:nvSpPr>
        <p:spPr bwMode="auto">
          <a:xfrm>
            <a:off x="7947026" y="2446339"/>
            <a:ext cx="696913"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64876" name="Text Box 144"/>
          <p:cNvSpPr txBox="1">
            <a:spLocks noChangeArrowheads="1"/>
          </p:cNvSpPr>
          <p:nvPr/>
        </p:nvSpPr>
        <p:spPr bwMode="auto">
          <a:xfrm>
            <a:off x="8931275" y="1517651"/>
            <a:ext cx="988219" cy="319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10.0.0.11</a:t>
            </a:r>
          </a:p>
        </p:txBody>
      </p:sp>
      <p:sp>
        <p:nvSpPr>
          <p:cNvPr id="164877" name="Text Box 145"/>
          <p:cNvSpPr txBox="1">
            <a:spLocks noChangeArrowheads="1"/>
          </p:cNvSpPr>
          <p:nvPr/>
        </p:nvSpPr>
        <p:spPr bwMode="auto">
          <a:xfrm>
            <a:off x="5743576" y="2165351"/>
            <a:ext cx="1231106" cy="319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192.168.0.0</a:t>
            </a:r>
          </a:p>
        </p:txBody>
      </p:sp>
      <p:sp>
        <p:nvSpPr>
          <p:cNvPr id="164878" name="Line 146"/>
          <p:cNvSpPr>
            <a:spLocks noChangeShapeType="1"/>
          </p:cNvSpPr>
          <p:nvPr/>
        </p:nvSpPr>
        <p:spPr bwMode="auto">
          <a:xfrm flipH="1">
            <a:off x="7480301" y="1638301"/>
            <a:ext cx="1054100" cy="31750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lIns="73025" tIns="36512" rIns="73025" bIns="36512"/>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64879" name="Text Box 147"/>
          <p:cNvSpPr txBox="1">
            <a:spLocks noChangeArrowheads="1"/>
          </p:cNvSpPr>
          <p:nvPr/>
        </p:nvSpPr>
        <p:spPr bwMode="auto">
          <a:xfrm>
            <a:off x="7738837" y="1631951"/>
            <a:ext cx="375103" cy="31995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dir</a:t>
            </a:r>
          </a:p>
        </p:txBody>
      </p:sp>
      <p:pic>
        <p:nvPicPr>
          <p:cNvPr id="164880" name="Picture 148" descr="File-Application_Serve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93126" y="2165349"/>
            <a:ext cx="384175" cy="5524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4881" name="Picture 149" descr="Route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187951" y="1851025"/>
            <a:ext cx="585788"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4882" name="Group 151"/>
          <p:cNvGrpSpPr>
            <a:grpSpLocks/>
          </p:cNvGrpSpPr>
          <p:nvPr/>
        </p:nvGrpSpPr>
        <p:grpSpPr bwMode="auto">
          <a:xfrm>
            <a:off x="3551239" y="1711325"/>
            <a:ext cx="1306512" cy="665163"/>
            <a:chOff x="400" y="1552"/>
            <a:chExt cx="1070" cy="545"/>
          </a:xfrm>
        </p:grpSpPr>
        <p:pic>
          <p:nvPicPr>
            <p:cNvPr id="164888" name="Picture 152" descr="Network_Cloud_Standard"/>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00" y="1552"/>
              <a:ext cx="1070" cy="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4889" name="Rectangle 153"/>
            <p:cNvSpPr>
              <a:spLocks noChangeArrowheads="1"/>
            </p:cNvSpPr>
            <p:nvPr/>
          </p:nvSpPr>
          <p:spPr bwMode="auto">
            <a:xfrm>
              <a:off x="635" y="1724"/>
              <a:ext cx="579"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Internet</a:t>
              </a:r>
            </a:p>
          </p:txBody>
        </p:sp>
      </p:grpSp>
      <p:pic>
        <p:nvPicPr>
          <p:cNvPr id="164883" name="Picture 154" descr="PC"/>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582864" y="1812925"/>
            <a:ext cx="484187"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4884" name="Picture 155" descr="PC"/>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455026" y="1470025"/>
            <a:ext cx="484188"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4885" name="Rectangle 156"/>
          <p:cNvSpPr>
            <a:spLocks noChangeArrowheads="1"/>
          </p:cNvSpPr>
          <p:nvPr/>
        </p:nvSpPr>
        <p:spPr bwMode="auto">
          <a:xfrm>
            <a:off x="1952626" y="5715001"/>
            <a:ext cx="8126413" cy="346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124" tIns="41061" rIns="82124" bIns="41061">
            <a:spAutoFit/>
          </a:bodyPr>
          <a:lstStyle>
            <a:lvl1pPr defTabSz="814388">
              <a:defRPr>
                <a:solidFill>
                  <a:schemeClr val="tx1"/>
                </a:solidFill>
                <a:latin typeface="Arial" panose="020B0604020202020204" pitchFamily="34" charset="0"/>
                <a:cs typeface="Arial" panose="020B0604020202020204" pitchFamily="34" charset="0"/>
              </a:defRPr>
            </a:lvl1pPr>
            <a:lvl2pPr marL="742950" indent="-28575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5000"/>
              </a:lnSpc>
              <a:spcBef>
                <a:spcPct val="35000"/>
              </a:spcBef>
              <a:spcAft>
                <a:spcPct val="0"/>
              </a:spcAft>
              <a:buClr>
                <a:srgbClr val="5B9BD5"/>
              </a:buClr>
              <a:buFont typeface="Wingdings" panose="05000000000000000000" pitchFamily="2" charset="2"/>
              <a:buNone/>
            </a:pPr>
            <a:r>
              <a:rPr lang="en-US" altLang="en-US">
                <a:solidFill>
                  <a:srgbClr val="008BC2"/>
                </a:solidFill>
              </a:rPr>
              <a:t>You can use the pwd command to display the current working directory.</a:t>
            </a:r>
          </a:p>
        </p:txBody>
      </p:sp>
      <p:pic>
        <p:nvPicPr>
          <p:cNvPr id="164886" name="Picture 157" descr="Cisco_ASA5500"/>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059614" y="1878014"/>
            <a:ext cx="401637" cy="52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4887" name="Picture 158" descr="Route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187951" y="1851025"/>
            <a:ext cx="585788"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73843166"/>
      </p:ext>
    </p:extLst>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138"/>
          <p:cNvSpPr>
            <a:spLocks noGrp="1" noChangeArrowheads="1"/>
          </p:cNvSpPr>
          <p:nvPr>
            <p:ph type="title"/>
          </p:nvPr>
        </p:nvSpPr>
        <p:spPr>
          <a:xfrm>
            <a:off x="0" y="4516"/>
            <a:ext cx="10515600" cy="670689"/>
          </a:xfrm>
        </p:spPr>
        <p:txBody>
          <a:bodyPr/>
          <a:lstStyle/>
          <a:p>
            <a:pPr eaLnBrk="1" hangingPunct="1"/>
            <a:r>
              <a:rPr lang="en-US" altLang="en-US" sz="3733" dirty="0">
                <a:latin typeface="Arial" panose="020B0604020202020204" pitchFamily="34" charset="0"/>
                <a:cs typeface="Arial" panose="020B0604020202020204" pitchFamily="34" charset="0"/>
              </a:rPr>
              <a:t>Copying Files</a:t>
            </a:r>
          </a:p>
        </p:txBody>
      </p:sp>
      <p:sp>
        <p:nvSpPr>
          <p:cNvPr id="166915" name="Rectangle 140"/>
          <p:cNvSpPr>
            <a:spLocks noChangeArrowheads="1"/>
          </p:cNvSpPr>
          <p:nvPr/>
        </p:nvSpPr>
        <p:spPr bwMode="auto">
          <a:xfrm>
            <a:off x="2109790" y="4454526"/>
            <a:ext cx="7608887" cy="316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82124" tIns="41061" rIns="82124" bIns="41061">
            <a:spAutoFit/>
          </a:bodyPr>
          <a:lstStyle>
            <a:lvl1pPr marL="342900" indent="-342900" defTabSz="814388">
              <a:defRPr>
                <a:solidFill>
                  <a:schemeClr val="tx1"/>
                </a:solidFill>
                <a:latin typeface="Arial" panose="020B0604020202020204" pitchFamily="34" charset="0"/>
                <a:cs typeface="Arial" panose="020B0604020202020204" pitchFamily="34" charset="0"/>
              </a:defRPr>
            </a:lvl1pPr>
            <a:lvl2pPr marL="342900" indent="-22860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fontAlgn="base">
              <a:lnSpc>
                <a:spcPct val="95000"/>
              </a:lnSpc>
              <a:spcBef>
                <a:spcPct val="35000"/>
              </a:spcBef>
              <a:spcAft>
                <a:spcPct val="0"/>
              </a:spcAft>
              <a:buClr>
                <a:srgbClr val="0183B7"/>
              </a:buClr>
              <a:buFont typeface="Wingdings" panose="05000000000000000000" pitchFamily="2" charset="2"/>
              <a:buNone/>
            </a:pPr>
            <a:r>
              <a:rPr lang="en-US" altLang="en-US" sz="1600">
                <a:solidFill>
                  <a:srgbClr val="000000"/>
                </a:solidFill>
              </a:rPr>
              <a:t>Copies a file from one location to another</a:t>
            </a:r>
          </a:p>
        </p:txBody>
      </p:sp>
      <p:sp>
        <p:nvSpPr>
          <p:cNvPr id="166916" name="Text Box 141"/>
          <p:cNvSpPr txBox="1">
            <a:spLocks noChangeArrowheads="1"/>
          </p:cNvSpPr>
          <p:nvPr/>
        </p:nvSpPr>
        <p:spPr bwMode="auto">
          <a:xfrm>
            <a:off x="2109789" y="3808224"/>
            <a:ext cx="7900987" cy="590931"/>
          </a:xfrm>
          <a:prstGeom prst="rect">
            <a:avLst/>
          </a:prstGeom>
          <a:solidFill>
            <a:schemeClr val="bg1"/>
          </a:solidFill>
          <a:ln w="25400">
            <a:solidFill>
              <a:schemeClr val="tx1"/>
            </a:solidFill>
            <a:miter lim="800000"/>
            <a:headEnd type="none" w="sm" len="sm"/>
            <a:tailEnd type="none" w="sm" len="sm"/>
          </a:ln>
        </p:spPr>
        <p:txBody>
          <a:bodyPr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r>
              <a:rPr lang="en-US" altLang="en-US">
                <a:solidFill>
                  <a:prstClr val="black"/>
                </a:solidFill>
                <a:latin typeface="Courier New" panose="02070309020205020404" pitchFamily="49" charset="0"/>
              </a:rPr>
              <a:t>copy [/noconfirm | /pcap] {</a:t>
            </a:r>
            <a:r>
              <a:rPr lang="en-US" altLang="en-US" i="1">
                <a:solidFill>
                  <a:prstClr val="black"/>
                </a:solidFill>
                <a:latin typeface="Courier New" panose="02070309020205020404" pitchFamily="49" charset="0"/>
              </a:rPr>
              <a:t>url </a:t>
            </a:r>
            <a:r>
              <a:rPr lang="en-US" altLang="en-US">
                <a:solidFill>
                  <a:prstClr val="black"/>
                </a:solidFill>
                <a:latin typeface="Courier New" panose="02070309020205020404" pitchFamily="49" charset="0"/>
              </a:rPr>
              <a:t>| running-config | startup-config} {running-config | startup-config | </a:t>
            </a:r>
            <a:r>
              <a:rPr lang="en-US" altLang="en-US" i="1">
                <a:solidFill>
                  <a:prstClr val="black"/>
                </a:solidFill>
                <a:latin typeface="Courier New" panose="02070309020205020404" pitchFamily="49" charset="0"/>
              </a:rPr>
              <a:t>url</a:t>
            </a:r>
            <a:r>
              <a:rPr lang="en-US" altLang="en-US">
                <a:solidFill>
                  <a:prstClr val="black"/>
                </a:solidFill>
                <a:latin typeface="Courier New" panose="02070309020205020404" pitchFamily="49" charset="0"/>
              </a:rPr>
              <a:t>} </a:t>
            </a:r>
          </a:p>
        </p:txBody>
      </p:sp>
      <p:sp>
        <p:nvSpPr>
          <p:cNvPr id="166917" name="Text Box 142"/>
          <p:cNvSpPr txBox="1">
            <a:spLocks noChangeArrowheads="1"/>
          </p:cNvSpPr>
          <p:nvPr/>
        </p:nvSpPr>
        <p:spPr bwMode="auto">
          <a:xfrm>
            <a:off x="2109789" y="3456573"/>
            <a:ext cx="190182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ciscoasa#</a:t>
            </a:r>
          </a:p>
        </p:txBody>
      </p:sp>
      <p:sp>
        <p:nvSpPr>
          <p:cNvPr id="166918" name="Text Box 143"/>
          <p:cNvSpPr txBox="1">
            <a:spLocks noChangeArrowheads="1"/>
          </p:cNvSpPr>
          <p:nvPr/>
        </p:nvSpPr>
        <p:spPr bwMode="auto">
          <a:xfrm>
            <a:off x="2024064" y="5214938"/>
            <a:ext cx="7900987" cy="267766"/>
          </a:xfrm>
          <a:prstGeom prst="rect">
            <a:avLst/>
          </a:prstGeom>
          <a:solidFill>
            <a:schemeClr val="bg1"/>
          </a:solidFill>
          <a:ln w="25400">
            <a:solidFill>
              <a:schemeClr val="tx1"/>
            </a:solidFill>
            <a:miter lim="800000"/>
            <a:headEnd type="none" w="sm" len="sm"/>
            <a:tailEnd type="none" w="sm" len="sm"/>
          </a:ln>
        </p:spPr>
        <p:txBody>
          <a:bodyPr bIns="0">
            <a:spAutoFit/>
          </a:bodyPr>
          <a:lstStyle>
            <a:lvl1pPr marL="238125" indent="-238125">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80000"/>
              </a:lnSpc>
              <a:spcBef>
                <a:spcPct val="50000"/>
              </a:spcBef>
              <a:spcAft>
                <a:spcPct val="0"/>
              </a:spcAft>
              <a:buClr>
                <a:srgbClr val="FF9933"/>
              </a:buClr>
              <a:buFont typeface="Wingdings" panose="05000000000000000000" pitchFamily="2" charset="2"/>
              <a:buNone/>
            </a:pPr>
            <a:r>
              <a:rPr lang="en-US" altLang="en-US">
                <a:solidFill>
                  <a:prstClr val="black"/>
                </a:solidFill>
                <a:latin typeface="Courier New" panose="02070309020205020404" pitchFamily="49" charset="0"/>
                <a:cs typeface="Times New Roman" panose="02020603050405020304" pitchFamily="18" charset="0"/>
              </a:rPr>
              <a:t>asa1# copy disk0:MYCONTEXT.cfg startup-config</a:t>
            </a:r>
          </a:p>
        </p:txBody>
      </p:sp>
      <p:sp>
        <p:nvSpPr>
          <p:cNvPr id="166919" name="Line 145"/>
          <p:cNvSpPr>
            <a:spLocks noChangeShapeType="1"/>
          </p:cNvSpPr>
          <p:nvPr/>
        </p:nvSpPr>
        <p:spPr bwMode="auto">
          <a:xfrm>
            <a:off x="2590802" y="2379663"/>
            <a:ext cx="5235575" cy="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lIns="82124" tIns="41061" rIns="82124" bIns="41061"/>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66920" name="Text Box 146"/>
          <p:cNvSpPr txBox="1">
            <a:spLocks noChangeArrowheads="1"/>
          </p:cNvSpPr>
          <p:nvPr/>
        </p:nvSpPr>
        <p:spPr bwMode="auto">
          <a:xfrm>
            <a:off x="8748714" y="2566989"/>
            <a:ext cx="889667" cy="319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10.0.0.3</a:t>
            </a:r>
          </a:p>
        </p:txBody>
      </p:sp>
      <p:sp>
        <p:nvSpPr>
          <p:cNvPr id="166921" name="Line 147"/>
          <p:cNvSpPr>
            <a:spLocks noChangeShapeType="1"/>
          </p:cNvSpPr>
          <p:nvPr/>
        </p:nvSpPr>
        <p:spPr bwMode="auto">
          <a:xfrm flipH="1">
            <a:off x="7791451" y="1827214"/>
            <a:ext cx="0" cy="1185863"/>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66922" name="Line 148"/>
          <p:cNvSpPr>
            <a:spLocks noChangeShapeType="1"/>
          </p:cNvSpPr>
          <p:nvPr/>
        </p:nvSpPr>
        <p:spPr bwMode="auto">
          <a:xfrm>
            <a:off x="7789863" y="1997075"/>
            <a:ext cx="696912"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66923" name="Line 149"/>
          <p:cNvSpPr>
            <a:spLocks noChangeShapeType="1"/>
          </p:cNvSpPr>
          <p:nvPr/>
        </p:nvSpPr>
        <p:spPr bwMode="auto">
          <a:xfrm>
            <a:off x="7789863" y="2746375"/>
            <a:ext cx="696912"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66924" name="Text Box 150"/>
          <p:cNvSpPr txBox="1">
            <a:spLocks noChangeArrowheads="1"/>
          </p:cNvSpPr>
          <p:nvPr/>
        </p:nvSpPr>
        <p:spPr bwMode="auto">
          <a:xfrm>
            <a:off x="8774114" y="1817689"/>
            <a:ext cx="988219" cy="319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10.0.0.11</a:t>
            </a:r>
          </a:p>
        </p:txBody>
      </p:sp>
      <p:sp>
        <p:nvSpPr>
          <p:cNvPr id="166925" name="Text Box 151"/>
          <p:cNvSpPr txBox="1">
            <a:spLocks noChangeArrowheads="1"/>
          </p:cNvSpPr>
          <p:nvPr/>
        </p:nvSpPr>
        <p:spPr bwMode="auto">
          <a:xfrm>
            <a:off x="5586414" y="2465389"/>
            <a:ext cx="1231106" cy="319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192.168.0.0</a:t>
            </a:r>
          </a:p>
        </p:txBody>
      </p:sp>
      <p:sp>
        <p:nvSpPr>
          <p:cNvPr id="166926" name="Line 152"/>
          <p:cNvSpPr>
            <a:spLocks noChangeShapeType="1"/>
          </p:cNvSpPr>
          <p:nvPr/>
        </p:nvSpPr>
        <p:spPr bwMode="auto">
          <a:xfrm flipH="1">
            <a:off x="7323139" y="1938339"/>
            <a:ext cx="1054100" cy="31750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lIns="73025" tIns="36512" rIns="73025" bIns="36512"/>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66927" name="Text Box 153"/>
          <p:cNvSpPr txBox="1">
            <a:spLocks noChangeArrowheads="1"/>
          </p:cNvSpPr>
          <p:nvPr/>
        </p:nvSpPr>
        <p:spPr bwMode="auto">
          <a:xfrm>
            <a:off x="7480669" y="1931989"/>
            <a:ext cx="580287" cy="31995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copy</a:t>
            </a:r>
          </a:p>
        </p:txBody>
      </p:sp>
      <p:pic>
        <p:nvPicPr>
          <p:cNvPr id="166928" name="Picture 154" descr="File-Application_Serve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70889" y="2582863"/>
            <a:ext cx="361951"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6929" name="Group 157"/>
          <p:cNvGrpSpPr>
            <a:grpSpLocks/>
          </p:cNvGrpSpPr>
          <p:nvPr/>
        </p:nvGrpSpPr>
        <p:grpSpPr bwMode="auto">
          <a:xfrm>
            <a:off x="3349626" y="2033588"/>
            <a:ext cx="1306513" cy="665163"/>
            <a:chOff x="400" y="1552"/>
            <a:chExt cx="1070" cy="545"/>
          </a:xfrm>
        </p:grpSpPr>
        <p:pic>
          <p:nvPicPr>
            <p:cNvPr id="166935" name="Picture 158" descr="Network_Cloud_Standard"/>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0" y="1552"/>
              <a:ext cx="1070" cy="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6936" name="Rectangle 159"/>
            <p:cNvSpPr>
              <a:spLocks noChangeArrowheads="1"/>
            </p:cNvSpPr>
            <p:nvPr/>
          </p:nvSpPr>
          <p:spPr bwMode="auto">
            <a:xfrm>
              <a:off x="635" y="1724"/>
              <a:ext cx="579"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Internet</a:t>
              </a:r>
            </a:p>
          </p:txBody>
        </p:sp>
      </p:grpSp>
      <p:pic>
        <p:nvPicPr>
          <p:cNvPr id="166930" name="Picture 160" descr="PC"/>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273301" y="2112963"/>
            <a:ext cx="484188"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6931" name="Picture 161" descr="PC"/>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278813" y="1800225"/>
            <a:ext cx="484187" cy="51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6932" name="Rectangle 162"/>
          <p:cNvSpPr>
            <a:spLocks noChangeArrowheads="1"/>
          </p:cNvSpPr>
          <p:nvPr/>
        </p:nvSpPr>
        <p:spPr bwMode="auto">
          <a:xfrm>
            <a:off x="2024065" y="5551488"/>
            <a:ext cx="7608887" cy="316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124" tIns="41061" rIns="82124" bIns="41061">
            <a:spAutoFit/>
          </a:bodyPr>
          <a:lstStyle>
            <a:lvl1pPr marL="342900" indent="-342900" defTabSz="814388">
              <a:defRPr>
                <a:solidFill>
                  <a:schemeClr val="tx1"/>
                </a:solidFill>
                <a:latin typeface="Arial" panose="020B0604020202020204" pitchFamily="34" charset="0"/>
                <a:cs typeface="Arial" panose="020B0604020202020204" pitchFamily="34" charset="0"/>
              </a:defRPr>
            </a:lvl1pPr>
            <a:lvl2pPr marL="342900" indent="-22860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fontAlgn="base">
              <a:lnSpc>
                <a:spcPct val="95000"/>
              </a:lnSpc>
              <a:spcBef>
                <a:spcPct val="35000"/>
              </a:spcBef>
              <a:spcAft>
                <a:spcPct val="0"/>
              </a:spcAft>
              <a:buClr>
                <a:srgbClr val="0183B7"/>
              </a:buClr>
              <a:buFont typeface="Wingdings" panose="05000000000000000000" pitchFamily="2" charset="2"/>
              <a:buNone/>
            </a:pPr>
            <a:r>
              <a:rPr lang="en-US" altLang="en-US" sz="1600">
                <a:solidFill>
                  <a:srgbClr val="000000"/>
                </a:solidFill>
              </a:rPr>
              <a:t>Copies the file MYCONTEXT.cfg from disk0 to the startup configuration</a:t>
            </a:r>
          </a:p>
        </p:txBody>
      </p:sp>
      <p:pic>
        <p:nvPicPr>
          <p:cNvPr id="166933" name="Picture 163" descr="Cisco_ASA5500"/>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900865" y="2079625"/>
            <a:ext cx="420687" cy="5524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6934" name="Picture 164" descr="Route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159375" y="2159001"/>
            <a:ext cx="585788"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02643864"/>
      </p:ext>
    </p:extLst>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Text Box 5"/>
          <p:cNvSpPr txBox="1">
            <a:spLocks noChangeArrowheads="1"/>
          </p:cNvSpPr>
          <p:nvPr/>
        </p:nvSpPr>
        <p:spPr bwMode="auto">
          <a:xfrm>
            <a:off x="1943102" y="2946987"/>
            <a:ext cx="192246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ciscoasa#</a:t>
            </a:r>
          </a:p>
        </p:txBody>
      </p:sp>
      <p:sp>
        <p:nvSpPr>
          <p:cNvPr id="168963" name="Text Box 135"/>
          <p:cNvSpPr txBox="1">
            <a:spLocks noChangeArrowheads="1"/>
          </p:cNvSpPr>
          <p:nvPr/>
        </p:nvSpPr>
        <p:spPr bwMode="auto">
          <a:xfrm>
            <a:off x="1952626" y="4500276"/>
            <a:ext cx="106521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ciscoasa#</a:t>
            </a:r>
          </a:p>
        </p:txBody>
      </p:sp>
      <p:sp>
        <p:nvSpPr>
          <p:cNvPr id="168964" name="Rectangle 137"/>
          <p:cNvSpPr>
            <a:spLocks noGrp="1" noChangeArrowheads="1"/>
          </p:cNvSpPr>
          <p:nvPr>
            <p:ph type="title"/>
          </p:nvPr>
        </p:nvSpPr>
        <p:spPr>
          <a:xfrm>
            <a:off x="0" y="207963"/>
            <a:ext cx="10515600" cy="675204"/>
          </a:xfrm>
        </p:spPr>
        <p:txBody>
          <a:bodyPr/>
          <a:lstStyle/>
          <a:p>
            <a:pPr eaLnBrk="1" hangingPunct="1"/>
            <a:r>
              <a:rPr lang="en-US" altLang="en-US" sz="3733" dirty="0">
                <a:latin typeface="Arial" panose="020B0604020202020204" pitchFamily="34" charset="0"/>
                <a:cs typeface="Arial" panose="020B0604020202020204" pitchFamily="34" charset="0"/>
              </a:rPr>
              <a:t>Downloading and Backing Up Configuration Files Example</a:t>
            </a:r>
          </a:p>
        </p:txBody>
      </p:sp>
      <p:sp>
        <p:nvSpPr>
          <p:cNvPr id="168965" name="Rectangle 139"/>
          <p:cNvSpPr>
            <a:spLocks noChangeArrowheads="1"/>
          </p:cNvSpPr>
          <p:nvPr/>
        </p:nvSpPr>
        <p:spPr bwMode="auto">
          <a:xfrm>
            <a:off x="1881189" y="3714751"/>
            <a:ext cx="7693025" cy="316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82124" tIns="41061" rIns="82124" bIns="41061">
            <a:spAutoFit/>
          </a:bodyPr>
          <a:lstStyle>
            <a:lvl1pPr marL="342900" indent="-342900" defTabSz="814388">
              <a:defRPr>
                <a:solidFill>
                  <a:schemeClr val="tx1"/>
                </a:solidFill>
                <a:latin typeface="Arial" panose="020B0604020202020204" pitchFamily="34" charset="0"/>
                <a:cs typeface="Arial" panose="020B0604020202020204" pitchFamily="34" charset="0"/>
              </a:defRPr>
            </a:lvl1pPr>
            <a:lvl2pPr marL="342900" indent="-22860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fontAlgn="base">
              <a:lnSpc>
                <a:spcPct val="95000"/>
              </a:lnSpc>
              <a:spcBef>
                <a:spcPct val="35000"/>
              </a:spcBef>
              <a:spcAft>
                <a:spcPct val="0"/>
              </a:spcAft>
              <a:buClr>
                <a:srgbClr val="0183B7"/>
              </a:buClr>
              <a:buFont typeface="Wingdings" panose="05000000000000000000" pitchFamily="2" charset="2"/>
              <a:buNone/>
            </a:pPr>
            <a:r>
              <a:rPr lang="en-US" altLang="en-US" sz="1600">
                <a:solidFill>
                  <a:srgbClr val="000000"/>
                </a:solidFill>
              </a:rPr>
              <a:t>Copies the configuration file from an FTP server</a:t>
            </a:r>
          </a:p>
        </p:txBody>
      </p:sp>
      <p:sp>
        <p:nvSpPr>
          <p:cNvPr id="168966" name="Rectangle 142"/>
          <p:cNvSpPr>
            <a:spLocks noChangeArrowheads="1"/>
          </p:cNvSpPr>
          <p:nvPr/>
        </p:nvSpPr>
        <p:spPr bwMode="auto">
          <a:xfrm>
            <a:off x="1943101" y="5322889"/>
            <a:ext cx="7693025" cy="326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124" rIns="82124">
            <a:spAutoFit/>
          </a:bodyPr>
          <a:lstStyle>
            <a:lvl1pPr marL="342900" indent="-342900" defTabSz="814388">
              <a:defRPr>
                <a:solidFill>
                  <a:schemeClr val="tx1"/>
                </a:solidFill>
                <a:latin typeface="Arial" panose="020B0604020202020204" pitchFamily="34" charset="0"/>
                <a:cs typeface="Arial" panose="020B0604020202020204" pitchFamily="34" charset="0"/>
              </a:defRPr>
            </a:lvl1pPr>
            <a:lvl2pPr marL="342900" indent="-22860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fontAlgn="base">
              <a:lnSpc>
                <a:spcPct val="95000"/>
              </a:lnSpc>
              <a:spcBef>
                <a:spcPct val="35000"/>
              </a:spcBef>
              <a:spcAft>
                <a:spcPct val="0"/>
              </a:spcAft>
              <a:buClr>
                <a:srgbClr val="0183B7"/>
              </a:buClr>
              <a:buFont typeface="Wingdings" panose="05000000000000000000" pitchFamily="2" charset="2"/>
              <a:buNone/>
            </a:pPr>
            <a:r>
              <a:rPr lang="en-US" altLang="en-US" sz="1600">
                <a:solidFill>
                  <a:srgbClr val="000000"/>
                </a:solidFill>
              </a:rPr>
              <a:t>Copies the configuration file to an FTP server</a:t>
            </a:r>
          </a:p>
        </p:txBody>
      </p:sp>
      <p:sp>
        <p:nvSpPr>
          <p:cNvPr id="168967" name="Line 145"/>
          <p:cNvSpPr>
            <a:spLocks noChangeShapeType="1"/>
          </p:cNvSpPr>
          <p:nvPr/>
        </p:nvSpPr>
        <p:spPr bwMode="auto">
          <a:xfrm>
            <a:off x="2747965" y="2079625"/>
            <a:ext cx="5235575" cy="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lIns="82124" tIns="41061" rIns="82124" bIns="41061"/>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68968" name="Text Box 146"/>
          <p:cNvSpPr txBox="1">
            <a:spLocks noChangeArrowheads="1"/>
          </p:cNvSpPr>
          <p:nvPr/>
        </p:nvSpPr>
        <p:spPr bwMode="auto">
          <a:xfrm>
            <a:off x="8905877" y="2266951"/>
            <a:ext cx="889667" cy="319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10.0.0.3</a:t>
            </a:r>
          </a:p>
        </p:txBody>
      </p:sp>
      <p:sp>
        <p:nvSpPr>
          <p:cNvPr id="168969" name="Line 147"/>
          <p:cNvSpPr>
            <a:spLocks noChangeShapeType="1"/>
          </p:cNvSpPr>
          <p:nvPr/>
        </p:nvSpPr>
        <p:spPr bwMode="auto">
          <a:xfrm flipH="1">
            <a:off x="7948613" y="1527177"/>
            <a:ext cx="0" cy="1185863"/>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68970" name="Line 148"/>
          <p:cNvSpPr>
            <a:spLocks noChangeShapeType="1"/>
          </p:cNvSpPr>
          <p:nvPr/>
        </p:nvSpPr>
        <p:spPr bwMode="auto">
          <a:xfrm>
            <a:off x="7947026" y="1697039"/>
            <a:ext cx="696913"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68971" name="Line 149"/>
          <p:cNvSpPr>
            <a:spLocks noChangeShapeType="1"/>
          </p:cNvSpPr>
          <p:nvPr/>
        </p:nvSpPr>
        <p:spPr bwMode="auto">
          <a:xfrm>
            <a:off x="8232775" y="2446339"/>
            <a:ext cx="704851"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68972" name="Text Box 150"/>
          <p:cNvSpPr txBox="1">
            <a:spLocks noChangeArrowheads="1"/>
          </p:cNvSpPr>
          <p:nvPr/>
        </p:nvSpPr>
        <p:spPr bwMode="auto">
          <a:xfrm>
            <a:off x="8931275" y="1517651"/>
            <a:ext cx="988219" cy="319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10.0.0.11</a:t>
            </a:r>
          </a:p>
        </p:txBody>
      </p:sp>
      <p:sp>
        <p:nvSpPr>
          <p:cNvPr id="168973" name="Text Box 151"/>
          <p:cNvSpPr txBox="1">
            <a:spLocks noChangeArrowheads="1"/>
          </p:cNvSpPr>
          <p:nvPr/>
        </p:nvSpPr>
        <p:spPr bwMode="auto">
          <a:xfrm>
            <a:off x="5786439" y="2165351"/>
            <a:ext cx="1231106" cy="319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192.168.0.0</a:t>
            </a:r>
          </a:p>
        </p:txBody>
      </p:sp>
      <p:sp>
        <p:nvSpPr>
          <p:cNvPr id="168974" name="Text Box 152"/>
          <p:cNvSpPr txBox="1">
            <a:spLocks noChangeArrowheads="1"/>
          </p:cNvSpPr>
          <p:nvPr/>
        </p:nvSpPr>
        <p:spPr bwMode="auto">
          <a:xfrm>
            <a:off x="8131175" y="2774951"/>
            <a:ext cx="1163639" cy="319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FTP server</a:t>
            </a:r>
          </a:p>
        </p:txBody>
      </p:sp>
      <p:sp>
        <p:nvSpPr>
          <p:cNvPr id="168975" name="Line 153"/>
          <p:cNvSpPr>
            <a:spLocks noChangeShapeType="1"/>
          </p:cNvSpPr>
          <p:nvPr/>
        </p:nvSpPr>
        <p:spPr bwMode="auto">
          <a:xfrm flipH="1" flipV="1">
            <a:off x="7518400" y="2159001"/>
            <a:ext cx="965200" cy="34290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lIns="73025" tIns="36512" rIns="73025" bIns="36512"/>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68976" name="Text Box 154"/>
          <p:cNvSpPr txBox="1">
            <a:spLocks noChangeArrowheads="1"/>
          </p:cNvSpPr>
          <p:nvPr/>
        </p:nvSpPr>
        <p:spPr bwMode="auto">
          <a:xfrm>
            <a:off x="7759519" y="2101851"/>
            <a:ext cx="694100" cy="31995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config</a:t>
            </a:r>
          </a:p>
        </p:txBody>
      </p:sp>
      <p:pic>
        <p:nvPicPr>
          <p:cNvPr id="168977" name="Picture 155" descr="File-Application_Serve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34401" y="2238375"/>
            <a:ext cx="401639" cy="5778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8978" name="Group 158"/>
          <p:cNvGrpSpPr>
            <a:grpSpLocks/>
          </p:cNvGrpSpPr>
          <p:nvPr/>
        </p:nvGrpSpPr>
        <p:grpSpPr bwMode="auto">
          <a:xfrm>
            <a:off x="3679826" y="1722437"/>
            <a:ext cx="1306513" cy="665163"/>
            <a:chOff x="400" y="1552"/>
            <a:chExt cx="1070" cy="545"/>
          </a:xfrm>
        </p:grpSpPr>
        <p:pic>
          <p:nvPicPr>
            <p:cNvPr id="168985" name="Picture 159" descr="Network_Cloud_Standard"/>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0" y="1552"/>
              <a:ext cx="1070" cy="5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8986" name="Rectangle 160"/>
            <p:cNvSpPr>
              <a:spLocks noChangeArrowheads="1"/>
            </p:cNvSpPr>
            <p:nvPr/>
          </p:nvSpPr>
          <p:spPr bwMode="auto">
            <a:xfrm>
              <a:off x="635" y="1724"/>
              <a:ext cx="579"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rPr>
                <a:t>Internet</a:t>
              </a:r>
            </a:p>
          </p:txBody>
        </p:sp>
      </p:grpSp>
      <p:pic>
        <p:nvPicPr>
          <p:cNvPr id="168979" name="Picture 161" descr="PC"/>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311400" y="1762126"/>
            <a:ext cx="506413"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8980" name="Picture 162" descr="PC"/>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450263" y="1392239"/>
            <a:ext cx="506412"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8981" name="Picture 163" descr="Route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330826" y="1885951"/>
            <a:ext cx="585788"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8982" name="Picture 164" descr="Cisco_ASA5500"/>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075489" y="1814514"/>
            <a:ext cx="430212" cy="565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8983" name="Text Box 140"/>
          <p:cNvSpPr txBox="1">
            <a:spLocks noChangeArrowheads="1"/>
          </p:cNvSpPr>
          <p:nvPr/>
        </p:nvSpPr>
        <p:spPr bwMode="auto">
          <a:xfrm>
            <a:off x="1943102" y="3258980"/>
            <a:ext cx="8258175" cy="341632"/>
          </a:xfrm>
          <a:prstGeom prst="rect">
            <a:avLst/>
          </a:prstGeom>
          <a:solidFill>
            <a:schemeClr val="bg1"/>
          </a:solidFill>
          <a:ln w="25400">
            <a:solidFill>
              <a:schemeClr val="tx1"/>
            </a:solidFill>
            <a:miter lim="800000"/>
            <a:headEnd type="none" w="sm" len="sm"/>
            <a:tailEnd type="none" w="sm" len="sm"/>
          </a:ln>
        </p:spPr>
        <p:txBody>
          <a:bodyPr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r>
              <a:rPr lang="en-US" altLang="en-US">
                <a:solidFill>
                  <a:prstClr val="black"/>
                </a:solidFill>
              </a:rPr>
              <a:t>copy ftp: startup-config</a:t>
            </a:r>
            <a:endParaRPr lang="en-US" altLang="en-US">
              <a:solidFill>
                <a:prstClr val="black"/>
              </a:solidFill>
              <a:latin typeface="Courier New" panose="02070309020205020404" pitchFamily="49" charset="0"/>
            </a:endParaRPr>
          </a:p>
        </p:txBody>
      </p:sp>
      <p:sp>
        <p:nvSpPr>
          <p:cNvPr id="168984" name="Text Box 143"/>
          <p:cNvSpPr txBox="1">
            <a:spLocks noChangeArrowheads="1"/>
          </p:cNvSpPr>
          <p:nvPr/>
        </p:nvSpPr>
        <p:spPr bwMode="auto">
          <a:xfrm>
            <a:off x="1952626" y="4860768"/>
            <a:ext cx="8258175" cy="341632"/>
          </a:xfrm>
          <a:prstGeom prst="rect">
            <a:avLst/>
          </a:prstGeom>
          <a:solidFill>
            <a:schemeClr val="bg1"/>
          </a:solidFill>
          <a:ln w="25400">
            <a:solidFill>
              <a:schemeClr val="tx1"/>
            </a:solidFill>
            <a:miter lim="800000"/>
            <a:headEnd type="none" w="sm" len="sm"/>
            <a:tailEnd type="none" w="sm" len="sm"/>
          </a:ln>
        </p:spPr>
        <p:txBody>
          <a:bodyPr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r>
              <a:rPr lang="en-US" altLang="en-US">
                <a:solidFill>
                  <a:prstClr val="black"/>
                </a:solidFill>
              </a:rPr>
              <a:t>copy running-config ftp:</a:t>
            </a:r>
            <a:endParaRPr lang="en-US" altLang="en-US">
              <a:solidFill>
                <a:prstClr val="black"/>
              </a:solidFill>
              <a:latin typeface="Courier New" panose="02070309020205020404" pitchFamily="49" charset="0"/>
            </a:endParaRPr>
          </a:p>
        </p:txBody>
      </p:sp>
    </p:spTree>
    <p:extLst>
      <p:ext uri="{BB962C8B-B14F-4D97-AF65-F5344CB8AC3E}">
        <p14:creationId xmlns:p14="http://schemas.microsoft.com/office/powerpoint/2010/main" val="2739665100"/>
      </p:ext>
    </p:extLst>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8"/>
          <p:cNvSpPr>
            <a:spLocks noGrp="1" noChangeArrowheads="1"/>
          </p:cNvSpPr>
          <p:nvPr>
            <p:ph type="title"/>
          </p:nvPr>
        </p:nvSpPr>
        <p:spPr>
          <a:xfrm>
            <a:off x="0" y="12608"/>
            <a:ext cx="10515600" cy="571592"/>
          </a:xfrm>
        </p:spPr>
        <p:txBody>
          <a:bodyPr/>
          <a:lstStyle/>
          <a:p>
            <a:pPr eaLnBrk="1" hangingPunct="1"/>
            <a:r>
              <a:rPr lang="en-US" altLang="en-US" sz="3733" dirty="0">
                <a:latin typeface="Arial" panose="020B0604020202020204" pitchFamily="34" charset="0"/>
                <a:cs typeface="Arial" panose="020B0604020202020204" pitchFamily="34" charset="0"/>
              </a:rPr>
              <a:t>Summary</a:t>
            </a:r>
          </a:p>
        </p:txBody>
      </p:sp>
      <p:sp>
        <p:nvSpPr>
          <p:cNvPr id="176131" name="Rectangle 9"/>
          <p:cNvSpPr>
            <a:spLocks noGrp="1" noChangeArrowheads="1"/>
          </p:cNvSpPr>
          <p:nvPr>
            <p:ph idx="1"/>
          </p:nvPr>
        </p:nvSpPr>
        <p:spPr>
          <a:xfrm>
            <a:off x="609600" y="889000"/>
            <a:ext cx="10515600" cy="2133600"/>
          </a:xfrm>
        </p:spPr>
        <p:txBody>
          <a:bodyPr/>
          <a:lstStyle/>
          <a:p>
            <a:pPr lvl="1" eaLnBrk="1" hangingPunct="1"/>
            <a:endParaRPr lang="en-US" altLang="en-US" sz="2000" dirty="0">
              <a:latin typeface="Arial" panose="020B0604020202020204" pitchFamily="34" charset="0"/>
              <a:cs typeface="Arial" panose="020B0604020202020204" pitchFamily="34" charset="0"/>
            </a:endParaRPr>
          </a:p>
          <a:p>
            <a:pPr lvl="1" eaLnBrk="1" hangingPunct="1"/>
            <a:endParaRPr lang="en-US" altLang="en-US" sz="2000" dirty="0">
              <a:latin typeface="Arial" panose="020B0604020202020204" pitchFamily="34" charset="0"/>
              <a:cs typeface="Arial" panose="020B0604020202020204" pitchFamily="34" charset="0"/>
            </a:endParaRPr>
          </a:p>
          <a:p>
            <a:pPr lvl="1" eaLnBrk="1" hangingPunct="1"/>
            <a:r>
              <a:rPr lang="en-US" altLang="en-US" sz="2000" dirty="0">
                <a:latin typeface="Arial" panose="020B0604020202020204" pitchFamily="34" charset="0"/>
                <a:cs typeface="Arial" panose="020B0604020202020204" pitchFamily="34" charset="0"/>
              </a:rPr>
              <a:t>SSH provides secure remote management of the security appliance. </a:t>
            </a:r>
          </a:p>
          <a:p>
            <a:pPr lvl="1" eaLnBrk="1" hangingPunct="1"/>
            <a:r>
              <a:rPr lang="en-US" altLang="en-US" sz="2000" dirty="0">
                <a:latin typeface="Arial" panose="020B0604020202020204" pitchFamily="34" charset="0"/>
                <a:cs typeface="Arial" panose="020B0604020202020204" pitchFamily="34" charset="0"/>
              </a:rPr>
              <a:t>TFTP is used to upgrade the software image on security appliances.</a:t>
            </a:r>
          </a:p>
          <a:p>
            <a:pPr lvl="1" eaLnBrk="1" hangingPunct="1"/>
            <a:r>
              <a:rPr lang="en-US" altLang="en-US" sz="2000" dirty="0">
                <a:latin typeface="Arial" panose="020B0604020202020204" pitchFamily="34" charset="0"/>
                <a:cs typeface="Arial" panose="020B0604020202020204" pitchFamily="34" charset="0"/>
              </a:rPr>
              <a:t>You can enable Telnet to the security appliance on all interfaces. </a:t>
            </a:r>
          </a:p>
          <a:p>
            <a:pPr lvl="1" eaLnBrk="1" hangingPunct="1">
              <a:buFont typeface="Wingdings" panose="05000000000000000000" pitchFamily="2" charset="2"/>
              <a:buNone/>
            </a:pPr>
            <a:r>
              <a:rPr lang="en-US" altLang="en-US" sz="2000"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22580532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9144000" h="5143500">
                <a:moveTo>
                  <a:pt x="9144000" y="0"/>
                </a:moveTo>
                <a:lnTo>
                  <a:pt x="0" y="0"/>
                </a:lnTo>
                <a:lnTo>
                  <a:pt x="0" y="5143500"/>
                </a:lnTo>
                <a:lnTo>
                  <a:pt x="9144000" y="5143500"/>
                </a:lnTo>
                <a:lnTo>
                  <a:pt x="9144000" y="0"/>
                </a:lnTo>
                <a:close/>
              </a:path>
            </a:pathLst>
          </a:custGeom>
          <a:solidFill>
            <a:srgbClr val="005073"/>
          </a:solidFill>
        </p:spPr>
        <p:txBody>
          <a:bodyPr wrap="square" lIns="0" tIns="0" rIns="0" bIns="0" rtlCol="0"/>
          <a:lstStyle/>
          <a:p>
            <a:endParaRPr sz="2400">
              <a:solidFill>
                <a:prstClr val="black"/>
              </a:solidFill>
            </a:endParaRPr>
          </a:p>
        </p:txBody>
      </p:sp>
      <p:grpSp>
        <p:nvGrpSpPr>
          <p:cNvPr id="3" name="object 3"/>
          <p:cNvGrpSpPr/>
          <p:nvPr/>
        </p:nvGrpSpPr>
        <p:grpSpPr>
          <a:xfrm>
            <a:off x="1" y="3421270"/>
            <a:ext cx="12191996" cy="4120303"/>
            <a:chOff x="-76200" y="1962150"/>
            <a:chExt cx="9143997" cy="3090227"/>
          </a:xfrm>
        </p:grpSpPr>
        <p:pic>
          <p:nvPicPr>
            <p:cNvPr id="4" name="object 4"/>
            <p:cNvPicPr/>
            <p:nvPr/>
          </p:nvPicPr>
          <p:blipFill>
            <a:blip r:embed="rId2" cstate="print"/>
            <a:stretch>
              <a:fillRect/>
            </a:stretch>
          </p:blipFill>
          <p:spPr>
            <a:xfrm>
              <a:off x="-76200" y="1962150"/>
              <a:ext cx="9143997" cy="2595371"/>
            </a:xfrm>
            <a:prstGeom prst="rect">
              <a:avLst/>
            </a:prstGeom>
          </p:spPr>
        </p:pic>
        <p:sp>
          <p:nvSpPr>
            <p:cNvPr id="8" name="object 8"/>
            <p:cNvSpPr/>
            <p:nvPr/>
          </p:nvSpPr>
          <p:spPr>
            <a:xfrm>
              <a:off x="8600947" y="4996497"/>
              <a:ext cx="73660" cy="55880"/>
            </a:xfrm>
            <a:custGeom>
              <a:avLst/>
              <a:gdLst/>
              <a:ahLst/>
              <a:cxnLst/>
              <a:rect l="l" t="t" r="r" b="b"/>
              <a:pathLst>
                <a:path w="73659" h="55879">
                  <a:moveTo>
                    <a:pt x="20066" y="12090"/>
                  </a:moveTo>
                  <a:lnTo>
                    <a:pt x="13334" y="12090"/>
                  </a:lnTo>
                  <a:lnTo>
                    <a:pt x="13334" y="54764"/>
                  </a:lnTo>
                  <a:lnTo>
                    <a:pt x="20066" y="54764"/>
                  </a:lnTo>
                  <a:lnTo>
                    <a:pt x="20066" y="12090"/>
                  </a:lnTo>
                  <a:close/>
                </a:path>
                <a:path w="73659" h="55879">
                  <a:moveTo>
                    <a:pt x="20066" y="0"/>
                  </a:moveTo>
                  <a:lnTo>
                    <a:pt x="15748" y="0"/>
                  </a:lnTo>
                  <a:lnTo>
                    <a:pt x="14604" y="2349"/>
                  </a:lnTo>
                  <a:lnTo>
                    <a:pt x="12573" y="4787"/>
                  </a:lnTo>
                  <a:lnTo>
                    <a:pt x="6984" y="9791"/>
                  </a:lnTo>
                  <a:lnTo>
                    <a:pt x="3682" y="11925"/>
                  </a:lnTo>
                  <a:lnTo>
                    <a:pt x="0" y="13690"/>
                  </a:lnTo>
                  <a:lnTo>
                    <a:pt x="0" y="20162"/>
                  </a:lnTo>
                  <a:lnTo>
                    <a:pt x="13334" y="12090"/>
                  </a:lnTo>
                  <a:lnTo>
                    <a:pt x="20066" y="12090"/>
                  </a:lnTo>
                  <a:lnTo>
                    <a:pt x="20066" y="0"/>
                  </a:lnTo>
                  <a:close/>
                </a:path>
                <a:path w="73659" h="55879">
                  <a:moveTo>
                    <a:pt x="44450" y="39883"/>
                  </a:moveTo>
                  <a:lnTo>
                    <a:pt x="37465" y="40477"/>
                  </a:lnTo>
                  <a:lnTo>
                    <a:pt x="37973" y="45067"/>
                  </a:lnTo>
                  <a:lnTo>
                    <a:pt x="39750" y="48750"/>
                  </a:lnTo>
                  <a:lnTo>
                    <a:pt x="42799" y="51528"/>
                  </a:lnTo>
                  <a:lnTo>
                    <a:pt x="45974" y="54306"/>
                  </a:lnTo>
                  <a:lnTo>
                    <a:pt x="50037" y="55695"/>
                  </a:lnTo>
                  <a:lnTo>
                    <a:pt x="61086" y="55695"/>
                  </a:lnTo>
                  <a:lnTo>
                    <a:pt x="65785" y="53488"/>
                  </a:lnTo>
                  <a:lnTo>
                    <a:pt x="68453" y="50189"/>
                  </a:lnTo>
                  <a:lnTo>
                    <a:pt x="52324" y="50189"/>
                  </a:lnTo>
                  <a:lnTo>
                    <a:pt x="50037" y="49326"/>
                  </a:lnTo>
                  <a:lnTo>
                    <a:pt x="46227" y="45878"/>
                  </a:lnTo>
                  <a:lnTo>
                    <a:pt x="45084" y="43305"/>
                  </a:lnTo>
                  <a:lnTo>
                    <a:pt x="44450" y="39883"/>
                  </a:lnTo>
                  <a:close/>
                </a:path>
                <a:path w="73659" h="55879">
                  <a:moveTo>
                    <a:pt x="69675" y="24516"/>
                  </a:moveTo>
                  <a:lnTo>
                    <a:pt x="58420" y="24516"/>
                  </a:lnTo>
                  <a:lnTo>
                    <a:pt x="61213" y="25619"/>
                  </a:lnTo>
                  <a:lnTo>
                    <a:pt x="63373" y="27828"/>
                  </a:lnTo>
                  <a:lnTo>
                    <a:pt x="65404" y="30035"/>
                  </a:lnTo>
                  <a:lnTo>
                    <a:pt x="66548" y="33049"/>
                  </a:lnTo>
                  <a:lnTo>
                    <a:pt x="66433" y="41210"/>
                  </a:lnTo>
                  <a:lnTo>
                    <a:pt x="65404" y="44112"/>
                  </a:lnTo>
                  <a:lnTo>
                    <a:pt x="63246" y="46542"/>
                  </a:lnTo>
                  <a:lnTo>
                    <a:pt x="60959" y="48973"/>
                  </a:lnTo>
                  <a:lnTo>
                    <a:pt x="58166" y="50189"/>
                  </a:lnTo>
                  <a:lnTo>
                    <a:pt x="68453" y="50189"/>
                  </a:lnTo>
                  <a:lnTo>
                    <a:pt x="72262" y="45476"/>
                  </a:lnTo>
                  <a:lnTo>
                    <a:pt x="73659" y="41210"/>
                  </a:lnTo>
                  <a:lnTo>
                    <a:pt x="73659" y="31089"/>
                  </a:lnTo>
                  <a:lnTo>
                    <a:pt x="72008" y="26847"/>
                  </a:lnTo>
                  <a:lnTo>
                    <a:pt x="69675" y="24516"/>
                  </a:lnTo>
                  <a:close/>
                </a:path>
                <a:path w="73659" h="55879">
                  <a:moveTo>
                    <a:pt x="71120" y="965"/>
                  </a:moveTo>
                  <a:lnTo>
                    <a:pt x="43942" y="965"/>
                  </a:lnTo>
                  <a:lnTo>
                    <a:pt x="38607" y="28981"/>
                  </a:lnTo>
                  <a:lnTo>
                    <a:pt x="44957" y="29799"/>
                  </a:lnTo>
                  <a:lnTo>
                    <a:pt x="45974" y="28237"/>
                  </a:lnTo>
                  <a:lnTo>
                    <a:pt x="47371" y="26965"/>
                  </a:lnTo>
                  <a:lnTo>
                    <a:pt x="49022" y="25985"/>
                  </a:lnTo>
                  <a:lnTo>
                    <a:pt x="50800" y="25006"/>
                  </a:lnTo>
                  <a:lnTo>
                    <a:pt x="52704" y="24516"/>
                  </a:lnTo>
                  <a:lnTo>
                    <a:pt x="69675" y="24516"/>
                  </a:lnTo>
                  <a:lnTo>
                    <a:pt x="67179" y="22023"/>
                  </a:lnTo>
                  <a:lnTo>
                    <a:pt x="46354" y="22023"/>
                  </a:lnTo>
                  <a:lnTo>
                    <a:pt x="49275" y="7365"/>
                  </a:lnTo>
                  <a:lnTo>
                    <a:pt x="71120" y="7365"/>
                  </a:lnTo>
                  <a:lnTo>
                    <a:pt x="71120" y="965"/>
                  </a:lnTo>
                  <a:close/>
                </a:path>
                <a:path w="73659" h="55879">
                  <a:moveTo>
                    <a:pt x="61468" y="18605"/>
                  </a:moveTo>
                  <a:lnTo>
                    <a:pt x="53085" y="18605"/>
                  </a:lnTo>
                  <a:lnTo>
                    <a:pt x="49656" y="19735"/>
                  </a:lnTo>
                  <a:lnTo>
                    <a:pt x="46354" y="22023"/>
                  </a:lnTo>
                  <a:lnTo>
                    <a:pt x="67179" y="22023"/>
                  </a:lnTo>
                  <a:lnTo>
                    <a:pt x="65404" y="20250"/>
                  </a:lnTo>
                  <a:lnTo>
                    <a:pt x="61468" y="18605"/>
                  </a:lnTo>
                  <a:close/>
                </a:path>
              </a:pathLst>
            </a:custGeom>
            <a:solidFill>
              <a:srgbClr val="FFFFFF">
                <a:alpha val="59999"/>
              </a:srgbClr>
            </a:solidFill>
          </p:spPr>
          <p:txBody>
            <a:bodyPr wrap="square" lIns="0" tIns="0" rIns="0" bIns="0" rtlCol="0"/>
            <a:lstStyle/>
            <a:p>
              <a:endParaRPr sz="2400">
                <a:solidFill>
                  <a:prstClr val="black"/>
                </a:solidFill>
              </a:endParaRPr>
            </a:p>
          </p:txBody>
        </p:sp>
      </p:grpSp>
      <p:sp>
        <p:nvSpPr>
          <p:cNvPr id="9" name="object 9"/>
          <p:cNvSpPr txBox="1">
            <a:spLocks noGrp="1"/>
          </p:cNvSpPr>
          <p:nvPr>
            <p:ph type="title"/>
          </p:nvPr>
        </p:nvSpPr>
        <p:spPr>
          <a:xfrm>
            <a:off x="583726" y="587755"/>
            <a:ext cx="10436860" cy="1494426"/>
          </a:xfrm>
          <a:prstGeom prst="rect">
            <a:avLst/>
          </a:prstGeom>
        </p:spPr>
        <p:txBody>
          <a:bodyPr vert="horz" wrap="square" lIns="0" tIns="16933" rIns="0" bIns="0" rtlCol="0">
            <a:spAutoFit/>
          </a:bodyPr>
          <a:lstStyle/>
          <a:p>
            <a:pPr marL="16933" algn="ctr">
              <a:spcBef>
                <a:spcPts val="133"/>
              </a:spcBef>
            </a:pPr>
            <a:r>
              <a:rPr lang="en-US" sz="4800" dirty="0">
                <a:solidFill>
                  <a:srgbClr val="FFFFFF"/>
                </a:solidFill>
              </a:rPr>
              <a:t>Lesson 4</a:t>
            </a:r>
            <a:br>
              <a:rPr lang="en-US" sz="4800" dirty="0">
                <a:solidFill>
                  <a:srgbClr val="FFFFFF"/>
                </a:solidFill>
              </a:rPr>
            </a:br>
            <a:r>
              <a:rPr lang="en-US" sz="4800" dirty="0">
                <a:solidFill>
                  <a:srgbClr val="FFFFFF"/>
                </a:solidFill>
              </a:rPr>
              <a:t>Access Control List</a:t>
            </a:r>
            <a:endParaRPr sz="4800" dirty="0"/>
          </a:p>
        </p:txBody>
      </p:sp>
    </p:spTree>
    <p:extLst>
      <p:ext uri="{BB962C8B-B14F-4D97-AF65-F5344CB8AC3E}">
        <p14:creationId xmlns:p14="http://schemas.microsoft.com/office/powerpoint/2010/main" val="321296246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Grp="1" noChangeArrowheads="1"/>
          </p:cNvSpPr>
          <p:nvPr>
            <p:ph type="title"/>
          </p:nvPr>
        </p:nvSpPr>
        <p:spPr>
          <a:xfrm>
            <a:off x="-14619" y="-4933"/>
            <a:ext cx="10515600" cy="604817"/>
          </a:xfrm>
        </p:spPr>
        <p:txBody>
          <a:bodyPr/>
          <a:lstStyle/>
          <a:p>
            <a:pPr eaLnBrk="1" hangingPunct="1"/>
            <a:r>
              <a:rPr lang="en-US" altLang="en-US" sz="3733" dirty="0">
                <a:latin typeface="Arial" panose="020B0604020202020204" pitchFamily="34" charset="0"/>
                <a:cs typeface="Arial" panose="020B0604020202020204" pitchFamily="34" charset="0"/>
              </a:rPr>
              <a:t>Security Appliance ACL Configuration</a:t>
            </a:r>
          </a:p>
        </p:txBody>
      </p:sp>
      <p:sp>
        <p:nvSpPr>
          <p:cNvPr id="178179" name="Line 5"/>
          <p:cNvSpPr>
            <a:spLocks noChangeShapeType="1"/>
          </p:cNvSpPr>
          <p:nvPr/>
        </p:nvSpPr>
        <p:spPr bwMode="auto">
          <a:xfrm flipV="1">
            <a:off x="3644900" y="1884363"/>
            <a:ext cx="5611813" cy="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78180" name="Rectangle 33"/>
          <p:cNvSpPr>
            <a:spLocks noChangeArrowheads="1"/>
          </p:cNvSpPr>
          <p:nvPr/>
        </p:nvSpPr>
        <p:spPr bwMode="auto">
          <a:xfrm>
            <a:off x="5499102" y="1600200"/>
            <a:ext cx="1160463" cy="247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lnSpc>
                <a:spcPct val="90000"/>
              </a:lnSpc>
              <a:spcBef>
                <a:spcPct val="20000"/>
              </a:spcBef>
              <a:spcAft>
                <a:spcPct val="0"/>
              </a:spcAft>
              <a:buClr>
                <a:srgbClr val="FF9933"/>
              </a:buClr>
              <a:buFont typeface="Wingdings" panose="05000000000000000000" pitchFamily="2" charset="2"/>
              <a:buNone/>
            </a:pPr>
            <a:r>
              <a:rPr lang="en-US" altLang="en-US" sz="1600">
                <a:solidFill>
                  <a:prstClr val="black"/>
                </a:solidFill>
              </a:rPr>
              <a:t>Outside</a:t>
            </a:r>
            <a:endParaRPr lang="en-US" altLang="en-US" sz="1600">
              <a:solidFill>
                <a:srgbClr val="ED7D31"/>
              </a:solidFill>
            </a:endParaRPr>
          </a:p>
        </p:txBody>
      </p:sp>
      <p:sp>
        <p:nvSpPr>
          <p:cNvPr id="178181" name="Rectangle 53"/>
          <p:cNvSpPr>
            <a:spLocks noChangeArrowheads="1"/>
          </p:cNvSpPr>
          <p:nvPr/>
        </p:nvSpPr>
        <p:spPr bwMode="auto">
          <a:xfrm>
            <a:off x="7551738" y="1579564"/>
            <a:ext cx="1160463" cy="223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lnSpc>
                <a:spcPct val="90000"/>
              </a:lnSpc>
              <a:spcBef>
                <a:spcPct val="20000"/>
              </a:spcBef>
              <a:spcAft>
                <a:spcPct val="0"/>
              </a:spcAft>
              <a:buClr>
                <a:srgbClr val="FF9933"/>
              </a:buClr>
              <a:buFont typeface="Wingdings" panose="05000000000000000000" pitchFamily="2" charset="2"/>
              <a:buNone/>
            </a:pPr>
            <a:r>
              <a:rPr lang="en-US" altLang="en-US" sz="1600">
                <a:solidFill>
                  <a:prstClr val="black"/>
                </a:solidFill>
              </a:rPr>
              <a:t>Inside</a:t>
            </a:r>
            <a:endParaRPr lang="en-US" altLang="en-US" sz="1600">
              <a:solidFill>
                <a:srgbClr val="ED7D31"/>
              </a:solidFill>
            </a:endParaRPr>
          </a:p>
        </p:txBody>
      </p:sp>
      <p:sp>
        <p:nvSpPr>
          <p:cNvPr id="178182" name="Line 54"/>
          <p:cNvSpPr>
            <a:spLocks noChangeShapeType="1"/>
          </p:cNvSpPr>
          <p:nvPr/>
        </p:nvSpPr>
        <p:spPr bwMode="auto">
          <a:xfrm flipH="1" flipV="1">
            <a:off x="5426076" y="2081213"/>
            <a:ext cx="1203325" cy="1587"/>
          </a:xfrm>
          <a:prstGeom prst="line">
            <a:avLst/>
          </a:prstGeom>
          <a:noFill/>
          <a:ln w="38100">
            <a:solidFill>
              <a:schemeClr val="tx1"/>
            </a:solidFill>
            <a:round/>
            <a:headEnd type="triangle" w="med" len="med"/>
            <a:tailEnd/>
          </a:ln>
          <a:extLst>
            <a:ext uri="{909E8E84-426E-40DD-AFC4-6F175D3DCCD1}">
              <a14:hiddenFill xmlns:a14="http://schemas.microsoft.com/office/drawing/2010/main">
                <a:noFill/>
              </a14:hiddenFill>
            </a:ext>
          </a:extLst>
        </p:spPr>
        <p:txBody>
          <a:bodyPr anchor="ctr">
            <a:spAutoFit/>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78183" name="Text Box 80"/>
          <p:cNvSpPr txBox="1">
            <a:spLocks noChangeArrowheads="1"/>
          </p:cNvSpPr>
          <p:nvPr/>
        </p:nvSpPr>
        <p:spPr bwMode="auto">
          <a:xfrm>
            <a:off x="5186653" y="2101849"/>
            <a:ext cx="1594859" cy="615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ACL for</a:t>
            </a:r>
          </a:p>
          <a:p>
            <a:pPr algn="ct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Inbound Access</a:t>
            </a:r>
          </a:p>
        </p:txBody>
      </p:sp>
      <p:sp>
        <p:nvSpPr>
          <p:cNvPr id="178184" name="Line 81"/>
          <p:cNvSpPr>
            <a:spLocks noChangeShapeType="1"/>
          </p:cNvSpPr>
          <p:nvPr/>
        </p:nvSpPr>
        <p:spPr bwMode="auto">
          <a:xfrm flipH="1" flipV="1">
            <a:off x="7534276" y="2081213"/>
            <a:ext cx="1203325" cy="1587"/>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nchor="ctr">
            <a:spAutoFit/>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78185" name="Text Box 82"/>
          <p:cNvSpPr txBox="1">
            <a:spLocks noChangeArrowheads="1"/>
          </p:cNvSpPr>
          <p:nvPr/>
        </p:nvSpPr>
        <p:spPr bwMode="auto">
          <a:xfrm>
            <a:off x="7320272" y="2101849"/>
            <a:ext cx="1755159" cy="615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ACL for</a:t>
            </a:r>
          </a:p>
          <a:p>
            <a:pPr algn="ct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Outbound Access</a:t>
            </a:r>
          </a:p>
        </p:txBody>
      </p:sp>
      <p:sp>
        <p:nvSpPr>
          <p:cNvPr id="178186" name="Text Box 83"/>
          <p:cNvSpPr txBox="1">
            <a:spLocks noChangeArrowheads="1"/>
          </p:cNvSpPr>
          <p:nvPr/>
        </p:nvSpPr>
        <p:spPr bwMode="auto">
          <a:xfrm>
            <a:off x="5584668" y="2686051"/>
            <a:ext cx="3151504" cy="910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No ACL</a:t>
            </a:r>
          </a:p>
          <a:p>
            <a:pPr algn="ct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  - Outbound permitted by default</a:t>
            </a:r>
          </a:p>
          <a:p>
            <a:pPr algn="ct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 Inbound denied by default</a:t>
            </a:r>
          </a:p>
        </p:txBody>
      </p:sp>
      <p:sp>
        <p:nvSpPr>
          <p:cNvPr id="178187" name="Text Box 84"/>
          <p:cNvSpPr txBox="1">
            <a:spLocks noChangeArrowheads="1"/>
          </p:cNvSpPr>
          <p:nvPr/>
        </p:nvSpPr>
        <p:spPr bwMode="auto">
          <a:xfrm>
            <a:off x="508000" y="3643314"/>
            <a:ext cx="11176000" cy="2659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squar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342900" indent="-228600">
              <a:defRPr>
                <a:solidFill>
                  <a:schemeClr val="tx1"/>
                </a:solidFill>
                <a:latin typeface="Arial" panose="020B0604020202020204" pitchFamily="34" charset="0"/>
                <a:cs typeface="Arial" panose="020B0604020202020204" pitchFamily="34" charset="0"/>
              </a:defRPr>
            </a:lvl2pPr>
            <a:lvl3pPr marL="6858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5000"/>
              </a:lnSpc>
              <a:spcBef>
                <a:spcPct val="35000"/>
              </a:spcBef>
              <a:spcAft>
                <a:spcPct val="0"/>
              </a:spcAft>
              <a:buClr>
                <a:srgbClr val="FF9933"/>
              </a:buClr>
              <a:buFont typeface="Wingdings" panose="05000000000000000000" pitchFamily="2" charset="2"/>
              <a:buNone/>
            </a:pPr>
            <a:r>
              <a:rPr lang="en-US" altLang="en-US" sz="2000" dirty="0">
                <a:solidFill>
                  <a:prstClr val="black"/>
                </a:solidFill>
              </a:rPr>
              <a:t>Security appliance configuration philosophy is interface-based.</a:t>
            </a:r>
          </a:p>
          <a:p>
            <a:pPr lvl="1" fontAlgn="base">
              <a:lnSpc>
                <a:spcPct val="95000"/>
              </a:lnSpc>
              <a:spcBef>
                <a:spcPct val="35000"/>
              </a:spcBef>
              <a:spcAft>
                <a:spcPct val="0"/>
              </a:spcAft>
              <a:buClr>
                <a:srgbClr val="5B9BD5"/>
              </a:buClr>
              <a:buFont typeface="Wingdings" panose="05000000000000000000" pitchFamily="2" charset="2"/>
              <a:buNone/>
            </a:pPr>
            <a:r>
              <a:rPr lang="en-US" altLang="en-US" sz="2000" dirty="0">
                <a:solidFill>
                  <a:prstClr val="black"/>
                </a:solidFill>
              </a:rPr>
              <a:t>Interface ACL permits and denies the initial </a:t>
            </a:r>
            <a:r>
              <a:rPr lang="en-US" altLang="en-US" sz="2000" i="1" dirty="0">
                <a:solidFill>
                  <a:prstClr val="black"/>
                </a:solidFill>
              </a:rPr>
              <a:t>incoming</a:t>
            </a:r>
            <a:r>
              <a:rPr lang="en-US" altLang="en-US" sz="2000" dirty="0">
                <a:solidFill>
                  <a:prstClr val="black"/>
                </a:solidFill>
              </a:rPr>
              <a:t> and </a:t>
            </a:r>
            <a:r>
              <a:rPr lang="en-US" altLang="en-US" sz="2000" i="1" dirty="0">
                <a:solidFill>
                  <a:prstClr val="black"/>
                </a:solidFill>
              </a:rPr>
              <a:t>outgoing</a:t>
            </a:r>
            <a:r>
              <a:rPr lang="en-US" altLang="en-US" sz="2000" dirty="0">
                <a:solidFill>
                  <a:prstClr val="black"/>
                </a:solidFill>
              </a:rPr>
              <a:t> packets on that interface.</a:t>
            </a:r>
          </a:p>
          <a:p>
            <a:pPr lvl="1" fontAlgn="base">
              <a:lnSpc>
                <a:spcPct val="95000"/>
              </a:lnSpc>
              <a:spcBef>
                <a:spcPct val="35000"/>
              </a:spcBef>
              <a:spcAft>
                <a:spcPct val="0"/>
              </a:spcAft>
              <a:buClr>
                <a:srgbClr val="5B9BD5"/>
              </a:buClr>
              <a:buFont typeface="Wingdings" panose="05000000000000000000" pitchFamily="2" charset="2"/>
              <a:buNone/>
            </a:pPr>
            <a:r>
              <a:rPr lang="en-US" altLang="en-US" sz="2000" dirty="0">
                <a:solidFill>
                  <a:prstClr val="black"/>
                </a:solidFill>
              </a:rPr>
              <a:t>An ACL must describe only the initial packet of the application; return traffic does not need to be described.</a:t>
            </a:r>
          </a:p>
          <a:p>
            <a:pPr lvl="1" fontAlgn="base">
              <a:lnSpc>
                <a:spcPct val="95000"/>
              </a:lnSpc>
              <a:spcBef>
                <a:spcPct val="35000"/>
              </a:spcBef>
              <a:spcAft>
                <a:spcPct val="0"/>
              </a:spcAft>
              <a:buClr>
                <a:srgbClr val="5B9BD5"/>
              </a:buClr>
              <a:buFont typeface="Wingdings" panose="05000000000000000000" pitchFamily="2" charset="2"/>
              <a:buNone/>
            </a:pPr>
            <a:r>
              <a:rPr lang="en-US" altLang="en-US" sz="2000" dirty="0">
                <a:solidFill>
                  <a:prstClr val="black"/>
                </a:solidFill>
              </a:rPr>
              <a:t>If no ACL is attached to an interface:</a:t>
            </a:r>
          </a:p>
          <a:p>
            <a:pPr lvl="2" fontAlgn="base">
              <a:lnSpc>
                <a:spcPct val="95000"/>
              </a:lnSpc>
              <a:spcBef>
                <a:spcPct val="35000"/>
              </a:spcBef>
              <a:spcAft>
                <a:spcPct val="0"/>
              </a:spcAft>
              <a:buClr>
                <a:srgbClr val="5B9BD5"/>
              </a:buClr>
              <a:buFont typeface="Wingdings" panose="05000000000000000000" pitchFamily="2" charset="2"/>
              <a:buNone/>
            </a:pPr>
            <a:r>
              <a:rPr lang="en-US" altLang="en-US" sz="2000" dirty="0">
                <a:solidFill>
                  <a:prstClr val="black"/>
                </a:solidFill>
              </a:rPr>
              <a:t>The outbound packet is permitted by default.</a:t>
            </a:r>
          </a:p>
          <a:p>
            <a:pPr lvl="2" fontAlgn="base">
              <a:lnSpc>
                <a:spcPct val="95000"/>
              </a:lnSpc>
              <a:spcBef>
                <a:spcPct val="35000"/>
              </a:spcBef>
              <a:spcAft>
                <a:spcPct val="0"/>
              </a:spcAft>
              <a:buClr>
                <a:srgbClr val="5B9BD5"/>
              </a:buClr>
              <a:buFont typeface="Wingdings" panose="05000000000000000000" pitchFamily="2" charset="2"/>
              <a:buNone/>
            </a:pPr>
            <a:r>
              <a:rPr lang="en-US" altLang="en-US" sz="2000" dirty="0">
                <a:solidFill>
                  <a:prstClr val="black"/>
                </a:solidFill>
              </a:rPr>
              <a:t>The inbound packet is denied by default.</a:t>
            </a:r>
          </a:p>
        </p:txBody>
      </p:sp>
      <p:pic>
        <p:nvPicPr>
          <p:cNvPr id="178188" name="Picture 88" descr="Network_Cloud_Standar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92365" y="1479552"/>
            <a:ext cx="1538287"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8189" name="Text Box 57"/>
          <p:cNvSpPr txBox="1">
            <a:spLocks noChangeArrowheads="1"/>
          </p:cNvSpPr>
          <p:nvPr/>
        </p:nvSpPr>
        <p:spPr bwMode="auto">
          <a:xfrm>
            <a:off x="2627313" y="1689101"/>
            <a:ext cx="1066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50000"/>
              </a:spcBef>
              <a:spcAft>
                <a:spcPct val="0"/>
              </a:spcAft>
              <a:buClr>
                <a:srgbClr val="FF9933"/>
              </a:buClr>
              <a:buFont typeface="Wingdings" panose="05000000000000000000" pitchFamily="2" charset="2"/>
              <a:buNone/>
            </a:pPr>
            <a:r>
              <a:rPr lang="en-US" altLang="en-US">
                <a:solidFill>
                  <a:prstClr val="black"/>
                </a:solidFill>
              </a:rPr>
              <a:t>Internet</a:t>
            </a:r>
          </a:p>
        </p:txBody>
      </p:sp>
      <p:pic>
        <p:nvPicPr>
          <p:cNvPr id="178190" name="Picture 86" descr="Route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62489" y="1636713"/>
            <a:ext cx="666751"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8191" name="Picture 87" descr="Cisco_ASA5500"/>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832600" y="1489075"/>
            <a:ext cx="557213" cy="7318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8192" name="Picture 89" descr="PC"/>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953502" y="1546226"/>
            <a:ext cx="6127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32918146"/>
      </p:ext>
    </p:extLst>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2" name="Rectangle 112"/>
          <p:cNvSpPr>
            <a:spLocks noGrp="1" noChangeArrowheads="1"/>
          </p:cNvSpPr>
          <p:nvPr>
            <p:ph type="title"/>
          </p:nvPr>
        </p:nvSpPr>
        <p:spPr>
          <a:xfrm>
            <a:off x="0" y="6300"/>
            <a:ext cx="10515600" cy="457147"/>
          </a:xfrm>
        </p:spPr>
        <p:txBody>
          <a:bodyPr/>
          <a:lstStyle/>
          <a:p>
            <a:pPr eaLnBrk="1" hangingPunct="1"/>
            <a:r>
              <a:rPr lang="en-US" altLang="en-US" sz="3733" dirty="0">
                <a:latin typeface="Arial" panose="020B0604020202020204" pitchFamily="34" charset="0"/>
                <a:cs typeface="Arial" panose="020B0604020202020204" pitchFamily="34" charset="0"/>
              </a:rPr>
              <a:t>Inbound Traffic to DMZ Web Server</a:t>
            </a:r>
          </a:p>
        </p:txBody>
      </p:sp>
      <p:sp>
        <p:nvSpPr>
          <p:cNvPr id="179203" name="Rectangle 113"/>
          <p:cNvSpPr>
            <a:spLocks noGrp="1" noChangeArrowheads="1"/>
          </p:cNvSpPr>
          <p:nvPr>
            <p:ph idx="1"/>
          </p:nvPr>
        </p:nvSpPr>
        <p:spPr>
          <a:xfrm>
            <a:off x="406400" y="3954465"/>
            <a:ext cx="11379200" cy="2593975"/>
          </a:xfrm>
        </p:spPr>
        <p:txBody>
          <a:bodyPr/>
          <a:lstStyle/>
          <a:p>
            <a:pPr marL="0" indent="0" eaLnBrk="1" hangingPunct="1">
              <a:buNone/>
            </a:pPr>
            <a:r>
              <a:rPr lang="en-US" altLang="en-US" sz="2000" dirty="0">
                <a:latin typeface="Arial" panose="020B0604020202020204" pitchFamily="34" charset="0"/>
                <a:cs typeface="Arial" panose="020B0604020202020204" pitchFamily="34" charset="0"/>
              </a:rPr>
              <a:t>There is no ACL, so by default, inbound access is denied. </a:t>
            </a:r>
            <a:br>
              <a:rPr lang="en-US" altLang="en-US" sz="2000" dirty="0">
                <a:latin typeface="Arial" panose="020B0604020202020204" pitchFamily="34" charset="0"/>
                <a:cs typeface="Arial" panose="020B0604020202020204" pitchFamily="34" charset="0"/>
              </a:rPr>
            </a:br>
            <a:r>
              <a:rPr lang="en-US" altLang="en-US" sz="2000" dirty="0">
                <a:latin typeface="Arial" panose="020B0604020202020204" pitchFamily="34" charset="0"/>
                <a:cs typeface="Arial" panose="020B0604020202020204" pitchFamily="34" charset="0"/>
              </a:rPr>
              <a:t>To permit inbound traffic, complete the following steps:</a:t>
            </a:r>
          </a:p>
          <a:p>
            <a:pPr lvl="1" eaLnBrk="1" hangingPunct="1">
              <a:buFont typeface="Wingdings" panose="05000000000000000000" pitchFamily="2" charset="2"/>
              <a:buNone/>
            </a:pPr>
            <a:r>
              <a:rPr lang="en-US" altLang="en-US" sz="2000" dirty="0">
                <a:latin typeface="Arial" panose="020B0604020202020204" pitchFamily="34" charset="0"/>
                <a:cs typeface="Arial" panose="020B0604020202020204" pitchFamily="34" charset="0"/>
              </a:rPr>
              <a:t>Configure a static translation for the web server address</a:t>
            </a:r>
          </a:p>
          <a:p>
            <a:pPr lvl="1" eaLnBrk="1" hangingPunct="1">
              <a:buFont typeface="Wingdings" panose="05000000000000000000" pitchFamily="2" charset="2"/>
              <a:buNone/>
            </a:pPr>
            <a:r>
              <a:rPr lang="en-US" altLang="en-US" sz="2000" dirty="0">
                <a:latin typeface="Arial" panose="020B0604020202020204" pitchFamily="34" charset="0"/>
                <a:cs typeface="Arial" panose="020B0604020202020204" pitchFamily="34" charset="0"/>
              </a:rPr>
              <a:t>Configure an inbound ACL</a:t>
            </a:r>
          </a:p>
          <a:p>
            <a:pPr lvl="1" eaLnBrk="1" hangingPunct="1">
              <a:buFont typeface="Wingdings" panose="05000000000000000000" pitchFamily="2" charset="2"/>
              <a:buNone/>
            </a:pPr>
            <a:r>
              <a:rPr lang="en-US" altLang="en-US" sz="2000" dirty="0">
                <a:latin typeface="Arial" panose="020B0604020202020204" pitchFamily="34" charset="0"/>
                <a:cs typeface="Arial" panose="020B0604020202020204" pitchFamily="34" charset="0"/>
              </a:rPr>
              <a:t>Apply the ACL to the outside interface</a:t>
            </a:r>
          </a:p>
        </p:txBody>
      </p:sp>
      <p:sp>
        <p:nvSpPr>
          <p:cNvPr id="179204" name="Rectangle 4"/>
          <p:cNvSpPr>
            <a:spLocks noChangeArrowheads="1"/>
          </p:cNvSpPr>
          <p:nvPr/>
        </p:nvSpPr>
        <p:spPr bwMode="auto">
          <a:xfrm>
            <a:off x="5364754" y="2902357"/>
            <a:ext cx="99418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Helvetica" panose="020B0604020202020204" pitchFamily="34" charset="0"/>
              </a:rPr>
              <a:t>192.168.1.0</a:t>
            </a:r>
          </a:p>
        </p:txBody>
      </p:sp>
      <p:sp>
        <p:nvSpPr>
          <p:cNvPr id="179205" name="Rectangle 5"/>
          <p:cNvSpPr>
            <a:spLocks noChangeArrowheads="1"/>
          </p:cNvSpPr>
          <p:nvPr/>
        </p:nvSpPr>
        <p:spPr bwMode="auto">
          <a:xfrm>
            <a:off x="7103658" y="3217864"/>
            <a:ext cx="740587" cy="259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lnSpc>
                <a:spcPct val="90000"/>
              </a:lnSpc>
              <a:spcBef>
                <a:spcPct val="20000"/>
              </a:spcBef>
              <a:spcAft>
                <a:spcPct val="0"/>
              </a:spcAft>
              <a:buClr>
                <a:srgbClr val="FF9933"/>
              </a:buClr>
              <a:buFont typeface="Wingdings" panose="05000000000000000000" pitchFamily="2" charset="2"/>
              <a:buNone/>
            </a:pPr>
            <a:r>
              <a:rPr lang="en-US" altLang="en-US" sz="1200">
                <a:solidFill>
                  <a:prstClr val="black"/>
                </a:solidFill>
                <a:latin typeface="Helvetica" panose="020B0604020202020204" pitchFamily="34" charset="0"/>
              </a:rPr>
              <a:t>10.0.1.0</a:t>
            </a:r>
          </a:p>
        </p:txBody>
      </p:sp>
      <p:sp>
        <p:nvSpPr>
          <p:cNvPr id="179206" name="Rectangle 6"/>
          <p:cNvSpPr>
            <a:spLocks noChangeArrowheads="1"/>
          </p:cNvSpPr>
          <p:nvPr/>
        </p:nvSpPr>
        <p:spPr bwMode="auto">
          <a:xfrm>
            <a:off x="6946594" y="1951037"/>
            <a:ext cx="1002326" cy="462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lnSpc>
                <a:spcPct val="90000"/>
              </a:lnSpc>
              <a:spcBef>
                <a:spcPct val="20000"/>
              </a:spcBef>
              <a:spcAft>
                <a:spcPct val="0"/>
              </a:spcAft>
              <a:buClr>
                <a:srgbClr val="FF9933"/>
              </a:buClr>
              <a:buFont typeface="Wingdings" panose="05000000000000000000" pitchFamily="2" charset="2"/>
              <a:buNone/>
            </a:pPr>
            <a:r>
              <a:rPr lang="en-US" altLang="en-US" sz="1200">
                <a:solidFill>
                  <a:prstClr val="black"/>
                </a:solidFill>
                <a:latin typeface="Helvetica" panose="020B0604020202020204" pitchFamily="34" charset="0"/>
              </a:rPr>
              <a:t>Public Web </a:t>
            </a:r>
          </a:p>
          <a:p>
            <a:pPr algn="ctr" fontAlgn="base">
              <a:lnSpc>
                <a:spcPct val="90000"/>
              </a:lnSpc>
              <a:spcBef>
                <a:spcPct val="20000"/>
              </a:spcBef>
              <a:spcAft>
                <a:spcPct val="0"/>
              </a:spcAft>
              <a:buClr>
                <a:srgbClr val="FF9933"/>
              </a:buClr>
              <a:buFont typeface="Wingdings" panose="05000000000000000000" pitchFamily="2" charset="2"/>
              <a:buNone/>
            </a:pPr>
            <a:r>
              <a:rPr lang="en-US" altLang="en-US" sz="1200">
                <a:solidFill>
                  <a:prstClr val="black"/>
                </a:solidFill>
                <a:latin typeface="Helvetica" panose="020B0604020202020204" pitchFamily="34" charset="0"/>
              </a:rPr>
              <a:t>Server</a:t>
            </a:r>
          </a:p>
        </p:txBody>
      </p:sp>
      <p:sp>
        <p:nvSpPr>
          <p:cNvPr id="179207" name="Line 8"/>
          <p:cNvSpPr>
            <a:spLocks noChangeShapeType="1"/>
          </p:cNvSpPr>
          <p:nvPr/>
        </p:nvSpPr>
        <p:spPr bwMode="auto">
          <a:xfrm>
            <a:off x="4029075" y="3181351"/>
            <a:ext cx="4368800" cy="17463"/>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79208" name="Line 9"/>
          <p:cNvSpPr>
            <a:spLocks noChangeShapeType="1"/>
          </p:cNvSpPr>
          <p:nvPr/>
        </p:nvSpPr>
        <p:spPr bwMode="auto">
          <a:xfrm flipH="1">
            <a:off x="6707188" y="2182813"/>
            <a:ext cx="11112" cy="126047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79209" name="Text Box 94"/>
          <p:cNvSpPr txBox="1">
            <a:spLocks noChangeArrowheads="1"/>
          </p:cNvSpPr>
          <p:nvPr/>
        </p:nvSpPr>
        <p:spPr bwMode="auto">
          <a:xfrm>
            <a:off x="6378577" y="1595438"/>
            <a:ext cx="647613" cy="350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DMZ</a:t>
            </a:r>
          </a:p>
        </p:txBody>
      </p:sp>
      <p:sp>
        <p:nvSpPr>
          <p:cNvPr id="179210" name="Text Box 95"/>
          <p:cNvSpPr txBox="1">
            <a:spLocks noChangeArrowheads="1"/>
          </p:cNvSpPr>
          <p:nvPr/>
        </p:nvSpPr>
        <p:spPr bwMode="auto">
          <a:xfrm>
            <a:off x="8093077" y="2471738"/>
            <a:ext cx="763029" cy="350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Inside</a:t>
            </a:r>
          </a:p>
        </p:txBody>
      </p:sp>
      <p:sp>
        <p:nvSpPr>
          <p:cNvPr id="179211" name="Text Box 96"/>
          <p:cNvSpPr txBox="1">
            <a:spLocks noChangeArrowheads="1"/>
          </p:cNvSpPr>
          <p:nvPr/>
        </p:nvSpPr>
        <p:spPr bwMode="auto">
          <a:xfrm>
            <a:off x="4460877" y="3398838"/>
            <a:ext cx="942566" cy="350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Outside</a:t>
            </a:r>
          </a:p>
        </p:txBody>
      </p:sp>
      <p:sp>
        <p:nvSpPr>
          <p:cNvPr id="179212" name="Rectangle 97"/>
          <p:cNvSpPr>
            <a:spLocks noChangeArrowheads="1"/>
          </p:cNvSpPr>
          <p:nvPr/>
        </p:nvSpPr>
        <p:spPr bwMode="auto">
          <a:xfrm>
            <a:off x="6210300" y="3225801"/>
            <a:ext cx="275717" cy="258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Helvetica" panose="020B0604020202020204" pitchFamily="34" charset="0"/>
              </a:rPr>
              <a:t>.2</a:t>
            </a:r>
          </a:p>
        </p:txBody>
      </p:sp>
      <p:sp>
        <p:nvSpPr>
          <p:cNvPr id="179213" name="Rectangle 98"/>
          <p:cNvSpPr>
            <a:spLocks noChangeArrowheads="1"/>
          </p:cNvSpPr>
          <p:nvPr/>
        </p:nvSpPr>
        <p:spPr bwMode="auto">
          <a:xfrm>
            <a:off x="5286375" y="3213101"/>
            <a:ext cx="275717" cy="258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Helvetica" panose="020B0604020202020204" pitchFamily="34" charset="0"/>
              </a:rPr>
              <a:t>.1</a:t>
            </a:r>
          </a:p>
        </p:txBody>
      </p:sp>
      <p:sp>
        <p:nvSpPr>
          <p:cNvPr id="179214" name="Line 101"/>
          <p:cNvSpPr>
            <a:spLocks noChangeShapeType="1"/>
          </p:cNvSpPr>
          <p:nvPr/>
        </p:nvSpPr>
        <p:spPr bwMode="auto">
          <a:xfrm>
            <a:off x="4527551" y="2673351"/>
            <a:ext cx="1257300" cy="0"/>
          </a:xfrm>
          <a:prstGeom prst="line">
            <a:avLst/>
          </a:prstGeom>
          <a:noFill/>
          <a:ln w="28575">
            <a:solidFill>
              <a:schemeClr val="folHlink"/>
            </a:solidFill>
            <a:round/>
            <a:headEnd type="none" w="sm" len="sm"/>
            <a:tailEnd type="triangle" w="med" len="med"/>
          </a:ln>
          <a:extLst>
            <a:ext uri="{909E8E84-426E-40DD-AFC4-6F175D3DCCD1}">
              <a14:hiddenFill xmlns:a14="http://schemas.microsoft.com/office/drawing/2010/main">
                <a:noFill/>
              </a14:hiddenFill>
            </a:ext>
          </a:extLst>
        </p:spPr>
        <p:txBody>
          <a:bodyPr lIns="73025" tIns="36512" rIns="73025" bIns="36512"/>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79215" name="Text Box 102"/>
          <p:cNvSpPr txBox="1">
            <a:spLocks noChangeArrowheads="1"/>
          </p:cNvSpPr>
          <p:nvPr/>
        </p:nvSpPr>
        <p:spPr bwMode="auto">
          <a:xfrm>
            <a:off x="4562477" y="2312988"/>
            <a:ext cx="981038" cy="350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Inbound</a:t>
            </a:r>
          </a:p>
        </p:txBody>
      </p:sp>
      <p:sp>
        <p:nvSpPr>
          <p:cNvPr id="179216" name="Text Box 104"/>
          <p:cNvSpPr txBox="1">
            <a:spLocks noChangeArrowheads="1"/>
          </p:cNvSpPr>
          <p:nvPr/>
        </p:nvSpPr>
        <p:spPr bwMode="auto">
          <a:xfrm>
            <a:off x="5680075" y="2509838"/>
            <a:ext cx="301365" cy="350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srgbClr val="CC0033"/>
                </a:solidFill>
              </a:rPr>
              <a:t>X</a:t>
            </a:r>
          </a:p>
        </p:txBody>
      </p:sp>
      <p:sp>
        <p:nvSpPr>
          <p:cNvPr id="179217" name="Arc 107"/>
          <p:cNvSpPr>
            <a:spLocks/>
          </p:cNvSpPr>
          <p:nvPr/>
        </p:nvSpPr>
        <p:spPr bwMode="auto">
          <a:xfrm rot="10832475" flipH="1">
            <a:off x="5913439" y="1955801"/>
            <a:ext cx="520700" cy="723900"/>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folHlink"/>
            </a:solidFill>
            <a:prstDash val="dash"/>
            <a:round/>
            <a:headEnd/>
            <a:tailEnd type="triangle" w="med" len="med"/>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pic>
        <p:nvPicPr>
          <p:cNvPr id="179218" name="Picture 117" descr="Cisco_ASA550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48426" y="2851151"/>
            <a:ext cx="520700"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9219" name="Picture 118" descr="P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129590" y="2930526"/>
            <a:ext cx="547687"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9220" name="Picture 120" descr="Network_Cloud_Standard"/>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33675" y="2838451"/>
            <a:ext cx="1371600"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9221" name="Rectangle 56"/>
          <p:cNvSpPr>
            <a:spLocks noChangeArrowheads="1"/>
          </p:cNvSpPr>
          <p:nvPr/>
        </p:nvSpPr>
        <p:spPr bwMode="auto">
          <a:xfrm>
            <a:off x="2981325" y="3019425"/>
            <a:ext cx="883255"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Internet</a:t>
            </a:r>
          </a:p>
        </p:txBody>
      </p:sp>
      <p:pic>
        <p:nvPicPr>
          <p:cNvPr id="179222" name="Picture 119" descr="File-Application_Serve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540501" y="1949451"/>
            <a:ext cx="320675"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9223" name="Picture 116" descr="Route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648200" y="2935289"/>
            <a:ext cx="685800"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82445157"/>
      </p:ext>
    </p:extLst>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6" name="Rectangle 4"/>
          <p:cNvSpPr>
            <a:spLocks noChangeArrowheads="1"/>
          </p:cNvSpPr>
          <p:nvPr/>
        </p:nvSpPr>
        <p:spPr bwMode="auto">
          <a:xfrm>
            <a:off x="5380629" y="2980145"/>
            <a:ext cx="99418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Helvetica" panose="020B0604020202020204" pitchFamily="34" charset="0"/>
              </a:rPr>
              <a:t>192.168.1.0</a:t>
            </a:r>
          </a:p>
        </p:txBody>
      </p:sp>
      <p:sp>
        <p:nvSpPr>
          <p:cNvPr id="180227" name="Rectangle 5"/>
          <p:cNvSpPr>
            <a:spLocks noChangeArrowheads="1"/>
          </p:cNvSpPr>
          <p:nvPr/>
        </p:nvSpPr>
        <p:spPr bwMode="auto">
          <a:xfrm>
            <a:off x="7146519" y="3360739"/>
            <a:ext cx="740587" cy="259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lnSpc>
                <a:spcPct val="90000"/>
              </a:lnSpc>
              <a:spcBef>
                <a:spcPct val="20000"/>
              </a:spcBef>
              <a:spcAft>
                <a:spcPct val="0"/>
              </a:spcAft>
              <a:buClr>
                <a:srgbClr val="FF9933"/>
              </a:buClr>
              <a:buFont typeface="Wingdings" panose="05000000000000000000" pitchFamily="2" charset="2"/>
              <a:buNone/>
            </a:pPr>
            <a:r>
              <a:rPr lang="en-US" altLang="en-US" sz="1200">
                <a:solidFill>
                  <a:prstClr val="black"/>
                </a:solidFill>
                <a:latin typeface="Helvetica" panose="020B0604020202020204" pitchFamily="34" charset="0"/>
              </a:rPr>
              <a:t>10.0.1.0</a:t>
            </a:r>
          </a:p>
        </p:txBody>
      </p:sp>
      <p:sp>
        <p:nvSpPr>
          <p:cNvPr id="180228" name="Rectangle 6"/>
          <p:cNvSpPr>
            <a:spLocks noChangeArrowheads="1"/>
          </p:cNvSpPr>
          <p:nvPr/>
        </p:nvSpPr>
        <p:spPr bwMode="auto">
          <a:xfrm>
            <a:off x="6946594" y="2065337"/>
            <a:ext cx="1002326" cy="462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lnSpc>
                <a:spcPct val="90000"/>
              </a:lnSpc>
              <a:spcBef>
                <a:spcPct val="20000"/>
              </a:spcBef>
              <a:spcAft>
                <a:spcPct val="0"/>
              </a:spcAft>
              <a:buClr>
                <a:srgbClr val="FF9933"/>
              </a:buClr>
              <a:buFont typeface="Wingdings" panose="05000000000000000000" pitchFamily="2" charset="2"/>
              <a:buNone/>
            </a:pPr>
            <a:r>
              <a:rPr lang="en-US" altLang="en-US" sz="1200">
                <a:solidFill>
                  <a:prstClr val="black"/>
                </a:solidFill>
                <a:latin typeface="Helvetica" panose="020B0604020202020204" pitchFamily="34" charset="0"/>
              </a:rPr>
              <a:t>Public Web </a:t>
            </a:r>
          </a:p>
          <a:p>
            <a:pPr algn="ctr" fontAlgn="base">
              <a:lnSpc>
                <a:spcPct val="90000"/>
              </a:lnSpc>
              <a:spcBef>
                <a:spcPct val="20000"/>
              </a:spcBef>
              <a:spcAft>
                <a:spcPct val="0"/>
              </a:spcAft>
              <a:buClr>
                <a:srgbClr val="FF9933"/>
              </a:buClr>
              <a:buFont typeface="Wingdings" panose="05000000000000000000" pitchFamily="2" charset="2"/>
              <a:buNone/>
            </a:pPr>
            <a:r>
              <a:rPr lang="en-US" altLang="en-US" sz="1200">
                <a:solidFill>
                  <a:prstClr val="black"/>
                </a:solidFill>
                <a:latin typeface="Helvetica" panose="020B0604020202020204" pitchFamily="34" charset="0"/>
              </a:rPr>
              <a:t>Server</a:t>
            </a:r>
          </a:p>
        </p:txBody>
      </p:sp>
      <p:sp>
        <p:nvSpPr>
          <p:cNvPr id="180229" name="Line 8"/>
          <p:cNvSpPr>
            <a:spLocks noChangeShapeType="1"/>
          </p:cNvSpPr>
          <p:nvPr/>
        </p:nvSpPr>
        <p:spPr bwMode="auto">
          <a:xfrm flipV="1">
            <a:off x="3870325" y="3290888"/>
            <a:ext cx="4357688" cy="4763"/>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80230" name="Line 9"/>
          <p:cNvSpPr>
            <a:spLocks noChangeShapeType="1"/>
          </p:cNvSpPr>
          <p:nvPr/>
        </p:nvSpPr>
        <p:spPr bwMode="auto">
          <a:xfrm flipH="1">
            <a:off x="6711949" y="2259014"/>
            <a:ext cx="7939" cy="957263"/>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80231" name="Arc 93"/>
          <p:cNvSpPr>
            <a:spLocks/>
          </p:cNvSpPr>
          <p:nvPr/>
        </p:nvSpPr>
        <p:spPr bwMode="auto">
          <a:xfrm rot="10832475" flipH="1">
            <a:off x="5864226" y="2247901"/>
            <a:ext cx="571500" cy="546100"/>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folHlink"/>
            </a:solidFill>
            <a:prstDash val="dash"/>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80232" name="Text Box 94"/>
          <p:cNvSpPr txBox="1">
            <a:spLocks noChangeArrowheads="1"/>
          </p:cNvSpPr>
          <p:nvPr/>
        </p:nvSpPr>
        <p:spPr bwMode="auto">
          <a:xfrm>
            <a:off x="6378577" y="1709738"/>
            <a:ext cx="647613" cy="350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DMZ</a:t>
            </a:r>
          </a:p>
        </p:txBody>
      </p:sp>
      <p:sp>
        <p:nvSpPr>
          <p:cNvPr id="180233" name="Text Box 95"/>
          <p:cNvSpPr txBox="1">
            <a:spLocks noChangeArrowheads="1"/>
          </p:cNvSpPr>
          <p:nvPr/>
        </p:nvSpPr>
        <p:spPr bwMode="auto">
          <a:xfrm>
            <a:off x="8093077" y="2586038"/>
            <a:ext cx="763029" cy="350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Inside</a:t>
            </a:r>
          </a:p>
        </p:txBody>
      </p:sp>
      <p:sp>
        <p:nvSpPr>
          <p:cNvPr id="180234" name="Text Box 96"/>
          <p:cNvSpPr txBox="1">
            <a:spLocks noChangeArrowheads="1"/>
          </p:cNvSpPr>
          <p:nvPr/>
        </p:nvSpPr>
        <p:spPr bwMode="auto">
          <a:xfrm>
            <a:off x="4460877" y="3513138"/>
            <a:ext cx="942566" cy="350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Outside</a:t>
            </a:r>
          </a:p>
        </p:txBody>
      </p:sp>
      <p:sp>
        <p:nvSpPr>
          <p:cNvPr id="180235" name="Rectangle 97"/>
          <p:cNvSpPr>
            <a:spLocks noChangeArrowheads="1"/>
          </p:cNvSpPr>
          <p:nvPr/>
        </p:nvSpPr>
        <p:spPr bwMode="auto">
          <a:xfrm>
            <a:off x="6181725" y="3340101"/>
            <a:ext cx="275717" cy="258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Helvetica" panose="020B0604020202020204" pitchFamily="34" charset="0"/>
              </a:rPr>
              <a:t>.2</a:t>
            </a:r>
          </a:p>
        </p:txBody>
      </p:sp>
      <p:sp>
        <p:nvSpPr>
          <p:cNvPr id="180236" name="Rectangle 98"/>
          <p:cNvSpPr>
            <a:spLocks noChangeArrowheads="1"/>
          </p:cNvSpPr>
          <p:nvPr/>
        </p:nvSpPr>
        <p:spPr bwMode="auto">
          <a:xfrm>
            <a:off x="5286375" y="3327401"/>
            <a:ext cx="275717" cy="258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Helvetica" panose="020B0604020202020204" pitchFamily="34" charset="0"/>
              </a:rPr>
              <a:t>.1</a:t>
            </a:r>
          </a:p>
        </p:txBody>
      </p:sp>
      <p:sp>
        <p:nvSpPr>
          <p:cNvPr id="180237" name="Rectangle 99"/>
          <p:cNvSpPr>
            <a:spLocks noChangeArrowheads="1"/>
          </p:cNvSpPr>
          <p:nvPr/>
        </p:nvSpPr>
        <p:spPr bwMode="auto">
          <a:xfrm>
            <a:off x="4925017" y="2640420"/>
            <a:ext cx="99418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Helvetica" panose="020B0604020202020204" pitchFamily="34" charset="0"/>
              </a:rPr>
              <a:t>192.168.1.9</a:t>
            </a:r>
          </a:p>
        </p:txBody>
      </p:sp>
      <p:sp>
        <p:nvSpPr>
          <p:cNvPr id="180238" name="Rectangle 100"/>
          <p:cNvSpPr>
            <a:spLocks noChangeArrowheads="1"/>
          </p:cNvSpPr>
          <p:nvPr/>
        </p:nvSpPr>
        <p:spPr bwMode="auto">
          <a:xfrm>
            <a:off x="5689601" y="2039939"/>
            <a:ext cx="872034" cy="239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r>
              <a:rPr lang="en-US" altLang="en-US" sz="1200">
                <a:solidFill>
                  <a:prstClr val="black"/>
                </a:solidFill>
                <a:latin typeface="Helvetica" panose="020B0604020202020204" pitchFamily="34" charset="0"/>
              </a:rPr>
              <a:t>172.16.1.2</a:t>
            </a:r>
          </a:p>
        </p:txBody>
      </p:sp>
      <p:sp>
        <p:nvSpPr>
          <p:cNvPr id="180239" name="Rectangle 104"/>
          <p:cNvSpPr>
            <a:spLocks noChangeArrowheads="1"/>
          </p:cNvSpPr>
          <p:nvPr/>
        </p:nvSpPr>
        <p:spPr bwMode="auto">
          <a:xfrm>
            <a:off x="1739901" y="5205414"/>
            <a:ext cx="7454900" cy="3168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124" tIns="41061" rIns="82124" bIns="41061">
            <a:spAutoFit/>
          </a:bodyPr>
          <a:lstStyle>
            <a:lvl1pPr marL="342900" indent="-342900" defTabSz="814388">
              <a:defRPr>
                <a:solidFill>
                  <a:schemeClr val="tx1"/>
                </a:solidFill>
                <a:latin typeface="Arial" panose="020B0604020202020204" pitchFamily="34" charset="0"/>
                <a:cs typeface="Arial" panose="020B0604020202020204" pitchFamily="34" charset="0"/>
              </a:defRPr>
            </a:lvl1pPr>
            <a:lvl2pPr marL="284163" indent="-169863"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fontAlgn="base">
              <a:lnSpc>
                <a:spcPct val="95000"/>
              </a:lnSpc>
              <a:spcBef>
                <a:spcPct val="35000"/>
              </a:spcBef>
              <a:spcAft>
                <a:spcPct val="0"/>
              </a:spcAft>
              <a:buClr>
                <a:srgbClr val="5B9BD5"/>
              </a:buClr>
              <a:buFont typeface="Wingdings" panose="05000000000000000000" pitchFamily="2" charset="2"/>
              <a:buNone/>
            </a:pPr>
            <a:r>
              <a:rPr lang="en-US" altLang="en-US" sz="1600">
                <a:solidFill>
                  <a:prstClr val="black"/>
                </a:solidFill>
              </a:rPr>
              <a:t>Maps an inside private address to an outside public address</a:t>
            </a:r>
          </a:p>
        </p:txBody>
      </p:sp>
      <p:sp>
        <p:nvSpPr>
          <p:cNvPr id="180240" name="Text Box 105"/>
          <p:cNvSpPr txBox="1">
            <a:spLocks noChangeArrowheads="1"/>
          </p:cNvSpPr>
          <p:nvPr/>
        </p:nvSpPr>
        <p:spPr bwMode="auto">
          <a:xfrm>
            <a:off x="1739901" y="4832351"/>
            <a:ext cx="8716963" cy="323165"/>
          </a:xfrm>
          <a:prstGeom prst="rect">
            <a:avLst/>
          </a:prstGeom>
          <a:solidFill>
            <a:schemeClr val="bg1"/>
          </a:solidFill>
          <a:ln w="28575">
            <a:solidFill>
              <a:schemeClr val="tx1"/>
            </a:solidFill>
            <a:miter lim="800000"/>
            <a:headEnd type="none" w="sm" len="sm"/>
            <a:tailEnd type="none" w="sm" len="sm"/>
          </a:ln>
        </p:spPr>
        <p:txBody>
          <a:bodyPr bIns="0">
            <a:spAutoFit/>
          </a:bodyPr>
          <a:lstStyle>
            <a:lvl1pPr marL="238125" indent="-238125">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50000"/>
              </a:spcBef>
              <a:spcAft>
                <a:spcPct val="0"/>
              </a:spcAft>
              <a:buClr>
                <a:srgbClr val="FF9933"/>
              </a:buClr>
              <a:buFont typeface="Wingdings" panose="05000000000000000000" pitchFamily="2" charset="2"/>
              <a:buNone/>
            </a:pPr>
            <a:r>
              <a:rPr lang="en-US" altLang="en-US">
                <a:solidFill>
                  <a:prstClr val="black"/>
                </a:solidFill>
                <a:latin typeface="Courier New" panose="02070309020205020404" pitchFamily="49" charset="0"/>
              </a:rPr>
              <a:t>asa1(config)# static (DMZ,outside) 192.168.1.9 172.16.1.2 0 0</a:t>
            </a:r>
          </a:p>
        </p:txBody>
      </p:sp>
      <p:sp>
        <p:nvSpPr>
          <p:cNvPr id="180241" name="Rectangle 108"/>
          <p:cNvSpPr>
            <a:spLocks noGrp="1" noChangeArrowheads="1"/>
          </p:cNvSpPr>
          <p:nvPr>
            <p:ph type="title"/>
          </p:nvPr>
        </p:nvSpPr>
        <p:spPr>
          <a:xfrm>
            <a:off x="0" y="6683"/>
            <a:ext cx="10515600" cy="533068"/>
          </a:xfrm>
        </p:spPr>
        <p:txBody>
          <a:bodyPr/>
          <a:lstStyle/>
          <a:p>
            <a:pPr eaLnBrk="1" hangingPunct="1"/>
            <a:r>
              <a:rPr lang="en-US" altLang="en-US" sz="3733" dirty="0">
                <a:latin typeface="Arial" panose="020B0604020202020204" pitchFamily="34" charset="0"/>
                <a:cs typeface="Arial" panose="020B0604020202020204" pitchFamily="34" charset="0"/>
              </a:rPr>
              <a:t>Create a Static Translation for Web Server</a:t>
            </a:r>
          </a:p>
        </p:txBody>
      </p:sp>
      <p:pic>
        <p:nvPicPr>
          <p:cNvPr id="180242" name="Picture 109" descr="Cisco_ASA550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51601" y="2941639"/>
            <a:ext cx="520700"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0243" name="Picture 111" descr="File-Application_Serve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51613" y="2076451"/>
            <a:ext cx="320675"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0244" name="Picture 113" descr="Network_Cloud_Standard"/>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33675" y="2941639"/>
            <a:ext cx="1371600"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0245" name="Rectangle 56"/>
          <p:cNvSpPr>
            <a:spLocks noChangeArrowheads="1"/>
          </p:cNvSpPr>
          <p:nvPr/>
        </p:nvSpPr>
        <p:spPr bwMode="auto">
          <a:xfrm>
            <a:off x="2981325" y="3122613"/>
            <a:ext cx="883255"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Internet</a:t>
            </a:r>
          </a:p>
        </p:txBody>
      </p:sp>
      <p:pic>
        <p:nvPicPr>
          <p:cNvPr id="180246" name="Picture 112" descr="Route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648200" y="3048000"/>
            <a:ext cx="685800" cy="48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0247" name="Picture 110" descr="PC"/>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916865" y="3001965"/>
            <a:ext cx="547687"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48030726"/>
      </p:ext>
    </p:extLst>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ChangeArrowheads="1"/>
          </p:cNvSpPr>
          <p:nvPr>
            <p:ph type="title"/>
          </p:nvPr>
        </p:nvSpPr>
        <p:spPr>
          <a:xfrm>
            <a:off x="0" y="-12393"/>
            <a:ext cx="10515600" cy="529344"/>
          </a:xfrm>
        </p:spPr>
        <p:txBody>
          <a:bodyPr/>
          <a:lstStyle/>
          <a:p>
            <a:pPr eaLnBrk="1" hangingPunct="1"/>
            <a:r>
              <a:rPr lang="en-US" altLang="en-US" sz="3733" dirty="0">
                <a:latin typeface="Arial" panose="020B0604020202020204" pitchFamily="34" charset="0"/>
                <a:cs typeface="Arial" panose="020B0604020202020204" pitchFamily="34" charset="0"/>
              </a:rPr>
              <a:t>access-list</a:t>
            </a:r>
          </a:p>
        </p:txBody>
      </p:sp>
      <p:sp>
        <p:nvSpPr>
          <p:cNvPr id="181251" name="Rectangle 102"/>
          <p:cNvSpPr>
            <a:spLocks noChangeArrowheads="1"/>
          </p:cNvSpPr>
          <p:nvPr/>
        </p:nvSpPr>
        <p:spPr bwMode="auto">
          <a:xfrm>
            <a:off x="2238377" y="5857876"/>
            <a:ext cx="7681913" cy="272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124" tIns="41061" rIns="82124" bIns="41061">
            <a:spAutoFit/>
          </a:bodyPr>
          <a:lstStyle>
            <a:lvl1pPr marL="342900" indent="-342900" defTabSz="814388">
              <a:defRPr>
                <a:solidFill>
                  <a:schemeClr val="tx1"/>
                </a:solidFill>
                <a:latin typeface="Arial" panose="020B0604020202020204" pitchFamily="34" charset="0"/>
                <a:cs typeface="Arial" panose="020B0604020202020204" pitchFamily="34" charset="0"/>
              </a:defRPr>
            </a:lvl1pPr>
            <a:lvl2pPr marL="342900" indent="-22860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fontAlgn="base">
              <a:lnSpc>
                <a:spcPct val="95000"/>
              </a:lnSpc>
              <a:spcBef>
                <a:spcPct val="35000"/>
              </a:spcBef>
              <a:spcAft>
                <a:spcPct val="0"/>
              </a:spcAft>
              <a:buClr>
                <a:srgbClr val="5B9BD5"/>
              </a:buClr>
              <a:buFont typeface="Wingdings" panose="05000000000000000000" pitchFamily="2" charset="2"/>
              <a:buNone/>
            </a:pPr>
            <a:r>
              <a:rPr lang="en-US" altLang="en-US" sz="1300">
                <a:solidFill>
                  <a:prstClr val="black"/>
                </a:solidFill>
              </a:rPr>
              <a:t>Permits outside HTTP traffic to access the public web server</a:t>
            </a:r>
          </a:p>
        </p:txBody>
      </p:sp>
      <p:sp>
        <p:nvSpPr>
          <p:cNvPr id="181252" name="Text Box 103"/>
          <p:cNvSpPr txBox="1">
            <a:spLocks noChangeArrowheads="1"/>
          </p:cNvSpPr>
          <p:nvPr/>
        </p:nvSpPr>
        <p:spPr bwMode="auto">
          <a:xfrm>
            <a:off x="2238375" y="5286377"/>
            <a:ext cx="7785100" cy="507831"/>
          </a:xfrm>
          <a:prstGeom prst="rect">
            <a:avLst/>
          </a:prstGeom>
          <a:solidFill>
            <a:schemeClr val="bg1"/>
          </a:solidFill>
          <a:ln w="28575">
            <a:solidFill>
              <a:schemeClr val="tx1"/>
            </a:solidFill>
            <a:miter lim="800000"/>
            <a:headEnd type="none" w="sm" len="sm"/>
            <a:tailEnd type="none" w="sm" len="sm"/>
          </a:ln>
        </p:spPr>
        <p:txBody>
          <a:bodyPr bIns="0">
            <a:spAutoFit/>
          </a:bodyPr>
          <a:lstStyle>
            <a:lvl1pPr marL="238125" indent="-238125">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50000"/>
              </a:spcBef>
              <a:spcAft>
                <a:spcPct val="0"/>
              </a:spcAft>
              <a:buClr>
                <a:srgbClr val="FF9933"/>
              </a:buClr>
              <a:buFont typeface="Wingdings" panose="05000000000000000000" pitchFamily="2" charset="2"/>
              <a:buNone/>
            </a:pPr>
            <a:r>
              <a:rPr lang="en-US" altLang="en-US" sz="1500">
                <a:solidFill>
                  <a:prstClr val="black"/>
                </a:solidFill>
                <a:latin typeface="Courier New" panose="02070309020205020404" pitchFamily="49" charset="0"/>
              </a:rPr>
              <a:t>asa1(config)# </a:t>
            </a:r>
            <a:r>
              <a:rPr lang="en-US" altLang="en-US" sz="1500">
                <a:solidFill>
                  <a:prstClr val="black"/>
                </a:solidFill>
                <a:latin typeface="Courier New" panose="02070309020205020404" pitchFamily="49" charset="0"/>
                <a:cs typeface="Times New Roman" panose="02020603050405020304" pitchFamily="18" charset="0"/>
              </a:rPr>
              <a:t>access-list ACLOUT permit tcp any host 192.168.1.9 eq www</a:t>
            </a:r>
          </a:p>
        </p:txBody>
      </p:sp>
      <p:sp>
        <p:nvSpPr>
          <p:cNvPr id="181253" name="Text Box 104"/>
          <p:cNvSpPr txBox="1">
            <a:spLocks noChangeArrowheads="1"/>
          </p:cNvSpPr>
          <p:nvPr/>
        </p:nvSpPr>
        <p:spPr bwMode="auto">
          <a:xfrm>
            <a:off x="2232025" y="3144837"/>
            <a:ext cx="5638800"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50000"/>
              </a:spcBef>
              <a:spcAft>
                <a:spcPct val="0"/>
              </a:spcAft>
              <a:buClr>
                <a:srgbClr val="FF9933"/>
              </a:buClr>
              <a:buFont typeface="Wingdings" panose="05000000000000000000" pitchFamily="2" charset="2"/>
              <a:buNone/>
            </a:pPr>
            <a:r>
              <a:rPr lang="en-US" altLang="en-US" sz="1300">
                <a:solidFill>
                  <a:prstClr val="black"/>
                </a:solidFill>
              </a:rPr>
              <a:t>ciscoasa(config)#</a:t>
            </a:r>
          </a:p>
        </p:txBody>
      </p:sp>
      <p:sp>
        <p:nvSpPr>
          <p:cNvPr id="181254" name="Rectangle 105"/>
          <p:cNvSpPr>
            <a:spLocks noChangeArrowheads="1"/>
          </p:cNvSpPr>
          <p:nvPr/>
        </p:nvSpPr>
        <p:spPr bwMode="auto">
          <a:xfrm>
            <a:off x="2232026" y="3479802"/>
            <a:ext cx="7843839" cy="1634550"/>
          </a:xfrm>
          <a:prstGeom prst="rect">
            <a:avLst/>
          </a:prstGeom>
          <a:solidFill>
            <a:schemeClr val="bg1"/>
          </a:solidFill>
          <a:ln w="28575">
            <a:solidFill>
              <a:schemeClr val="tx1"/>
            </a:solidFill>
            <a:miter lim="800000"/>
            <a:headEnd/>
            <a:tailEnd/>
          </a:ln>
        </p:spPr>
        <p:txBody>
          <a:bodyPr lIns="82551" tIns="41275" rIns="82551" bIns="41275">
            <a:spAutoFit/>
          </a:bodyPr>
          <a:lstStyle>
            <a:lvl1pPr marL="342900" indent="-342900" defTabSz="915988">
              <a:defRPr>
                <a:solidFill>
                  <a:schemeClr val="tx1"/>
                </a:solidFill>
                <a:latin typeface="Arial" panose="020B0604020202020204" pitchFamily="34" charset="0"/>
                <a:cs typeface="Arial" panose="020B0604020202020204" pitchFamily="34" charset="0"/>
              </a:defRPr>
            </a:lvl1pPr>
            <a:lvl2pPr marL="342900" indent="-228600" defTabSz="915988">
              <a:defRPr>
                <a:solidFill>
                  <a:schemeClr val="tx1"/>
                </a:solidFill>
                <a:latin typeface="Arial" panose="020B0604020202020204" pitchFamily="34" charset="0"/>
                <a:cs typeface="Arial" panose="020B0604020202020204" pitchFamily="34" charset="0"/>
              </a:defRPr>
            </a:lvl2pPr>
            <a:lvl3pPr marL="1143000" indent="-228600" defTabSz="915988">
              <a:defRPr>
                <a:solidFill>
                  <a:schemeClr val="tx1"/>
                </a:solidFill>
                <a:latin typeface="Arial" panose="020B0604020202020204" pitchFamily="34" charset="0"/>
                <a:cs typeface="Arial" panose="020B0604020202020204" pitchFamily="34" charset="0"/>
              </a:defRPr>
            </a:lvl3pPr>
            <a:lvl4pPr marL="1600200" indent="-228600" defTabSz="915988">
              <a:defRPr>
                <a:solidFill>
                  <a:schemeClr val="tx1"/>
                </a:solidFill>
                <a:latin typeface="Arial" panose="020B0604020202020204" pitchFamily="34" charset="0"/>
                <a:cs typeface="Arial" panose="020B0604020202020204" pitchFamily="34" charset="0"/>
              </a:defRPr>
            </a:lvl4pPr>
            <a:lvl5pPr marL="2057400" indent="-228600" defTabSz="915988">
              <a:defRPr>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fontAlgn="base">
              <a:lnSpc>
                <a:spcPct val="90000"/>
              </a:lnSpc>
              <a:spcBef>
                <a:spcPct val="20000"/>
              </a:spcBef>
              <a:spcAft>
                <a:spcPct val="0"/>
              </a:spcAft>
              <a:buClr>
                <a:srgbClr val="FF9933"/>
              </a:buClr>
              <a:buFont typeface="Wingdings" panose="05000000000000000000" pitchFamily="2" charset="2"/>
              <a:buNone/>
            </a:pPr>
            <a:r>
              <a:rPr lang="en-US" altLang="en-US" sz="1400">
                <a:solidFill>
                  <a:prstClr val="black"/>
                </a:solidFill>
                <a:latin typeface="Courier New" panose="02070309020205020404" pitchFamily="49" charset="0"/>
              </a:rPr>
              <a:t>access-list </a:t>
            </a:r>
            <a:r>
              <a:rPr lang="en-US" altLang="en-US" sz="1400" i="1">
                <a:solidFill>
                  <a:prstClr val="black"/>
                </a:solidFill>
                <a:latin typeface="Courier New" panose="02070309020205020404" pitchFamily="49" charset="0"/>
              </a:rPr>
              <a:t>id</a:t>
            </a:r>
            <a:r>
              <a:rPr lang="en-US" altLang="en-US" sz="1400">
                <a:solidFill>
                  <a:prstClr val="black"/>
                </a:solidFill>
                <a:latin typeface="Courier New" panose="02070309020205020404" pitchFamily="49" charset="0"/>
              </a:rPr>
              <a:t> [line </a:t>
            </a:r>
            <a:r>
              <a:rPr lang="en-US" altLang="en-US" sz="1400" i="1">
                <a:solidFill>
                  <a:prstClr val="black"/>
                </a:solidFill>
                <a:latin typeface="Courier New" panose="02070309020205020404" pitchFamily="49" charset="0"/>
              </a:rPr>
              <a:t>line-number</a:t>
            </a:r>
            <a:r>
              <a:rPr lang="en-US" altLang="en-US" sz="1400">
                <a:solidFill>
                  <a:prstClr val="black"/>
                </a:solidFill>
                <a:latin typeface="Courier New" panose="02070309020205020404" pitchFamily="49" charset="0"/>
              </a:rPr>
              <a:t>] [extended] {deny | permit} {</a:t>
            </a:r>
            <a:r>
              <a:rPr lang="en-US" altLang="en-US" sz="1400" i="1">
                <a:solidFill>
                  <a:prstClr val="black"/>
                </a:solidFill>
                <a:latin typeface="Courier New" panose="02070309020205020404" pitchFamily="49" charset="0"/>
              </a:rPr>
              <a:t>protocol</a:t>
            </a:r>
            <a:r>
              <a:rPr lang="en-US" altLang="en-US" sz="1400">
                <a:solidFill>
                  <a:prstClr val="black"/>
                </a:solidFill>
                <a:latin typeface="Courier New" panose="02070309020205020404" pitchFamily="49" charset="0"/>
              </a:rPr>
              <a:t> | object-group </a:t>
            </a:r>
            <a:r>
              <a:rPr lang="en-US" altLang="en-US" sz="1400" i="1">
                <a:solidFill>
                  <a:prstClr val="black"/>
                </a:solidFill>
                <a:latin typeface="Courier New" panose="02070309020205020404" pitchFamily="49" charset="0"/>
              </a:rPr>
              <a:t>protocol_obj_grp_id</a:t>
            </a:r>
            <a:r>
              <a:rPr lang="en-US" altLang="en-US" sz="1400">
                <a:solidFill>
                  <a:prstClr val="black"/>
                </a:solidFill>
                <a:latin typeface="Courier New" panose="02070309020205020404" pitchFamily="49" charset="0"/>
              </a:rPr>
              <a:t>}{host </a:t>
            </a:r>
            <a:r>
              <a:rPr lang="en-US" altLang="en-US" sz="1400" i="1">
                <a:solidFill>
                  <a:prstClr val="black"/>
                </a:solidFill>
                <a:latin typeface="Courier New" panose="02070309020205020404" pitchFamily="49" charset="0"/>
              </a:rPr>
              <a:t>sip</a:t>
            </a:r>
            <a:r>
              <a:rPr lang="en-US" altLang="en-US" sz="1400">
                <a:solidFill>
                  <a:prstClr val="black"/>
                </a:solidFill>
                <a:latin typeface="Courier New" panose="02070309020205020404" pitchFamily="49" charset="0"/>
              </a:rPr>
              <a:t> | </a:t>
            </a:r>
            <a:r>
              <a:rPr lang="en-US" altLang="en-US" sz="1400" i="1">
                <a:solidFill>
                  <a:prstClr val="black"/>
                </a:solidFill>
                <a:latin typeface="Courier New" panose="02070309020205020404" pitchFamily="49" charset="0"/>
              </a:rPr>
              <a:t>sip smask</a:t>
            </a:r>
            <a:r>
              <a:rPr lang="en-US" altLang="en-US" sz="1400">
                <a:solidFill>
                  <a:prstClr val="black"/>
                </a:solidFill>
                <a:latin typeface="Courier New" panose="02070309020205020404" pitchFamily="49" charset="0"/>
              </a:rPr>
              <a:t> | interface </a:t>
            </a:r>
            <a:r>
              <a:rPr lang="en-US" altLang="en-US" sz="1400" i="1">
                <a:solidFill>
                  <a:prstClr val="black"/>
                </a:solidFill>
                <a:latin typeface="Courier New" panose="02070309020205020404" pitchFamily="49" charset="0"/>
              </a:rPr>
              <a:t>ifc_name</a:t>
            </a:r>
            <a:r>
              <a:rPr lang="en-US" altLang="en-US" sz="1400">
                <a:solidFill>
                  <a:prstClr val="black"/>
                </a:solidFill>
                <a:latin typeface="Courier New" panose="02070309020205020404" pitchFamily="49" charset="0"/>
              </a:rPr>
              <a:t> | object-group </a:t>
            </a:r>
            <a:r>
              <a:rPr lang="en-US" altLang="en-US" sz="1400" i="1">
                <a:solidFill>
                  <a:prstClr val="black"/>
                </a:solidFill>
                <a:latin typeface="Courier New" panose="02070309020205020404" pitchFamily="49" charset="0"/>
              </a:rPr>
              <a:t>network_obj_grp_id</a:t>
            </a:r>
            <a:r>
              <a:rPr lang="en-US" altLang="en-US" sz="1400">
                <a:solidFill>
                  <a:prstClr val="black"/>
                </a:solidFill>
                <a:latin typeface="Courier New" panose="02070309020205020404" pitchFamily="49" charset="0"/>
              </a:rPr>
              <a:t> | any} [</a:t>
            </a:r>
            <a:r>
              <a:rPr lang="en-US" altLang="en-US" sz="1400" i="1">
                <a:solidFill>
                  <a:prstClr val="black"/>
                </a:solidFill>
                <a:latin typeface="Courier New" panose="02070309020205020404" pitchFamily="49" charset="0"/>
              </a:rPr>
              <a:t>operator</a:t>
            </a:r>
            <a:r>
              <a:rPr lang="en-US" altLang="en-US" sz="1400">
                <a:solidFill>
                  <a:prstClr val="black"/>
                </a:solidFill>
                <a:latin typeface="Courier New" panose="02070309020205020404" pitchFamily="49" charset="0"/>
              </a:rPr>
              <a:t> </a:t>
            </a:r>
            <a:r>
              <a:rPr lang="en-US" altLang="en-US" sz="1400" i="1">
                <a:solidFill>
                  <a:prstClr val="black"/>
                </a:solidFill>
                <a:latin typeface="Courier New" panose="02070309020205020404" pitchFamily="49" charset="0"/>
              </a:rPr>
              <a:t>port</a:t>
            </a:r>
            <a:r>
              <a:rPr lang="en-US" altLang="en-US" sz="1400">
                <a:solidFill>
                  <a:prstClr val="black"/>
                </a:solidFill>
                <a:latin typeface="Courier New" panose="02070309020205020404" pitchFamily="49" charset="0"/>
              </a:rPr>
              <a:t> [</a:t>
            </a:r>
            <a:r>
              <a:rPr lang="en-US" altLang="en-US" sz="1400" i="1">
                <a:solidFill>
                  <a:prstClr val="black"/>
                </a:solidFill>
                <a:latin typeface="Courier New" panose="02070309020205020404" pitchFamily="49" charset="0"/>
              </a:rPr>
              <a:t>port</a:t>
            </a:r>
            <a:r>
              <a:rPr lang="en-US" altLang="en-US" sz="1400">
                <a:solidFill>
                  <a:prstClr val="black"/>
                </a:solidFill>
                <a:latin typeface="Courier New" panose="02070309020205020404" pitchFamily="49" charset="0"/>
              </a:rPr>
              <a:t>] | object-group </a:t>
            </a:r>
            <a:r>
              <a:rPr lang="en-US" altLang="en-US" sz="1400" i="1">
                <a:solidFill>
                  <a:prstClr val="black"/>
                </a:solidFill>
                <a:latin typeface="Courier New" panose="02070309020205020404" pitchFamily="49" charset="0"/>
              </a:rPr>
              <a:t>service_obj_grp_id</a:t>
            </a:r>
            <a:r>
              <a:rPr lang="en-US" altLang="en-US" sz="1400">
                <a:solidFill>
                  <a:prstClr val="black"/>
                </a:solidFill>
                <a:latin typeface="Courier New" panose="02070309020205020404" pitchFamily="49" charset="0"/>
              </a:rPr>
              <a:t>] {host </a:t>
            </a:r>
            <a:r>
              <a:rPr lang="en-US" altLang="en-US" sz="1400" i="1">
                <a:solidFill>
                  <a:prstClr val="black"/>
                </a:solidFill>
                <a:latin typeface="Courier New" panose="02070309020205020404" pitchFamily="49" charset="0"/>
              </a:rPr>
              <a:t>dip</a:t>
            </a:r>
            <a:r>
              <a:rPr lang="en-US" altLang="en-US" sz="1400">
                <a:solidFill>
                  <a:prstClr val="black"/>
                </a:solidFill>
                <a:latin typeface="Courier New" panose="02070309020205020404" pitchFamily="49" charset="0"/>
              </a:rPr>
              <a:t> | </a:t>
            </a:r>
            <a:r>
              <a:rPr lang="en-US" altLang="en-US" sz="1400" i="1">
                <a:solidFill>
                  <a:prstClr val="black"/>
                </a:solidFill>
                <a:latin typeface="Courier New" panose="02070309020205020404" pitchFamily="49" charset="0"/>
              </a:rPr>
              <a:t>dip dmask</a:t>
            </a:r>
            <a:r>
              <a:rPr lang="en-US" altLang="en-US" sz="1400">
                <a:solidFill>
                  <a:prstClr val="black"/>
                </a:solidFill>
                <a:latin typeface="Courier New" panose="02070309020205020404" pitchFamily="49" charset="0"/>
              </a:rPr>
              <a:t> | interface </a:t>
            </a:r>
            <a:r>
              <a:rPr lang="en-US" altLang="en-US" sz="1400" i="1">
                <a:solidFill>
                  <a:prstClr val="black"/>
                </a:solidFill>
                <a:latin typeface="Courier New" panose="02070309020205020404" pitchFamily="49" charset="0"/>
              </a:rPr>
              <a:t>ifc_name</a:t>
            </a:r>
            <a:r>
              <a:rPr lang="en-US" altLang="en-US" sz="1400">
                <a:solidFill>
                  <a:prstClr val="black"/>
                </a:solidFill>
                <a:latin typeface="Courier New" panose="02070309020205020404" pitchFamily="49" charset="0"/>
              </a:rPr>
              <a:t> | object-group </a:t>
            </a:r>
            <a:r>
              <a:rPr lang="en-US" altLang="en-US" sz="1400" i="1">
                <a:solidFill>
                  <a:prstClr val="black"/>
                </a:solidFill>
                <a:latin typeface="Courier New" panose="02070309020205020404" pitchFamily="49" charset="0"/>
              </a:rPr>
              <a:t>network_obj_grp_id</a:t>
            </a:r>
            <a:r>
              <a:rPr lang="en-US" altLang="en-US" sz="1400">
                <a:solidFill>
                  <a:prstClr val="black"/>
                </a:solidFill>
                <a:latin typeface="Courier New" panose="02070309020205020404" pitchFamily="49" charset="0"/>
              </a:rPr>
              <a:t> | any} [</a:t>
            </a:r>
            <a:r>
              <a:rPr lang="en-US" altLang="en-US" sz="1400" i="1">
                <a:solidFill>
                  <a:prstClr val="black"/>
                </a:solidFill>
                <a:latin typeface="Courier New" panose="02070309020205020404" pitchFamily="49" charset="0"/>
              </a:rPr>
              <a:t>operator</a:t>
            </a:r>
            <a:r>
              <a:rPr lang="en-US" altLang="en-US" sz="1400">
                <a:solidFill>
                  <a:prstClr val="black"/>
                </a:solidFill>
                <a:latin typeface="Courier New" panose="02070309020205020404" pitchFamily="49" charset="0"/>
              </a:rPr>
              <a:t> </a:t>
            </a:r>
            <a:r>
              <a:rPr lang="en-US" altLang="en-US" sz="1400" i="1">
                <a:solidFill>
                  <a:prstClr val="black"/>
                </a:solidFill>
                <a:latin typeface="Courier New" panose="02070309020205020404" pitchFamily="49" charset="0"/>
              </a:rPr>
              <a:t>port</a:t>
            </a:r>
            <a:r>
              <a:rPr lang="en-US" altLang="en-US" sz="1400">
                <a:solidFill>
                  <a:prstClr val="black"/>
                </a:solidFill>
                <a:latin typeface="Courier New" panose="02070309020205020404" pitchFamily="49" charset="0"/>
              </a:rPr>
              <a:t> [</a:t>
            </a:r>
            <a:r>
              <a:rPr lang="en-US" altLang="en-US" sz="1400" i="1">
                <a:solidFill>
                  <a:prstClr val="black"/>
                </a:solidFill>
                <a:latin typeface="Courier New" panose="02070309020205020404" pitchFamily="49" charset="0"/>
              </a:rPr>
              <a:t>port</a:t>
            </a:r>
            <a:r>
              <a:rPr lang="en-US" altLang="en-US" sz="1400">
                <a:solidFill>
                  <a:prstClr val="black"/>
                </a:solidFill>
                <a:latin typeface="Courier New" panose="02070309020205020404" pitchFamily="49" charset="0"/>
              </a:rPr>
              <a:t>] | object-group </a:t>
            </a:r>
            <a:r>
              <a:rPr lang="en-US" altLang="en-US" sz="1400" i="1">
                <a:solidFill>
                  <a:prstClr val="black"/>
                </a:solidFill>
                <a:latin typeface="Courier New" panose="02070309020205020404" pitchFamily="49" charset="0"/>
              </a:rPr>
              <a:t>service_obj_grp_id</a:t>
            </a:r>
            <a:r>
              <a:rPr lang="en-US" altLang="en-US" sz="1400">
                <a:solidFill>
                  <a:prstClr val="black"/>
                </a:solidFill>
                <a:latin typeface="Courier New" panose="02070309020205020404" pitchFamily="49" charset="0"/>
              </a:rPr>
              <a:t> | object-group </a:t>
            </a:r>
            <a:r>
              <a:rPr lang="en-US" altLang="en-US" sz="1400" i="1">
                <a:solidFill>
                  <a:prstClr val="black"/>
                </a:solidFill>
                <a:latin typeface="Courier New" panose="02070309020205020404" pitchFamily="49" charset="0"/>
              </a:rPr>
              <a:t>icmp_type_obj_group_id</a:t>
            </a:r>
            <a:r>
              <a:rPr lang="en-US" altLang="en-US" sz="1400">
                <a:solidFill>
                  <a:prstClr val="black"/>
                </a:solidFill>
                <a:latin typeface="Courier New" panose="02070309020205020404" pitchFamily="49" charset="0"/>
              </a:rPr>
              <a:t>] [log [[</a:t>
            </a:r>
            <a:r>
              <a:rPr lang="en-US" altLang="en-US" sz="1400" i="1">
                <a:solidFill>
                  <a:prstClr val="black"/>
                </a:solidFill>
                <a:latin typeface="Courier New" panose="02070309020205020404" pitchFamily="49" charset="0"/>
              </a:rPr>
              <a:t>level</a:t>
            </a:r>
            <a:r>
              <a:rPr lang="en-US" altLang="en-US" sz="1400">
                <a:solidFill>
                  <a:prstClr val="black"/>
                </a:solidFill>
                <a:latin typeface="Courier New" panose="02070309020205020404" pitchFamily="49" charset="0"/>
              </a:rPr>
              <a:t>] [interval </a:t>
            </a:r>
            <a:r>
              <a:rPr lang="en-US" altLang="en-US" sz="1400" i="1">
                <a:solidFill>
                  <a:prstClr val="black"/>
                </a:solidFill>
                <a:latin typeface="Courier New" panose="02070309020205020404" pitchFamily="49" charset="0"/>
              </a:rPr>
              <a:t>secs</a:t>
            </a:r>
            <a:r>
              <a:rPr lang="en-US" altLang="en-US" sz="1400">
                <a:solidFill>
                  <a:prstClr val="black"/>
                </a:solidFill>
                <a:latin typeface="Courier New" panose="02070309020205020404" pitchFamily="49" charset="0"/>
              </a:rPr>
              <a:t>] | disable | default]] [inactive | time-range </a:t>
            </a:r>
            <a:r>
              <a:rPr lang="en-US" altLang="en-US" sz="1400" i="1">
                <a:solidFill>
                  <a:prstClr val="black"/>
                </a:solidFill>
                <a:latin typeface="Courier New" panose="02070309020205020404" pitchFamily="49" charset="0"/>
              </a:rPr>
              <a:t>time_range_name</a:t>
            </a:r>
            <a:r>
              <a:rPr lang="en-US" altLang="en-US" sz="1400">
                <a:solidFill>
                  <a:prstClr val="black"/>
                </a:solidFill>
                <a:latin typeface="Courier New" panose="02070309020205020404" pitchFamily="49" charset="0"/>
              </a:rPr>
              <a:t>]</a:t>
            </a:r>
          </a:p>
        </p:txBody>
      </p:sp>
      <p:sp>
        <p:nvSpPr>
          <p:cNvPr id="181255" name="Rectangle 3"/>
          <p:cNvSpPr>
            <a:spLocks noChangeArrowheads="1"/>
          </p:cNvSpPr>
          <p:nvPr/>
        </p:nvSpPr>
        <p:spPr bwMode="auto">
          <a:xfrm>
            <a:off x="6661742" y="2592796"/>
            <a:ext cx="99418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Helvetica" panose="020B0604020202020204" pitchFamily="34" charset="0"/>
              </a:rPr>
              <a:t>192.168.1.0</a:t>
            </a:r>
          </a:p>
        </p:txBody>
      </p:sp>
      <p:sp>
        <p:nvSpPr>
          <p:cNvPr id="181256" name="Rectangle 4"/>
          <p:cNvSpPr>
            <a:spLocks noChangeArrowheads="1"/>
          </p:cNvSpPr>
          <p:nvPr/>
        </p:nvSpPr>
        <p:spPr bwMode="auto">
          <a:xfrm>
            <a:off x="8349051" y="2878139"/>
            <a:ext cx="740587" cy="259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lnSpc>
                <a:spcPct val="90000"/>
              </a:lnSpc>
              <a:spcBef>
                <a:spcPct val="20000"/>
              </a:spcBef>
              <a:spcAft>
                <a:spcPct val="0"/>
              </a:spcAft>
              <a:buClr>
                <a:srgbClr val="FF9933"/>
              </a:buClr>
              <a:buFont typeface="Wingdings" panose="05000000000000000000" pitchFamily="2" charset="2"/>
              <a:buNone/>
            </a:pPr>
            <a:r>
              <a:rPr lang="en-US" altLang="en-US" sz="1200">
                <a:solidFill>
                  <a:prstClr val="black"/>
                </a:solidFill>
                <a:latin typeface="Helvetica" panose="020B0604020202020204" pitchFamily="34" charset="0"/>
              </a:rPr>
              <a:t>10.0.1.0</a:t>
            </a:r>
          </a:p>
        </p:txBody>
      </p:sp>
      <p:sp>
        <p:nvSpPr>
          <p:cNvPr id="181257" name="Rectangle 5"/>
          <p:cNvSpPr>
            <a:spLocks noChangeArrowheads="1"/>
          </p:cNvSpPr>
          <p:nvPr/>
        </p:nvSpPr>
        <p:spPr bwMode="auto">
          <a:xfrm>
            <a:off x="8245169" y="1590675"/>
            <a:ext cx="1002326" cy="425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lnSpc>
                <a:spcPct val="90000"/>
              </a:lnSpc>
              <a:spcBef>
                <a:spcPct val="20000"/>
              </a:spcBef>
              <a:spcAft>
                <a:spcPct val="0"/>
              </a:spcAft>
              <a:buClr>
                <a:srgbClr val="FF9933"/>
              </a:buClr>
              <a:buFont typeface="Wingdings" panose="05000000000000000000" pitchFamily="2" charset="2"/>
              <a:buNone/>
            </a:pPr>
            <a:r>
              <a:rPr lang="en-US" altLang="en-US" sz="1200">
                <a:solidFill>
                  <a:prstClr val="black"/>
                </a:solidFill>
                <a:latin typeface="Helvetica" panose="020B0604020202020204" pitchFamily="34" charset="0"/>
              </a:rPr>
              <a:t>Public Web </a:t>
            </a:r>
            <a:br>
              <a:rPr lang="en-US" altLang="en-US" sz="1200">
                <a:solidFill>
                  <a:prstClr val="black"/>
                </a:solidFill>
                <a:latin typeface="Helvetica" panose="020B0604020202020204" pitchFamily="34" charset="0"/>
              </a:rPr>
            </a:br>
            <a:r>
              <a:rPr lang="en-US" altLang="en-US" sz="1200">
                <a:solidFill>
                  <a:prstClr val="black"/>
                </a:solidFill>
                <a:latin typeface="Helvetica" panose="020B0604020202020204" pitchFamily="34" charset="0"/>
              </a:rPr>
              <a:t>Server</a:t>
            </a:r>
          </a:p>
        </p:txBody>
      </p:sp>
      <p:sp>
        <p:nvSpPr>
          <p:cNvPr id="181258" name="Line 7"/>
          <p:cNvSpPr>
            <a:spLocks noChangeShapeType="1"/>
          </p:cNvSpPr>
          <p:nvPr/>
        </p:nvSpPr>
        <p:spPr bwMode="auto">
          <a:xfrm>
            <a:off x="5183189" y="2816226"/>
            <a:ext cx="4208463" cy="6032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81259" name="Line 8"/>
          <p:cNvSpPr>
            <a:spLocks noChangeShapeType="1"/>
          </p:cNvSpPr>
          <p:nvPr/>
        </p:nvSpPr>
        <p:spPr bwMode="auto">
          <a:xfrm flipH="1">
            <a:off x="8008939" y="1776414"/>
            <a:ext cx="9525" cy="102552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81260" name="Arc 92"/>
          <p:cNvSpPr>
            <a:spLocks/>
          </p:cNvSpPr>
          <p:nvPr/>
        </p:nvSpPr>
        <p:spPr bwMode="auto">
          <a:xfrm rot="10832475" flipH="1">
            <a:off x="7169151" y="1773239"/>
            <a:ext cx="568325" cy="542925"/>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folHlink"/>
            </a:solidFill>
            <a:prstDash val="dash"/>
            <a:round/>
            <a:headEnd/>
            <a:tailEnd type="triangle" w="med" len="med"/>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81261" name="Text Box 93"/>
          <p:cNvSpPr txBox="1">
            <a:spLocks noChangeArrowheads="1"/>
          </p:cNvSpPr>
          <p:nvPr/>
        </p:nvSpPr>
        <p:spPr bwMode="auto">
          <a:xfrm>
            <a:off x="7680325" y="1260476"/>
            <a:ext cx="591509" cy="319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DMZ</a:t>
            </a:r>
          </a:p>
        </p:txBody>
      </p:sp>
      <p:sp>
        <p:nvSpPr>
          <p:cNvPr id="181262" name="Text Box 94"/>
          <p:cNvSpPr txBox="1">
            <a:spLocks noChangeArrowheads="1"/>
          </p:cNvSpPr>
          <p:nvPr/>
        </p:nvSpPr>
        <p:spPr bwMode="auto">
          <a:xfrm>
            <a:off x="9386890" y="2133601"/>
            <a:ext cx="694101" cy="319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Inside</a:t>
            </a:r>
          </a:p>
        </p:txBody>
      </p:sp>
      <p:sp>
        <p:nvSpPr>
          <p:cNvPr id="181263" name="Text Box 95"/>
          <p:cNvSpPr txBox="1">
            <a:spLocks noChangeArrowheads="1"/>
          </p:cNvSpPr>
          <p:nvPr/>
        </p:nvSpPr>
        <p:spPr bwMode="auto">
          <a:xfrm>
            <a:off x="5772151" y="3055939"/>
            <a:ext cx="854401" cy="319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Outside</a:t>
            </a:r>
          </a:p>
        </p:txBody>
      </p:sp>
      <p:sp>
        <p:nvSpPr>
          <p:cNvPr id="181264" name="Rectangle 96"/>
          <p:cNvSpPr>
            <a:spLocks noChangeArrowheads="1"/>
          </p:cNvSpPr>
          <p:nvPr/>
        </p:nvSpPr>
        <p:spPr bwMode="auto">
          <a:xfrm>
            <a:off x="7527925" y="2859089"/>
            <a:ext cx="275717" cy="258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Helvetica" panose="020B0604020202020204" pitchFamily="34" charset="0"/>
              </a:rPr>
              <a:t>.2</a:t>
            </a:r>
          </a:p>
        </p:txBody>
      </p:sp>
      <p:sp>
        <p:nvSpPr>
          <p:cNvPr id="181265" name="Rectangle 97"/>
          <p:cNvSpPr>
            <a:spLocks noChangeArrowheads="1"/>
          </p:cNvSpPr>
          <p:nvPr/>
        </p:nvSpPr>
        <p:spPr bwMode="auto">
          <a:xfrm>
            <a:off x="6592888" y="2847977"/>
            <a:ext cx="275717" cy="258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Helvetica" panose="020B0604020202020204" pitchFamily="34" charset="0"/>
              </a:rPr>
              <a:t>.1</a:t>
            </a:r>
          </a:p>
        </p:txBody>
      </p:sp>
      <p:sp>
        <p:nvSpPr>
          <p:cNvPr id="181266" name="Rectangle 98"/>
          <p:cNvSpPr>
            <a:spLocks noChangeArrowheads="1"/>
          </p:cNvSpPr>
          <p:nvPr/>
        </p:nvSpPr>
        <p:spPr bwMode="auto">
          <a:xfrm>
            <a:off x="6233117" y="2162583"/>
            <a:ext cx="99418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Helvetica" panose="020B0604020202020204" pitchFamily="34" charset="0"/>
              </a:rPr>
              <a:t>192.168.1.9</a:t>
            </a:r>
          </a:p>
        </p:txBody>
      </p:sp>
      <p:sp>
        <p:nvSpPr>
          <p:cNvPr id="181267" name="Rectangle 99"/>
          <p:cNvSpPr>
            <a:spLocks noChangeArrowheads="1"/>
          </p:cNvSpPr>
          <p:nvPr/>
        </p:nvSpPr>
        <p:spPr bwMode="auto">
          <a:xfrm>
            <a:off x="6994526" y="1565276"/>
            <a:ext cx="872034" cy="239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r>
              <a:rPr lang="en-US" altLang="en-US" sz="1200">
                <a:solidFill>
                  <a:prstClr val="black"/>
                </a:solidFill>
                <a:latin typeface="Helvetica" panose="020B0604020202020204" pitchFamily="34" charset="0"/>
              </a:rPr>
              <a:t>172.16.1.2</a:t>
            </a:r>
          </a:p>
        </p:txBody>
      </p:sp>
      <p:sp>
        <p:nvSpPr>
          <p:cNvPr id="181268" name="Line 100"/>
          <p:cNvSpPr>
            <a:spLocks noChangeShapeType="1"/>
          </p:cNvSpPr>
          <p:nvPr/>
        </p:nvSpPr>
        <p:spPr bwMode="auto">
          <a:xfrm>
            <a:off x="5048250" y="2290763"/>
            <a:ext cx="1250951" cy="0"/>
          </a:xfrm>
          <a:prstGeom prst="line">
            <a:avLst/>
          </a:prstGeom>
          <a:noFill/>
          <a:ln w="28575">
            <a:solidFill>
              <a:schemeClr val="folHlink"/>
            </a:solidFill>
            <a:round/>
            <a:headEnd type="none" w="sm" len="sm"/>
            <a:tailEnd type="triangle" w="med" len="med"/>
          </a:ln>
          <a:extLst>
            <a:ext uri="{909E8E84-426E-40DD-AFC4-6F175D3DCCD1}">
              <a14:hiddenFill xmlns:a14="http://schemas.microsoft.com/office/drawing/2010/main">
                <a:noFill/>
              </a14:hiddenFill>
            </a:ext>
          </a:extLst>
        </p:spPr>
        <p:txBody>
          <a:bodyPr lIns="73025" tIns="36512" rIns="73025" bIns="36512"/>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81269" name="Text Box 101"/>
          <p:cNvSpPr txBox="1">
            <a:spLocks noChangeArrowheads="1"/>
          </p:cNvSpPr>
          <p:nvPr/>
        </p:nvSpPr>
        <p:spPr bwMode="auto">
          <a:xfrm>
            <a:off x="5209850" y="1389065"/>
            <a:ext cx="888064" cy="941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Permit</a:t>
            </a:r>
            <a:r>
              <a:rPr lang="en-US" altLang="en-US">
                <a:solidFill>
                  <a:prstClr val="black"/>
                </a:solidFill>
              </a:rPr>
              <a:t> </a:t>
            </a:r>
          </a:p>
          <a:p>
            <a:pPr algn="ct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Inbound</a:t>
            </a:r>
          </a:p>
          <a:p>
            <a:pPr algn="ct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HTTP</a:t>
            </a:r>
          </a:p>
        </p:txBody>
      </p:sp>
      <p:pic>
        <p:nvPicPr>
          <p:cNvPr id="181270" name="Picture 112" descr="Network_Cloud_Standar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00500" y="2463801"/>
            <a:ext cx="1371600"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1271" name="Rectangle 55"/>
          <p:cNvSpPr>
            <a:spLocks noChangeArrowheads="1"/>
          </p:cNvSpPr>
          <p:nvPr/>
        </p:nvSpPr>
        <p:spPr bwMode="auto">
          <a:xfrm>
            <a:off x="4249739" y="2644776"/>
            <a:ext cx="883255"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Internet</a:t>
            </a:r>
          </a:p>
        </p:txBody>
      </p:sp>
      <p:pic>
        <p:nvPicPr>
          <p:cNvPr id="181272" name="Picture 108" descr="Cisco_ASA550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54939" y="2506663"/>
            <a:ext cx="520700"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1273" name="Picture 109" descr="Route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54713" y="2624139"/>
            <a:ext cx="685800"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1274" name="Picture 110" descr="File-Application_Serve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858125" y="1563689"/>
            <a:ext cx="320675"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1275" name="Picture 111" descr="PC"/>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123365" y="2479677"/>
            <a:ext cx="547687"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83726503"/>
      </p:ext>
    </p:extLst>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p:cNvSpPr>
            <a:spLocks noGrp="1" noChangeArrowheads="1"/>
          </p:cNvSpPr>
          <p:nvPr>
            <p:ph type="title"/>
          </p:nvPr>
        </p:nvSpPr>
        <p:spPr>
          <a:xfrm>
            <a:off x="0" y="0"/>
            <a:ext cx="10515600" cy="385251"/>
          </a:xfrm>
        </p:spPr>
        <p:txBody>
          <a:bodyPr/>
          <a:lstStyle/>
          <a:p>
            <a:pPr eaLnBrk="1" hangingPunct="1"/>
            <a:r>
              <a:rPr lang="en-US" altLang="en-US" sz="3733" dirty="0">
                <a:latin typeface="Arial" panose="020B0604020202020204" pitchFamily="34" charset="0"/>
                <a:cs typeface="Arial" panose="020B0604020202020204" pitchFamily="34" charset="0"/>
              </a:rPr>
              <a:t>access-group</a:t>
            </a:r>
          </a:p>
        </p:txBody>
      </p:sp>
      <p:sp>
        <p:nvSpPr>
          <p:cNvPr id="182275" name="Rectangle 4"/>
          <p:cNvSpPr>
            <a:spLocks noChangeArrowheads="1"/>
          </p:cNvSpPr>
          <p:nvPr/>
        </p:nvSpPr>
        <p:spPr bwMode="auto">
          <a:xfrm>
            <a:off x="5356817" y="2867432"/>
            <a:ext cx="99418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Helvetica" panose="020B0604020202020204" pitchFamily="34" charset="0"/>
              </a:rPr>
              <a:t>192.168.1.0</a:t>
            </a:r>
          </a:p>
        </p:txBody>
      </p:sp>
      <p:sp>
        <p:nvSpPr>
          <p:cNvPr id="182276" name="Rectangle 5"/>
          <p:cNvSpPr>
            <a:spLocks noChangeArrowheads="1"/>
          </p:cNvSpPr>
          <p:nvPr/>
        </p:nvSpPr>
        <p:spPr bwMode="auto">
          <a:xfrm>
            <a:off x="7089370" y="3152776"/>
            <a:ext cx="740587" cy="259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lnSpc>
                <a:spcPct val="90000"/>
              </a:lnSpc>
              <a:spcBef>
                <a:spcPct val="20000"/>
              </a:spcBef>
              <a:spcAft>
                <a:spcPct val="0"/>
              </a:spcAft>
              <a:buClr>
                <a:srgbClr val="FF9933"/>
              </a:buClr>
              <a:buFont typeface="Wingdings" panose="05000000000000000000" pitchFamily="2" charset="2"/>
              <a:buNone/>
            </a:pPr>
            <a:r>
              <a:rPr lang="en-US" altLang="en-US" sz="1200">
                <a:solidFill>
                  <a:prstClr val="black"/>
                </a:solidFill>
                <a:latin typeface="Helvetica" panose="020B0604020202020204" pitchFamily="34" charset="0"/>
              </a:rPr>
              <a:t>10.0.1.0</a:t>
            </a:r>
          </a:p>
        </p:txBody>
      </p:sp>
      <p:sp>
        <p:nvSpPr>
          <p:cNvPr id="182277" name="Rectangle 6"/>
          <p:cNvSpPr>
            <a:spLocks noChangeArrowheads="1"/>
          </p:cNvSpPr>
          <p:nvPr/>
        </p:nvSpPr>
        <p:spPr bwMode="auto">
          <a:xfrm>
            <a:off x="6946594" y="1900237"/>
            <a:ext cx="1002326" cy="462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lnSpc>
                <a:spcPct val="90000"/>
              </a:lnSpc>
              <a:spcBef>
                <a:spcPct val="20000"/>
              </a:spcBef>
              <a:spcAft>
                <a:spcPct val="0"/>
              </a:spcAft>
              <a:buClr>
                <a:srgbClr val="FF9933"/>
              </a:buClr>
              <a:buFont typeface="Wingdings" panose="05000000000000000000" pitchFamily="2" charset="2"/>
              <a:buNone/>
            </a:pPr>
            <a:r>
              <a:rPr lang="en-US" altLang="en-US" sz="1200">
                <a:solidFill>
                  <a:prstClr val="black"/>
                </a:solidFill>
                <a:latin typeface="Helvetica" panose="020B0604020202020204" pitchFamily="34" charset="0"/>
              </a:rPr>
              <a:t>Public Web </a:t>
            </a:r>
          </a:p>
          <a:p>
            <a:pPr algn="ctr" fontAlgn="base">
              <a:lnSpc>
                <a:spcPct val="90000"/>
              </a:lnSpc>
              <a:spcBef>
                <a:spcPct val="20000"/>
              </a:spcBef>
              <a:spcAft>
                <a:spcPct val="0"/>
              </a:spcAft>
              <a:buClr>
                <a:srgbClr val="FF9933"/>
              </a:buClr>
              <a:buFont typeface="Wingdings" panose="05000000000000000000" pitchFamily="2" charset="2"/>
              <a:buNone/>
            </a:pPr>
            <a:r>
              <a:rPr lang="en-US" altLang="en-US" sz="1200">
                <a:solidFill>
                  <a:prstClr val="black"/>
                </a:solidFill>
                <a:latin typeface="Helvetica" panose="020B0604020202020204" pitchFamily="34" charset="0"/>
              </a:rPr>
              <a:t>Server</a:t>
            </a:r>
          </a:p>
        </p:txBody>
      </p:sp>
      <p:sp>
        <p:nvSpPr>
          <p:cNvPr id="182278" name="Line 8"/>
          <p:cNvSpPr>
            <a:spLocks noChangeShapeType="1"/>
          </p:cNvSpPr>
          <p:nvPr/>
        </p:nvSpPr>
        <p:spPr bwMode="auto">
          <a:xfrm>
            <a:off x="3844926" y="3130551"/>
            <a:ext cx="4352925" cy="952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82279" name="Line 9"/>
          <p:cNvSpPr>
            <a:spLocks noChangeShapeType="1"/>
          </p:cNvSpPr>
          <p:nvPr/>
        </p:nvSpPr>
        <p:spPr bwMode="auto">
          <a:xfrm flipH="1">
            <a:off x="6715126" y="2078038"/>
            <a:ext cx="3175" cy="1073151"/>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82280" name="Text Box 94"/>
          <p:cNvSpPr txBox="1">
            <a:spLocks noChangeArrowheads="1"/>
          </p:cNvSpPr>
          <p:nvPr/>
        </p:nvSpPr>
        <p:spPr bwMode="auto">
          <a:xfrm>
            <a:off x="6378577" y="1544638"/>
            <a:ext cx="647613" cy="350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DMZ</a:t>
            </a:r>
          </a:p>
        </p:txBody>
      </p:sp>
      <p:sp>
        <p:nvSpPr>
          <p:cNvPr id="182281" name="Text Box 95"/>
          <p:cNvSpPr txBox="1">
            <a:spLocks noChangeArrowheads="1"/>
          </p:cNvSpPr>
          <p:nvPr/>
        </p:nvSpPr>
        <p:spPr bwMode="auto">
          <a:xfrm>
            <a:off x="8093077" y="2420938"/>
            <a:ext cx="763029" cy="350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Inside</a:t>
            </a:r>
          </a:p>
        </p:txBody>
      </p:sp>
      <p:sp>
        <p:nvSpPr>
          <p:cNvPr id="182282" name="Text Box 96"/>
          <p:cNvSpPr txBox="1">
            <a:spLocks noChangeArrowheads="1"/>
          </p:cNvSpPr>
          <p:nvPr/>
        </p:nvSpPr>
        <p:spPr bwMode="auto">
          <a:xfrm>
            <a:off x="4460877" y="3348038"/>
            <a:ext cx="942566" cy="350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Outside</a:t>
            </a:r>
          </a:p>
        </p:txBody>
      </p:sp>
      <p:sp>
        <p:nvSpPr>
          <p:cNvPr id="182283" name="Rectangle 97"/>
          <p:cNvSpPr>
            <a:spLocks noChangeArrowheads="1"/>
          </p:cNvSpPr>
          <p:nvPr/>
        </p:nvSpPr>
        <p:spPr bwMode="auto">
          <a:xfrm>
            <a:off x="6196013" y="3175001"/>
            <a:ext cx="275717" cy="258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Helvetica" panose="020B0604020202020204" pitchFamily="34" charset="0"/>
              </a:rPr>
              <a:t>.2</a:t>
            </a:r>
          </a:p>
        </p:txBody>
      </p:sp>
      <p:sp>
        <p:nvSpPr>
          <p:cNvPr id="182284" name="Rectangle 98"/>
          <p:cNvSpPr>
            <a:spLocks noChangeArrowheads="1"/>
          </p:cNvSpPr>
          <p:nvPr/>
        </p:nvSpPr>
        <p:spPr bwMode="auto">
          <a:xfrm>
            <a:off x="5286375" y="3162301"/>
            <a:ext cx="275717" cy="258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Helvetica" panose="020B0604020202020204" pitchFamily="34" charset="0"/>
              </a:rPr>
              <a:t>.1</a:t>
            </a:r>
          </a:p>
        </p:txBody>
      </p:sp>
      <p:sp>
        <p:nvSpPr>
          <p:cNvPr id="182285" name="Line 101"/>
          <p:cNvSpPr>
            <a:spLocks noChangeShapeType="1"/>
          </p:cNvSpPr>
          <p:nvPr/>
        </p:nvSpPr>
        <p:spPr bwMode="auto">
          <a:xfrm>
            <a:off x="5384800" y="2400300"/>
            <a:ext cx="965200" cy="558800"/>
          </a:xfrm>
          <a:prstGeom prst="line">
            <a:avLst/>
          </a:prstGeom>
          <a:noFill/>
          <a:ln w="28575">
            <a:solidFill>
              <a:schemeClr val="folHlink"/>
            </a:solidFill>
            <a:round/>
            <a:headEnd type="none" w="sm" len="sm"/>
            <a:tailEnd type="triangle" w="med" len="med"/>
          </a:ln>
          <a:extLst>
            <a:ext uri="{909E8E84-426E-40DD-AFC4-6F175D3DCCD1}">
              <a14:hiddenFill xmlns:a14="http://schemas.microsoft.com/office/drawing/2010/main">
                <a:noFill/>
              </a14:hiddenFill>
            </a:ext>
          </a:extLst>
        </p:spPr>
        <p:txBody>
          <a:bodyPr lIns="73025" tIns="36512" rIns="73025" bIns="36512"/>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82286" name="Rectangle 103"/>
          <p:cNvSpPr>
            <a:spLocks noChangeArrowheads="1"/>
          </p:cNvSpPr>
          <p:nvPr/>
        </p:nvSpPr>
        <p:spPr bwMode="auto">
          <a:xfrm>
            <a:off x="2381251" y="4641850"/>
            <a:ext cx="7454900" cy="346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124" tIns="41061" rIns="82124" bIns="41061">
            <a:spAutoFit/>
          </a:bodyPr>
          <a:lstStyle>
            <a:lvl1pPr marL="342900" indent="-342900" defTabSz="814388">
              <a:defRPr>
                <a:solidFill>
                  <a:schemeClr val="tx1"/>
                </a:solidFill>
                <a:latin typeface="Arial" panose="020B0604020202020204" pitchFamily="34" charset="0"/>
                <a:cs typeface="Arial" panose="020B0604020202020204" pitchFamily="34" charset="0"/>
              </a:defRPr>
            </a:lvl1pPr>
            <a:lvl2pPr marL="342900" indent="-22860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fontAlgn="base">
              <a:lnSpc>
                <a:spcPct val="95000"/>
              </a:lnSpc>
              <a:spcBef>
                <a:spcPct val="35000"/>
              </a:spcBef>
              <a:spcAft>
                <a:spcPct val="0"/>
              </a:spcAft>
              <a:buClr>
                <a:srgbClr val="5B9BD5"/>
              </a:buClr>
              <a:buFont typeface="Wingdings" panose="05000000000000000000" pitchFamily="2" charset="2"/>
              <a:buNone/>
            </a:pPr>
            <a:r>
              <a:rPr lang="en-US" altLang="en-US">
                <a:solidFill>
                  <a:prstClr val="black"/>
                </a:solidFill>
              </a:rPr>
              <a:t>Applies an ACL to an interface</a:t>
            </a:r>
          </a:p>
        </p:txBody>
      </p:sp>
      <p:sp>
        <p:nvSpPr>
          <p:cNvPr id="182287" name="Text Box 104"/>
          <p:cNvSpPr txBox="1">
            <a:spLocks noChangeArrowheads="1"/>
          </p:cNvSpPr>
          <p:nvPr/>
        </p:nvSpPr>
        <p:spPr bwMode="auto">
          <a:xfrm>
            <a:off x="2381251" y="5148264"/>
            <a:ext cx="7467600" cy="661720"/>
          </a:xfrm>
          <a:prstGeom prst="rect">
            <a:avLst/>
          </a:prstGeom>
          <a:solidFill>
            <a:schemeClr val="bg1"/>
          </a:solidFill>
          <a:ln w="28575">
            <a:solidFill>
              <a:schemeClr val="tx1"/>
            </a:solidFill>
            <a:miter lim="800000"/>
            <a:headEnd type="none" w="sm" len="sm"/>
            <a:tailEnd type="none" w="sm" len="sm"/>
          </a:ln>
        </p:spPr>
        <p:txBody>
          <a:bodyPr bIns="0">
            <a:spAutoFit/>
          </a:bodyPr>
          <a:lstStyle>
            <a:lvl1pPr marL="238125" indent="-238125">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50000"/>
              </a:spcBef>
              <a:spcAft>
                <a:spcPct val="0"/>
              </a:spcAft>
              <a:buClr>
                <a:srgbClr val="FF9933"/>
              </a:buClr>
              <a:buFont typeface="Wingdings" panose="05000000000000000000" pitchFamily="2" charset="2"/>
              <a:buNone/>
            </a:pPr>
            <a:r>
              <a:rPr lang="en-US" altLang="en-US" sz="2000">
                <a:solidFill>
                  <a:prstClr val="black"/>
                </a:solidFill>
                <a:latin typeface="Courier New" panose="02070309020205020404" pitchFamily="49" charset="0"/>
              </a:rPr>
              <a:t>asa1(config)# </a:t>
            </a:r>
            <a:r>
              <a:rPr lang="en-US" altLang="en-US" sz="2000">
                <a:solidFill>
                  <a:prstClr val="black"/>
                </a:solidFill>
                <a:latin typeface="Courier New" panose="02070309020205020404" pitchFamily="49" charset="0"/>
                <a:cs typeface="Times New Roman" panose="02020603050405020304" pitchFamily="18" charset="0"/>
              </a:rPr>
              <a:t>access-group ACLOUT in interface outside</a:t>
            </a:r>
          </a:p>
        </p:txBody>
      </p:sp>
      <p:sp>
        <p:nvSpPr>
          <p:cNvPr id="182288" name="Text Box 105"/>
          <p:cNvSpPr txBox="1">
            <a:spLocks noChangeArrowheads="1"/>
          </p:cNvSpPr>
          <p:nvPr/>
        </p:nvSpPr>
        <p:spPr bwMode="auto">
          <a:xfrm>
            <a:off x="4549775" y="1519239"/>
            <a:ext cx="1619251" cy="68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Apply ACL</a:t>
            </a:r>
          </a:p>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to interface</a:t>
            </a:r>
          </a:p>
        </p:txBody>
      </p:sp>
      <p:sp>
        <p:nvSpPr>
          <p:cNvPr id="182289" name="Rectangle 106"/>
          <p:cNvSpPr>
            <a:spLocks noChangeArrowheads="1"/>
          </p:cNvSpPr>
          <p:nvPr/>
        </p:nvSpPr>
        <p:spPr bwMode="auto">
          <a:xfrm>
            <a:off x="2381251" y="3656013"/>
            <a:ext cx="6781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551" tIns="41275" rIns="82551" bIns="41275"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srgbClr val="000000"/>
                </a:solidFill>
              </a:rPr>
              <a:t>ciscoasa(config)#</a:t>
            </a:r>
          </a:p>
        </p:txBody>
      </p:sp>
      <p:sp>
        <p:nvSpPr>
          <p:cNvPr id="182290" name="Rectangle 107"/>
          <p:cNvSpPr>
            <a:spLocks noChangeArrowheads="1"/>
          </p:cNvSpPr>
          <p:nvPr/>
        </p:nvSpPr>
        <p:spPr bwMode="auto">
          <a:xfrm>
            <a:off x="2381250" y="4000500"/>
            <a:ext cx="7462839" cy="609600"/>
          </a:xfrm>
          <a:prstGeom prst="rect">
            <a:avLst/>
          </a:prstGeom>
          <a:solidFill>
            <a:schemeClr val="bg1"/>
          </a:solidFill>
          <a:ln w="28575">
            <a:solidFill>
              <a:schemeClr val="tx1"/>
            </a:solidFill>
            <a:miter lim="800000"/>
            <a:headEnd/>
            <a:tailEnd/>
          </a:ln>
        </p:spPr>
        <p:txBody>
          <a:bodyPr lIns="82551" tIns="41275" rIns="82551" bIns="41275" anchor="ctr"/>
          <a:lstStyle>
            <a:lvl1pPr marL="230188" indent="-230188">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2000">
                <a:solidFill>
                  <a:srgbClr val="000000"/>
                </a:solidFill>
                <a:latin typeface="Courier New" panose="02070309020205020404" pitchFamily="49" charset="0"/>
              </a:rPr>
              <a:t>access-group </a:t>
            </a:r>
            <a:r>
              <a:rPr lang="en-US" altLang="en-US" sz="2000" i="1">
                <a:solidFill>
                  <a:srgbClr val="000000"/>
                </a:solidFill>
                <a:latin typeface="Courier New" panose="02070309020205020404" pitchFamily="49" charset="0"/>
              </a:rPr>
              <a:t>access-list </a:t>
            </a:r>
            <a:r>
              <a:rPr lang="en-US" altLang="en-US" sz="2000">
                <a:solidFill>
                  <a:srgbClr val="000000"/>
                </a:solidFill>
                <a:latin typeface="Courier New" panose="02070309020205020404" pitchFamily="49" charset="0"/>
              </a:rPr>
              <a:t>{in | out} interface </a:t>
            </a:r>
            <a:r>
              <a:rPr lang="en-US" altLang="en-US" sz="2000" i="1">
                <a:solidFill>
                  <a:srgbClr val="000000"/>
                </a:solidFill>
                <a:latin typeface="Courier New" panose="02070309020205020404" pitchFamily="49" charset="0"/>
              </a:rPr>
              <a:t>interface_name </a:t>
            </a:r>
            <a:r>
              <a:rPr lang="en-US" altLang="en-US" sz="2000">
                <a:solidFill>
                  <a:srgbClr val="000000"/>
                </a:solidFill>
                <a:latin typeface="Courier New" panose="02070309020205020404" pitchFamily="49" charset="0"/>
              </a:rPr>
              <a:t>[per-user-override]</a:t>
            </a:r>
          </a:p>
        </p:txBody>
      </p:sp>
      <p:pic>
        <p:nvPicPr>
          <p:cNvPr id="182291" name="Picture 112" descr="File-Application_Serve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56376" y="1889126"/>
            <a:ext cx="320675"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2292" name="Picture 113" descr="P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08925" y="2843214"/>
            <a:ext cx="547688"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2293" name="Picture 109" descr="Network_Cloud_Standard"/>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47963" y="2774951"/>
            <a:ext cx="1371600"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2294" name="Picture 111" descr="Route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648200" y="2890839"/>
            <a:ext cx="685800"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2295" name="Rectangle 56"/>
          <p:cNvSpPr>
            <a:spLocks noChangeArrowheads="1"/>
          </p:cNvSpPr>
          <p:nvPr/>
        </p:nvSpPr>
        <p:spPr bwMode="auto">
          <a:xfrm>
            <a:off x="2995613" y="2955925"/>
            <a:ext cx="883255"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Internet</a:t>
            </a:r>
          </a:p>
        </p:txBody>
      </p:sp>
      <p:pic>
        <p:nvPicPr>
          <p:cNvPr id="182296" name="Picture 110" descr="Cisco_ASA5500"/>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450014" y="2781300"/>
            <a:ext cx="520700"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70063222"/>
      </p:ext>
    </p:extLst>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p:cNvSpPr>
            <a:spLocks noGrp="1" noChangeArrowheads="1"/>
          </p:cNvSpPr>
          <p:nvPr>
            <p:ph type="title"/>
          </p:nvPr>
        </p:nvSpPr>
        <p:spPr>
          <a:xfrm>
            <a:off x="28575" y="17453"/>
            <a:ext cx="10515600" cy="566748"/>
          </a:xfrm>
        </p:spPr>
        <p:txBody>
          <a:bodyPr/>
          <a:lstStyle/>
          <a:p>
            <a:pPr eaLnBrk="1" hangingPunct="1"/>
            <a:r>
              <a:rPr lang="en-US" altLang="en-US" sz="3733" dirty="0">
                <a:latin typeface="Arial" panose="020B0604020202020204" pitchFamily="34" charset="0"/>
                <a:cs typeface="Arial" panose="020B0604020202020204" pitchFamily="34" charset="0"/>
              </a:rPr>
              <a:t>show</a:t>
            </a:r>
            <a:r>
              <a:rPr lang="en-US" altLang="en-US" sz="3733" dirty="0">
                <a:solidFill>
                  <a:srgbClr val="8EECA4"/>
                </a:solidFill>
                <a:latin typeface="Arial" panose="020B0604020202020204" pitchFamily="34" charset="0"/>
                <a:cs typeface="Arial" panose="020B0604020202020204" pitchFamily="34" charset="0"/>
              </a:rPr>
              <a:t> </a:t>
            </a:r>
            <a:r>
              <a:rPr lang="en-US" altLang="en-US" sz="3733" dirty="0">
                <a:latin typeface="Arial" panose="020B0604020202020204" pitchFamily="34" charset="0"/>
                <a:cs typeface="Arial" panose="020B0604020202020204" pitchFamily="34" charset="0"/>
              </a:rPr>
              <a:t>access-list Command</a:t>
            </a:r>
          </a:p>
        </p:txBody>
      </p:sp>
      <p:sp>
        <p:nvSpPr>
          <p:cNvPr id="183299" name="Text Box 4"/>
          <p:cNvSpPr txBox="1">
            <a:spLocks noChangeArrowheads="1"/>
          </p:cNvSpPr>
          <p:nvPr/>
        </p:nvSpPr>
        <p:spPr bwMode="auto">
          <a:xfrm>
            <a:off x="2024063" y="3000376"/>
            <a:ext cx="7950200" cy="2779222"/>
          </a:xfrm>
          <a:prstGeom prst="rect">
            <a:avLst/>
          </a:prstGeom>
          <a:solidFill>
            <a:schemeClr val="bg1"/>
          </a:solidFill>
          <a:ln w="28575">
            <a:solidFill>
              <a:schemeClr val="tx1"/>
            </a:solidFill>
            <a:miter lim="800000"/>
            <a:headEnd type="none" w="sm" len="sm"/>
            <a:tailEnd type="none" w="sm" len="sm"/>
          </a:ln>
        </p:spPr>
        <p:txBody>
          <a:bodyPr bIns="0">
            <a:spAutoFit/>
          </a:bodyPr>
          <a:lstStyle>
            <a:lvl1pPr marL="238125" indent="-238125">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Courier New" panose="02070309020205020404" pitchFamily="49" charset="0"/>
              </a:rPr>
              <a:t>asa1(config)# show access-list</a:t>
            </a:r>
          </a:p>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Courier New" panose="02070309020205020404" pitchFamily="49" charset="0"/>
              </a:rPr>
              <a:t>access-list cached ACL log flows: total 0, denied 0 (deny-flow-max 4096)</a:t>
            </a:r>
          </a:p>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Courier New" panose="02070309020205020404" pitchFamily="49" charset="0"/>
              </a:rPr>
              <a:t>  alert-interval 300</a:t>
            </a:r>
          </a:p>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Courier New" panose="02070309020205020404" pitchFamily="49" charset="0"/>
              </a:rPr>
              <a:t>access-list ACLOUT; 4 elements</a:t>
            </a:r>
          </a:p>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Courier New" panose="02070309020205020404" pitchFamily="49" charset="0"/>
              </a:rPr>
              <a:t>access-list ACLOUT line 1 extended permit tcp 192.168.6.0 255.255.255.0 host 192.168.1.11 eq www (hitcnt=4)0x984ebd70</a:t>
            </a:r>
          </a:p>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Courier New" panose="02070309020205020404" pitchFamily="49" charset="0"/>
              </a:rPr>
              <a:t>access-list ACLOUT line 2 extended permit tcp host 192.168.6.10 host 192.168.1.11 eq ftp (hitcnt=1) 0x53490ecd</a:t>
            </a:r>
          </a:p>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Courier New" panose="02070309020205020404" pitchFamily="49" charset="0"/>
              </a:rPr>
              <a:t>access-list ACLOUT line 3 extended permit tcp any host 192.168.1.9 eq www (hitcnt=8) 0x83af39ca</a:t>
            </a:r>
          </a:p>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Courier New" panose="02070309020205020404" pitchFamily="49" charset="0"/>
              </a:rPr>
              <a:t>access-list ACLOUT line 4 extended deny ip any any (hitcnt=4) 0x2ca30385</a:t>
            </a:r>
          </a:p>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Courier New" panose="02070309020205020404" pitchFamily="49" charset="0"/>
              </a:rPr>
              <a:t>access-list ICMPDMZ; 1 elements</a:t>
            </a:r>
          </a:p>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Courier New" panose="02070309020205020404" pitchFamily="49" charset="0"/>
              </a:rPr>
              <a:t>access-list ICMPDMZ line 1 extended permit icmp host bastionhost any echo-reply</a:t>
            </a:r>
          </a:p>
        </p:txBody>
      </p:sp>
      <p:sp>
        <p:nvSpPr>
          <p:cNvPr id="183300" name="Line 142"/>
          <p:cNvSpPr>
            <a:spLocks noChangeShapeType="1"/>
          </p:cNvSpPr>
          <p:nvPr/>
        </p:nvSpPr>
        <p:spPr bwMode="auto">
          <a:xfrm>
            <a:off x="3109914" y="2265364"/>
            <a:ext cx="6156325" cy="952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83301" name="Line 143"/>
          <p:cNvSpPr>
            <a:spLocks noChangeShapeType="1"/>
          </p:cNvSpPr>
          <p:nvPr/>
        </p:nvSpPr>
        <p:spPr bwMode="auto">
          <a:xfrm flipH="1">
            <a:off x="7189789" y="1644650"/>
            <a:ext cx="12700" cy="884239"/>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83302" name="Text Box 163"/>
          <p:cNvSpPr txBox="1">
            <a:spLocks noChangeArrowheads="1"/>
          </p:cNvSpPr>
          <p:nvPr/>
        </p:nvSpPr>
        <p:spPr bwMode="auto">
          <a:xfrm>
            <a:off x="6594475" y="1341438"/>
            <a:ext cx="1224694" cy="350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ICMPDMZ</a:t>
            </a:r>
          </a:p>
        </p:txBody>
      </p:sp>
      <p:sp>
        <p:nvSpPr>
          <p:cNvPr id="183303" name="Text Box 164"/>
          <p:cNvSpPr txBox="1">
            <a:spLocks noChangeArrowheads="1"/>
          </p:cNvSpPr>
          <p:nvPr/>
        </p:nvSpPr>
        <p:spPr bwMode="auto">
          <a:xfrm>
            <a:off x="7921626" y="1951038"/>
            <a:ext cx="827150" cy="350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ACLIN</a:t>
            </a:r>
          </a:p>
        </p:txBody>
      </p:sp>
      <p:sp>
        <p:nvSpPr>
          <p:cNvPr id="183304" name="Text Box 165"/>
          <p:cNvSpPr txBox="1">
            <a:spLocks noChangeArrowheads="1"/>
          </p:cNvSpPr>
          <p:nvPr/>
        </p:nvSpPr>
        <p:spPr bwMode="auto">
          <a:xfrm>
            <a:off x="5375276" y="1928814"/>
            <a:ext cx="1173163" cy="350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a:solidFill>
                  <a:prstClr val="black"/>
                </a:solidFill>
              </a:rPr>
              <a:t>ACLOUT</a:t>
            </a:r>
          </a:p>
        </p:txBody>
      </p:sp>
      <p:sp>
        <p:nvSpPr>
          <p:cNvPr id="183305" name="Line 166"/>
          <p:cNvSpPr>
            <a:spLocks noChangeShapeType="1"/>
          </p:cNvSpPr>
          <p:nvPr/>
        </p:nvSpPr>
        <p:spPr bwMode="auto">
          <a:xfrm>
            <a:off x="6515100" y="2133600"/>
            <a:ext cx="304800" cy="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lIns="73025" tIns="36512" rIns="73025" bIns="36512"/>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83306" name="Line 167"/>
          <p:cNvSpPr>
            <a:spLocks noChangeShapeType="1"/>
          </p:cNvSpPr>
          <p:nvPr/>
        </p:nvSpPr>
        <p:spPr bwMode="auto">
          <a:xfrm flipH="1">
            <a:off x="7581900" y="2146300"/>
            <a:ext cx="304800" cy="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lIns="73025" tIns="36512" rIns="73025" bIns="36512"/>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83307" name="Line 168"/>
          <p:cNvSpPr>
            <a:spLocks noChangeShapeType="1"/>
          </p:cNvSpPr>
          <p:nvPr/>
        </p:nvSpPr>
        <p:spPr bwMode="auto">
          <a:xfrm rot="5400000">
            <a:off x="7188200" y="1803400"/>
            <a:ext cx="304800" cy="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lIns="73025" tIns="36512" rIns="73025" bIns="36512"/>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83308" name="Text Box 171"/>
          <p:cNvSpPr txBox="1">
            <a:spLocks noChangeArrowheads="1"/>
          </p:cNvSpPr>
          <p:nvPr/>
        </p:nvSpPr>
        <p:spPr bwMode="auto">
          <a:xfrm>
            <a:off x="5286375" y="2319338"/>
            <a:ext cx="1365758" cy="350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192.168.1.0</a:t>
            </a:r>
          </a:p>
        </p:txBody>
      </p:sp>
      <p:sp>
        <p:nvSpPr>
          <p:cNvPr id="183309" name="Text Box 194"/>
          <p:cNvSpPr txBox="1">
            <a:spLocks noChangeArrowheads="1"/>
          </p:cNvSpPr>
          <p:nvPr/>
        </p:nvSpPr>
        <p:spPr bwMode="auto">
          <a:xfrm>
            <a:off x="2352675" y="2527300"/>
            <a:ext cx="1493999" cy="350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192.168.6.10</a:t>
            </a:r>
          </a:p>
        </p:txBody>
      </p:sp>
      <p:pic>
        <p:nvPicPr>
          <p:cNvPr id="183310" name="Picture 196" descr="Cisco_ASA5500"/>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35789" y="1919289"/>
            <a:ext cx="520700"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3311" name="Picture 197" descr="Network_Cloud_Standard"/>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10000" y="1908175"/>
            <a:ext cx="1371600"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3312" name="Rectangle 170"/>
          <p:cNvSpPr>
            <a:spLocks noChangeArrowheads="1"/>
          </p:cNvSpPr>
          <p:nvPr/>
        </p:nvSpPr>
        <p:spPr bwMode="auto">
          <a:xfrm>
            <a:off x="4059239" y="2089151"/>
            <a:ext cx="883255"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Internet</a:t>
            </a:r>
          </a:p>
        </p:txBody>
      </p:sp>
      <p:pic>
        <p:nvPicPr>
          <p:cNvPr id="183313" name="Picture 198" descr="PC"/>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86065" y="1992314"/>
            <a:ext cx="547687"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371790"/>
      </p:ext>
    </p:extLst>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Line 4"/>
          <p:cNvSpPr>
            <a:spLocks noChangeShapeType="1"/>
          </p:cNvSpPr>
          <p:nvPr/>
        </p:nvSpPr>
        <p:spPr bwMode="auto">
          <a:xfrm>
            <a:off x="3178176" y="2470151"/>
            <a:ext cx="6156325" cy="9525"/>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pic>
        <p:nvPicPr>
          <p:cNvPr id="184323" name="Picture 95" descr="Network_Cloud_Standard"/>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32263" y="2209801"/>
            <a:ext cx="1371600"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24" name="Rectangle 2"/>
          <p:cNvSpPr>
            <a:spLocks noGrp="1" noChangeArrowheads="1"/>
          </p:cNvSpPr>
          <p:nvPr>
            <p:ph type="title"/>
          </p:nvPr>
        </p:nvSpPr>
        <p:spPr>
          <a:xfrm>
            <a:off x="1108" y="6152"/>
            <a:ext cx="10515600" cy="476449"/>
          </a:xfrm>
        </p:spPr>
        <p:txBody>
          <a:bodyPr/>
          <a:lstStyle/>
          <a:p>
            <a:pPr eaLnBrk="1" hangingPunct="1"/>
            <a:r>
              <a:rPr lang="en-US" altLang="en-US" sz="3733" dirty="0">
                <a:latin typeface="Arial" panose="020B0604020202020204" pitchFamily="34" charset="0"/>
                <a:cs typeface="Arial" panose="020B0604020202020204" pitchFamily="34" charset="0"/>
              </a:rPr>
              <a:t>clear access-list counters</a:t>
            </a:r>
          </a:p>
        </p:txBody>
      </p:sp>
      <p:sp>
        <p:nvSpPr>
          <p:cNvPr id="184325" name="Text Box 3"/>
          <p:cNvSpPr txBox="1">
            <a:spLocks noChangeArrowheads="1"/>
          </p:cNvSpPr>
          <p:nvPr/>
        </p:nvSpPr>
        <p:spPr bwMode="auto">
          <a:xfrm>
            <a:off x="2098675" y="3094039"/>
            <a:ext cx="7950200" cy="2557623"/>
          </a:xfrm>
          <a:prstGeom prst="rect">
            <a:avLst/>
          </a:prstGeom>
          <a:solidFill>
            <a:schemeClr val="bg1"/>
          </a:solidFill>
          <a:ln w="28575">
            <a:solidFill>
              <a:schemeClr val="tx1"/>
            </a:solidFill>
            <a:miter lim="800000"/>
            <a:headEnd type="none" w="sm" len="sm"/>
            <a:tailEnd type="none" w="sm" len="sm"/>
          </a:ln>
        </p:spPr>
        <p:txBody>
          <a:bodyPr bIns="0">
            <a:spAutoFit/>
          </a:bodyPr>
          <a:lstStyle>
            <a:lvl1pPr marL="238125" indent="-238125">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Courier New" panose="02070309020205020404" pitchFamily="49" charset="0"/>
              </a:rPr>
              <a:t>asa1(config)# clear access-list </a:t>
            </a:r>
            <a:r>
              <a:rPr lang="en-US" altLang="en-US" sz="1200">
                <a:solidFill>
                  <a:srgbClr val="ED7D31"/>
                </a:solidFill>
                <a:latin typeface="Courier New" panose="02070309020205020404" pitchFamily="49" charset="0"/>
              </a:rPr>
              <a:t>ACLOUT</a:t>
            </a:r>
            <a:r>
              <a:rPr lang="en-US" altLang="en-US" sz="1200">
                <a:solidFill>
                  <a:prstClr val="black"/>
                </a:solidFill>
                <a:latin typeface="Courier New" panose="02070309020205020404" pitchFamily="49" charset="0"/>
              </a:rPr>
              <a:t> counters</a:t>
            </a:r>
          </a:p>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Courier New" panose="02070309020205020404" pitchFamily="49" charset="0"/>
              </a:rPr>
              <a:t>asa1(config)# show access-list</a:t>
            </a:r>
          </a:p>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Courier New" panose="02070309020205020404" pitchFamily="49" charset="0"/>
              </a:rPr>
              <a:t>access-list cached ACL log flows: total 0, denied 0 (deny-flow-max 4096)</a:t>
            </a:r>
          </a:p>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Courier New" panose="02070309020205020404" pitchFamily="49" charset="0"/>
              </a:rPr>
              <a:t>  alert-interval 300</a:t>
            </a:r>
          </a:p>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Courier New" panose="02070309020205020404" pitchFamily="49" charset="0"/>
              </a:rPr>
              <a:t>access-list ACLOUT; 4 elements</a:t>
            </a:r>
          </a:p>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Courier New" panose="02070309020205020404" pitchFamily="49" charset="0"/>
              </a:rPr>
              <a:t>access-list ACLOUT line 1 extended permit tcp 192.168.6.0 255.255.255.0 host 192.168.1.11 eq www (</a:t>
            </a:r>
            <a:r>
              <a:rPr lang="en-US" altLang="en-US" sz="1200">
                <a:solidFill>
                  <a:srgbClr val="ED7D31"/>
                </a:solidFill>
                <a:latin typeface="Courier New" panose="02070309020205020404" pitchFamily="49" charset="0"/>
              </a:rPr>
              <a:t>hitcnt=0</a:t>
            </a:r>
            <a:r>
              <a:rPr lang="en-US" altLang="en-US" sz="1200">
                <a:solidFill>
                  <a:prstClr val="black"/>
                </a:solidFill>
                <a:latin typeface="Courier New" panose="02070309020205020404" pitchFamily="49" charset="0"/>
              </a:rPr>
              <a:t>) 0x984ebd70</a:t>
            </a:r>
          </a:p>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Courier New" panose="02070309020205020404" pitchFamily="49" charset="0"/>
              </a:rPr>
              <a:t>access-list ACLOUT line 2 extended permit tcp host 192.168.6.10 host 192.168.1.11 eq ftp (</a:t>
            </a:r>
            <a:r>
              <a:rPr lang="en-US" altLang="en-US" sz="1200">
                <a:solidFill>
                  <a:srgbClr val="ED7D31"/>
                </a:solidFill>
                <a:latin typeface="Courier New" panose="02070309020205020404" pitchFamily="49" charset="0"/>
              </a:rPr>
              <a:t>hitcnt=0</a:t>
            </a:r>
            <a:r>
              <a:rPr lang="en-US" altLang="en-US" sz="1200">
                <a:solidFill>
                  <a:prstClr val="black"/>
                </a:solidFill>
                <a:latin typeface="Courier New" panose="02070309020205020404" pitchFamily="49" charset="0"/>
              </a:rPr>
              <a:t>) 0x53490ecd</a:t>
            </a:r>
          </a:p>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Courier New" panose="02070309020205020404" pitchFamily="49" charset="0"/>
              </a:rPr>
              <a:t>access-list ACLOUT line 3 extended permit tcp any host 192.168.1.9 eq www (</a:t>
            </a:r>
            <a:r>
              <a:rPr lang="en-US" altLang="en-US" sz="1200">
                <a:solidFill>
                  <a:srgbClr val="ED7D31"/>
                </a:solidFill>
                <a:latin typeface="Courier New" panose="02070309020205020404" pitchFamily="49" charset="0"/>
              </a:rPr>
              <a:t>hitcnt=0</a:t>
            </a:r>
            <a:r>
              <a:rPr lang="en-US" altLang="en-US" sz="1200">
                <a:solidFill>
                  <a:prstClr val="black"/>
                </a:solidFill>
                <a:latin typeface="Courier New" panose="02070309020205020404" pitchFamily="49" charset="0"/>
              </a:rPr>
              <a:t>) 0x83af39ca</a:t>
            </a:r>
          </a:p>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Courier New" panose="02070309020205020404" pitchFamily="49" charset="0"/>
              </a:rPr>
              <a:t>access-list ACLOUT line 4 extended deny ip any any (</a:t>
            </a:r>
            <a:r>
              <a:rPr lang="en-US" altLang="en-US" sz="1200">
                <a:solidFill>
                  <a:srgbClr val="ED7D31"/>
                </a:solidFill>
                <a:latin typeface="Courier New" panose="02070309020205020404" pitchFamily="49" charset="0"/>
              </a:rPr>
              <a:t>hitcnt=0</a:t>
            </a:r>
            <a:r>
              <a:rPr lang="en-US" altLang="en-US" sz="1200">
                <a:solidFill>
                  <a:prstClr val="black"/>
                </a:solidFill>
                <a:latin typeface="Courier New" panose="02070309020205020404" pitchFamily="49" charset="0"/>
              </a:rPr>
              <a:t>) 0x2ca30385</a:t>
            </a:r>
          </a:p>
        </p:txBody>
      </p:sp>
      <p:sp>
        <p:nvSpPr>
          <p:cNvPr id="184326" name="Line 5"/>
          <p:cNvSpPr>
            <a:spLocks noChangeShapeType="1"/>
          </p:cNvSpPr>
          <p:nvPr/>
        </p:nvSpPr>
        <p:spPr bwMode="auto">
          <a:xfrm flipH="1">
            <a:off x="7258051" y="1592263"/>
            <a:ext cx="12700" cy="1141412"/>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84327" name="Line 28"/>
          <p:cNvSpPr>
            <a:spLocks noChangeShapeType="1"/>
          </p:cNvSpPr>
          <p:nvPr/>
        </p:nvSpPr>
        <p:spPr bwMode="auto">
          <a:xfrm>
            <a:off x="6697663" y="2652713"/>
            <a:ext cx="304800" cy="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lIns="73025" tIns="36512" rIns="73025" bIns="36512"/>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84328" name="Line 29"/>
          <p:cNvSpPr>
            <a:spLocks noChangeShapeType="1"/>
          </p:cNvSpPr>
          <p:nvPr/>
        </p:nvSpPr>
        <p:spPr bwMode="auto">
          <a:xfrm flipH="1">
            <a:off x="7721600" y="2351088"/>
            <a:ext cx="304800" cy="0"/>
          </a:xfrm>
          <a:prstGeom prst="line">
            <a:avLst/>
          </a:prstGeom>
          <a:noFill/>
          <a:ln w="28575">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lIns="73025" tIns="36512" rIns="73025" bIns="36512"/>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84329" name="Rectangle 32"/>
          <p:cNvSpPr>
            <a:spLocks noChangeArrowheads="1"/>
          </p:cNvSpPr>
          <p:nvPr/>
        </p:nvSpPr>
        <p:spPr bwMode="auto">
          <a:xfrm>
            <a:off x="4378325" y="2482851"/>
            <a:ext cx="883255"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Internet</a:t>
            </a:r>
          </a:p>
        </p:txBody>
      </p:sp>
      <p:sp>
        <p:nvSpPr>
          <p:cNvPr id="184330" name="Text Box 56"/>
          <p:cNvSpPr txBox="1">
            <a:spLocks noChangeArrowheads="1"/>
          </p:cNvSpPr>
          <p:nvPr/>
        </p:nvSpPr>
        <p:spPr bwMode="auto">
          <a:xfrm>
            <a:off x="2362201" y="1836739"/>
            <a:ext cx="1344920" cy="319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192.168.6.10</a:t>
            </a:r>
          </a:p>
        </p:txBody>
      </p:sp>
      <p:sp>
        <p:nvSpPr>
          <p:cNvPr id="184331" name="Rectangle 72"/>
          <p:cNvSpPr>
            <a:spLocks noChangeArrowheads="1"/>
          </p:cNvSpPr>
          <p:nvPr/>
        </p:nvSpPr>
        <p:spPr bwMode="auto">
          <a:xfrm>
            <a:off x="7440304" y="1382714"/>
            <a:ext cx="1265859" cy="5854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lnSpc>
                <a:spcPct val="90000"/>
              </a:lnSpc>
              <a:spcBef>
                <a:spcPct val="20000"/>
              </a:spcBef>
              <a:spcAft>
                <a:spcPct val="0"/>
              </a:spcAft>
              <a:buClr>
                <a:srgbClr val="FF9933"/>
              </a:buClr>
              <a:buFont typeface="Wingdings" panose="05000000000000000000" pitchFamily="2" charset="2"/>
              <a:buNone/>
            </a:pPr>
            <a:r>
              <a:rPr lang="en-US" altLang="en-US" sz="1600">
                <a:solidFill>
                  <a:prstClr val="black"/>
                </a:solidFill>
                <a:latin typeface="Helvetica" panose="020B0604020202020204" pitchFamily="34" charset="0"/>
              </a:rPr>
              <a:t>Web Server</a:t>
            </a:r>
          </a:p>
          <a:p>
            <a:pPr algn="ctr" fontAlgn="base">
              <a:lnSpc>
                <a:spcPct val="90000"/>
              </a:lnSpc>
              <a:spcBef>
                <a:spcPct val="20000"/>
              </a:spcBef>
              <a:spcAft>
                <a:spcPct val="0"/>
              </a:spcAft>
              <a:buClr>
                <a:srgbClr val="FF9933"/>
              </a:buClr>
              <a:buFont typeface="Wingdings" panose="05000000000000000000" pitchFamily="2" charset="2"/>
              <a:buNone/>
            </a:pPr>
            <a:r>
              <a:rPr lang="en-US" altLang="en-US" sz="1600">
                <a:solidFill>
                  <a:prstClr val="black"/>
                </a:solidFill>
                <a:latin typeface="Helvetica" panose="020B0604020202020204" pitchFamily="34" charset="0"/>
              </a:rPr>
              <a:t>172.16.1.2</a:t>
            </a:r>
          </a:p>
        </p:txBody>
      </p:sp>
      <p:sp>
        <p:nvSpPr>
          <p:cNvPr id="184332" name="Arc 87"/>
          <p:cNvSpPr>
            <a:spLocks/>
          </p:cNvSpPr>
          <p:nvPr/>
        </p:nvSpPr>
        <p:spPr bwMode="auto">
          <a:xfrm rot="10832475" flipH="1">
            <a:off x="6146800" y="1554164"/>
            <a:ext cx="903288" cy="828675"/>
          </a:xfrm>
          <a:custGeom>
            <a:avLst/>
            <a:gdLst>
              <a:gd name="T0" fmla="*/ 2147483646 w 21600"/>
              <a:gd name="T1" fmla="*/ 0 h 21483"/>
              <a:gd name="T2" fmla="*/ 2147483646 w 21600"/>
              <a:gd name="T3" fmla="*/ 2147483646 h 21483"/>
              <a:gd name="T4" fmla="*/ 0 w 21600"/>
              <a:gd name="T5" fmla="*/ 2147483646 h 21483"/>
              <a:gd name="T6" fmla="*/ 0 60000 65536"/>
              <a:gd name="T7" fmla="*/ 0 60000 65536"/>
              <a:gd name="T8" fmla="*/ 0 60000 65536"/>
              <a:gd name="T9" fmla="*/ 0 w 21600"/>
              <a:gd name="T10" fmla="*/ 0 h 21483"/>
              <a:gd name="T11" fmla="*/ 21600 w 21600"/>
              <a:gd name="T12" fmla="*/ 21483 h 21483"/>
            </a:gdLst>
            <a:ahLst/>
            <a:cxnLst>
              <a:cxn ang="T6">
                <a:pos x="T0" y="T1"/>
              </a:cxn>
              <a:cxn ang="T7">
                <a:pos x="T2" y="T3"/>
              </a:cxn>
              <a:cxn ang="T8">
                <a:pos x="T4" y="T5"/>
              </a:cxn>
            </a:cxnLst>
            <a:rect l="T9" t="T10" r="T11" b="T12"/>
            <a:pathLst>
              <a:path w="21600" h="21483" fill="none" extrusionOk="0">
                <a:moveTo>
                  <a:pt x="2248" y="0"/>
                </a:moveTo>
                <a:cubicBezTo>
                  <a:pt x="13247" y="1151"/>
                  <a:pt x="21600" y="10424"/>
                  <a:pt x="21600" y="21483"/>
                </a:cubicBezTo>
              </a:path>
              <a:path w="21600" h="21483" stroke="0" extrusionOk="0">
                <a:moveTo>
                  <a:pt x="2248" y="0"/>
                </a:moveTo>
                <a:cubicBezTo>
                  <a:pt x="13247" y="1151"/>
                  <a:pt x="21600" y="10424"/>
                  <a:pt x="21600" y="21483"/>
                </a:cubicBezTo>
                <a:lnTo>
                  <a:pt x="0" y="21483"/>
                </a:lnTo>
                <a:lnTo>
                  <a:pt x="2248" y="0"/>
                </a:lnTo>
                <a:close/>
              </a:path>
            </a:pathLst>
          </a:custGeom>
          <a:noFill/>
          <a:ln w="28575">
            <a:solidFill>
              <a:schemeClr val="folHlink"/>
            </a:solidFill>
            <a:prstDash val="dash"/>
            <a:round/>
            <a:headEnd/>
            <a:tailEnd type="triangle" w="med" len="med"/>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84333" name="Text Box 33"/>
          <p:cNvSpPr txBox="1">
            <a:spLocks noChangeArrowheads="1"/>
          </p:cNvSpPr>
          <p:nvPr/>
        </p:nvSpPr>
        <p:spPr bwMode="auto">
          <a:xfrm>
            <a:off x="5770564" y="1997076"/>
            <a:ext cx="1231106" cy="31995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192.168.1.9</a:t>
            </a:r>
          </a:p>
        </p:txBody>
      </p:sp>
      <p:sp>
        <p:nvSpPr>
          <p:cNvPr id="184334" name="Text Box 89"/>
          <p:cNvSpPr txBox="1">
            <a:spLocks noChangeArrowheads="1"/>
          </p:cNvSpPr>
          <p:nvPr/>
        </p:nvSpPr>
        <p:spPr bwMode="auto">
          <a:xfrm>
            <a:off x="8016877" y="2141538"/>
            <a:ext cx="827150" cy="350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ACLIN</a:t>
            </a:r>
          </a:p>
        </p:txBody>
      </p:sp>
      <p:sp>
        <p:nvSpPr>
          <p:cNvPr id="184335" name="Text Box 90"/>
          <p:cNvSpPr txBox="1">
            <a:spLocks noChangeArrowheads="1"/>
          </p:cNvSpPr>
          <p:nvPr/>
        </p:nvSpPr>
        <p:spPr bwMode="auto">
          <a:xfrm>
            <a:off x="5574029" y="2489200"/>
            <a:ext cx="1083630" cy="350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a:solidFill>
                  <a:prstClr val="black"/>
                </a:solidFill>
              </a:rPr>
              <a:t>ACLOUT</a:t>
            </a:r>
          </a:p>
        </p:txBody>
      </p:sp>
      <p:pic>
        <p:nvPicPr>
          <p:cNvPr id="184336" name="Picture 92" descr="Cisco_ASA550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77075" y="2141539"/>
            <a:ext cx="520700"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37" name="Picture 93" descr="File-Application_Serve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158039" y="1371601"/>
            <a:ext cx="320675"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38" name="Picture 94" descr="PC"/>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809875" y="2190752"/>
            <a:ext cx="547688"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39" name="Line 88"/>
          <p:cNvSpPr>
            <a:spLocks noChangeShapeType="1"/>
          </p:cNvSpPr>
          <p:nvPr/>
        </p:nvSpPr>
        <p:spPr bwMode="auto">
          <a:xfrm flipH="1">
            <a:off x="3173414" y="2374900"/>
            <a:ext cx="3163887" cy="0"/>
          </a:xfrm>
          <a:prstGeom prst="line">
            <a:avLst/>
          </a:prstGeom>
          <a:noFill/>
          <a:ln w="28575">
            <a:solidFill>
              <a:schemeClr val="folHlink"/>
            </a:solidFill>
            <a:prstDash val="dash"/>
            <a:round/>
            <a:headEnd type="none" w="sm" len="sm"/>
            <a:tailEnd type="none" w="sm" len="sm"/>
          </a:ln>
          <a:extLst>
            <a:ext uri="{909E8E84-426E-40DD-AFC4-6F175D3DCCD1}">
              <a14:hiddenFill xmlns:a14="http://schemas.microsoft.com/office/drawing/2010/main">
                <a:noFill/>
              </a14:hiddenFill>
            </a:ext>
          </a:extLst>
        </p:spPr>
        <p:txBody>
          <a:bodyPr lIns="73025" tIns="36512" rIns="73025" bIns="36512"/>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55515217"/>
      </p:ext>
    </p:extLst>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6" name="Rectangle 2"/>
          <p:cNvSpPr>
            <a:spLocks noGrp="1" noChangeArrowheads="1"/>
          </p:cNvSpPr>
          <p:nvPr>
            <p:ph type="title"/>
          </p:nvPr>
        </p:nvSpPr>
        <p:spPr>
          <a:xfrm>
            <a:off x="0" y="13494"/>
            <a:ext cx="10515600" cy="581820"/>
          </a:xfrm>
        </p:spPr>
        <p:txBody>
          <a:bodyPr/>
          <a:lstStyle/>
          <a:p>
            <a:pPr eaLnBrk="1" hangingPunct="1"/>
            <a:r>
              <a:rPr lang="en-US" altLang="en-US" sz="3733" dirty="0">
                <a:latin typeface="Arial" panose="020B0604020202020204" pitchFamily="34" charset="0"/>
                <a:cs typeface="Arial" panose="020B0604020202020204" pitchFamily="34" charset="0"/>
              </a:rPr>
              <a:t>ACL Logging</a:t>
            </a:r>
          </a:p>
        </p:txBody>
      </p:sp>
      <p:sp>
        <p:nvSpPr>
          <p:cNvPr id="185347" name="Rectangle 4"/>
          <p:cNvSpPr>
            <a:spLocks noChangeArrowheads="1"/>
          </p:cNvSpPr>
          <p:nvPr/>
        </p:nvSpPr>
        <p:spPr bwMode="auto">
          <a:xfrm>
            <a:off x="2095500" y="5786439"/>
            <a:ext cx="8001000" cy="287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124" tIns="41061" rIns="82124" bIns="41061">
            <a:spAutoFit/>
          </a:bodyPr>
          <a:lstStyle>
            <a:lvl1pPr marL="342900" indent="-342900" defTabSz="814388">
              <a:defRPr>
                <a:solidFill>
                  <a:schemeClr val="tx1"/>
                </a:solidFill>
                <a:latin typeface="Arial" panose="020B0604020202020204" pitchFamily="34" charset="0"/>
                <a:cs typeface="Arial" panose="020B0604020202020204" pitchFamily="34" charset="0"/>
              </a:defRPr>
            </a:lvl1pPr>
            <a:lvl2pPr marL="342900" indent="-22860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fontAlgn="base">
              <a:lnSpc>
                <a:spcPct val="95000"/>
              </a:lnSpc>
              <a:spcBef>
                <a:spcPct val="35000"/>
              </a:spcBef>
              <a:spcAft>
                <a:spcPct val="0"/>
              </a:spcAft>
              <a:buClr>
                <a:srgbClr val="5B9BD5"/>
              </a:buClr>
              <a:buFont typeface="Wingdings" panose="05000000000000000000" pitchFamily="2" charset="2"/>
              <a:buNone/>
            </a:pPr>
            <a:r>
              <a:rPr lang="en-US" altLang="en-US" sz="1400">
                <a:solidFill>
                  <a:prstClr val="black"/>
                </a:solidFill>
              </a:rPr>
              <a:t>Enables the logging option for inbound  ICMP to 192.168.1.11</a:t>
            </a:r>
          </a:p>
        </p:txBody>
      </p:sp>
      <p:sp>
        <p:nvSpPr>
          <p:cNvPr id="185348" name="Text Box 5"/>
          <p:cNvSpPr txBox="1">
            <a:spLocks noChangeArrowheads="1"/>
          </p:cNvSpPr>
          <p:nvPr/>
        </p:nvSpPr>
        <p:spPr bwMode="auto">
          <a:xfrm>
            <a:off x="2095501" y="5143501"/>
            <a:ext cx="8093075" cy="538609"/>
          </a:xfrm>
          <a:prstGeom prst="rect">
            <a:avLst/>
          </a:prstGeom>
          <a:solidFill>
            <a:schemeClr val="bg1"/>
          </a:solidFill>
          <a:ln w="28575">
            <a:solidFill>
              <a:schemeClr val="tx1"/>
            </a:solidFill>
            <a:miter lim="800000"/>
            <a:headEnd type="none" w="sm" len="sm"/>
            <a:tailEnd type="none" w="sm" len="sm"/>
          </a:ln>
        </p:spPr>
        <p:txBody>
          <a:bodyPr bIns="0">
            <a:spAutoFit/>
          </a:bodyPr>
          <a:lstStyle>
            <a:lvl1pPr marL="238125" indent="-238125">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50000"/>
              </a:spcBef>
              <a:spcAft>
                <a:spcPct val="0"/>
              </a:spcAft>
              <a:buClr>
                <a:srgbClr val="FF9933"/>
              </a:buClr>
              <a:buFont typeface="Wingdings" panose="05000000000000000000" pitchFamily="2" charset="2"/>
              <a:buNone/>
            </a:pPr>
            <a:r>
              <a:rPr lang="en-US" altLang="en-US" sz="1600">
                <a:solidFill>
                  <a:prstClr val="black"/>
                </a:solidFill>
                <a:latin typeface="Courier New" panose="02070309020205020404" pitchFamily="49" charset="0"/>
              </a:rPr>
              <a:t>asa1(config)# </a:t>
            </a:r>
            <a:r>
              <a:rPr lang="en-US" altLang="en-US" sz="1600">
                <a:solidFill>
                  <a:prstClr val="black"/>
                </a:solidFill>
                <a:latin typeface="Courier New" panose="02070309020205020404" pitchFamily="49" charset="0"/>
                <a:cs typeface="Times New Roman" panose="02020603050405020304" pitchFamily="18" charset="0"/>
              </a:rPr>
              <a:t>access-list OUTSIDE-ACL permit icmp any host 192.168.1.11 </a:t>
            </a:r>
            <a:r>
              <a:rPr lang="en-US" altLang="en-US" sz="1600">
                <a:solidFill>
                  <a:srgbClr val="C90033"/>
                </a:solidFill>
                <a:latin typeface="Courier New" panose="02070309020205020404" pitchFamily="49" charset="0"/>
              </a:rPr>
              <a:t>log 7 interval 600</a:t>
            </a:r>
          </a:p>
        </p:txBody>
      </p:sp>
      <p:sp>
        <p:nvSpPr>
          <p:cNvPr id="185349" name="Text Box 6"/>
          <p:cNvSpPr txBox="1">
            <a:spLocks noChangeArrowheads="1"/>
          </p:cNvSpPr>
          <p:nvPr/>
        </p:nvSpPr>
        <p:spPr bwMode="auto">
          <a:xfrm>
            <a:off x="2132013" y="3017840"/>
            <a:ext cx="56388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50000"/>
              </a:spcBef>
              <a:spcAft>
                <a:spcPct val="0"/>
              </a:spcAft>
              <a:buClr>
                <a:srgbClr val="FF9933"/>
              </a:buClr>
              <a:buFont typeface="Wingdings" panose="05000000000000000000" pitchFamily="2" charset="2"/>
              <a:buNone/>
            </a:pPr>
            <a:r>
              <a:rPr lang="en-US" altLang="en-US" sz="1400">
                <a:solidFill>
                  <a:prstClr val="black"/>
                </a:solidFill>
              </a:rPr>
              <a:t>ciscoasa(config)#</a:t>
            </a:r>
          </a:p>
        </p:txBody>
      </p:sp>
      <p:sp>
        <p:nvSpPr>
          <p:cNvPr id="185350" name="Line 9"/>
          <p:cNvSpPr>
            <a:spLocks noChangeShapeType="1"/>
          </p:cNvSpPr>
          <p:nvPr/>
        </p:nvSpPr>
        <p:spPr bwMode="auto">
          <a:xfrm flipH="1" flipV="1">
            <a:off x="2603500" y="2036763"/>
            <a:ext cx="5765800"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85351" name="Freeform 57"/>
          <p:cNvSpPr>
            <a:spLocks/>
          </p:cNvSpPr>
          <p:nvPr/>
        </p:nvSpPr>
        <p:spPr bwMode="auto">
          <a:xfrm flipH="1">
            <a:off x="8356600" y="1751014"/>
            <a:ext cx="450851" cy="979487"/>
          </a:xfrm>
          <a:custGeom>
            <a:avLst/>
            <a:gdLst>
              <a:gd name="T0" fmla="*/ 0 w 253"/>
              <a:gd name="T1" fmla="*/ 0 h 777"/>
              <a:gd name="T2" fmla="*/ 2147483646 w 253"/>
              <a:gd name="T3" fmla="*/ 0 h 777"/>
              <a:gd name="T4" fmla="*/ 2147483646 w 253"/>
              <a:gd name="T5" fmla="*/ 2147483646 h 777"/>
              <a:gd name="T6" fmla="*/ 0 w 253"/>
              <a:gd name="T7" fmla="*/ 2147483646 h 777"/>
              <a:gd name="T8" fmla="*/ 0 60000 65536"/>
              <a:gd name="T9" fmla="*/ 0 60000 65536"/>
              <a:gd name="T10" fmla="*/ 0 60000 65536"/>
              <a:gd name="T11" fmla="*/ 0 60000 65536"/>
              <a:gd name="T12" fmla="*/ 0 w 253"/>
              <a:gd name="T13" fmla="*/ 0 h 777"/>
              <a:gd name="T14" fmla="*/ 253 w 253"/>
              <a:gd name="T15" fmla="*/ 777 h 777"/>
            </a:gdLst>
            <a:ahLst/>
            <a:cxnLst>
              <a:cxn ang="T8">
                <a:pos x="T0" y="T1"/>
              </a:cxn>
              <a:cxn ang="T9">
                <a:pos x="T2" y="T3"/>
              </a:cxn>
              <a:cxn ang="T10">
                <a:pos x="T4" y="T5"/>
              </a:cxn>
              <a:cxn ang="T11">
                <a:pos x="T6" y="T7"/>
              </a:cxn>
            </a:cxnLst>
            <a:rect l="T12" t="T13" r="T14" b="T15"/>
            <a:pathLst>
              <a:path w="253" h="777">
                <a:moveTo>
                  <a:pt x="0" y="0"/>
                </a:moveTo>
                <a:lnTo>
                  <a:pt x="252" y="0"/>
                </a:lnTo>
                <a:lnTo>
                  <a:pt x="252" y="776"/>
                </a:lnTo>
                <a:lnTo>
                  <a:pt x="0" y="776"/>
                </a:lnTo>
              </a:path>
            </a:pathLst>
          </a:custGeom>
          <a:noFill/>
          <a:ln w="38100" cap="rnd">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85352" name="Line 119"/>
          <p:cNvSpPr>
            <a:spLocks noChangeShapeType="1"/>
          </p:cNvSpPr>
          <p:nvPr/>
        </p:nvSpPr>
        <p:spPr bwMode="auto">
          <a:xfrm>
            <a:off x="7124701" y="2209801"/>
            <a:ext cx="1358900" cy="39370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lIns="73025" tIns="36512" rIns="73025" bIns="36512"/>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85353" name="Rectangle 118"/>
          <p:cNvSpPr>
            <a:spLocks noChangeArrowheads="1"/>
          </p:cNvSpPr>
          <p:nvPr/>
        </p:nvSpPr>
        <p:spPr bwMode="auto">
          <a:xfrm>
            <a:off x="6749877" y="2462213"/>
            <a:ext cx="1408462" cy="68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a:solidFill>
                  <a:prstClr val="black"/>
                </a:solidFill>
              </a:rPr>
              <a:t>ACL Syslog </a:t>
            </a:r>
          </a:p>
          <a:p>
            <a:pPr algn="ctr" fontAlgn="base">
              <a:spcBef>
                <a:spcPct val="20000"/>
              </a:spcBef>
              <a:spcAft>
                <a:spcPct val="0"/>
              </a:spcAft>
              <a:buClr>
                <a:srgbClr val="FF9933"/>
              </a:buClr>
              <a:buFont typeface="Wingdings" panose="05000000000000000000" pitchFamily="2" charset="2"/>
              <a:buNone/>
            </a:pPr>
            <a:r>
              <a:rPr lang="en-US" altLang="en-US">
                <a:solidFill>
                  <a:prstClr val="black"/>
                </a:solidFill>
              </a:rPr>
              <a:t>Messages</a:t>
            </a:r>
          </a:p>
        </p:txBody>
      </p:sp>
      <p:sp>
        <p:nvSpPr>
          <p:cNvPr id="185354" name="Rectangle 128"/>
          <p:cNvSpPr>
            <a:spLocks noChangeArrowheads="1"/>
          </p:cNvSpPr>
          <p:nvPr/>
        </p:nvSpPr>
        <p:spPr bwMode="auto">
          <a:xfrm>
            <a:off x="2132014" y="3365502"/>
            <a:ext cx="8091487" cy="1634550"/>
          </a:xfrm>
          <a:prstGeom prst="rect">
            <a:avLst/>
          </a:prstGeom>
          <a:solidFill>
            <a:schemeClr val="bg1"/>
          </a:solidFill>
          <a:ln w="28575">
            <a:solidFill>
              <a:schemeClr val="tx1"/>
            </a:solidFill>
            <a:miter lim="800000"/>
            <a:headEnd/>
            <a:tailEnd/>
          </a:ln>
        </p:spPr>
        <p:txBody>
          <a:bodyPr lIns="82551" tIns="41275" rIns="82551" bIns="41275">
            <a:spAutoFit/>
          </a:bodyPr>
          <a:lstStyle>
            <a:lvl1pPr marL="342900" indent="-342900" defTabSz="915988">
              <a:defRPr>
                <a:solidFill>
                  <a:schemeClr val="tx1"/>
                </a:solidFill>
                <a:latin typeface="Arial" panose="020B0604020202020204" pitchFamily="34" charset="0"/>
                <a:cs typeface="Arial" panose="020B0604020202020204" pitchFamily="34" charset="0"/>
              </a:defRPr>
            </a:lvl1pPr>
            <a:lvl2pPr marL="342900" indent="-228600" defTabSz="915988">
              <a:defRPr>
                <a:solidFill>
                  <a:schemeClr val="tx1"/>
                </a:solidFill>
                <a:latin typeface="Arial" panose="020B0604020202020204" pitchFamily="34" charset="0"/>
                <a:cs typeface="Arial" panose="020B0604020202020204" pitchFamily="34" charset="0"/>
              </a:defRPr>
            </a:lvl2pPr>
            <a:lvl3pPr marL="1143000" indent="-228600" defTabSz="915988">
              <a:defRPr>
                <a:solidFill>
                  <a:schemeClr val="tx1"/>
                </a:solidFill>
                <a:latin typeface="Arial" panose="020B0604020202020204" pitchFamily="34" charset="0"/>
                <a:cs typeface="Arial" panose="020B0604020202020204" pitchFamily="34" charset="0"/>
              </a:defRPr>
            </a:lvl3pPr>
            <a:lvl4pPr marL="1600200" indent="-228600" defTabSz="915988">
              <a:defRPr>
                <a:solidFill>
                  <a:schemeClr val="tx1"/>
                </a:solidFill>
                <a:latin typeface="Arial" panose="020B0604020202020204" pitchFamily="34" charset="0"/>
                <a:cs typeface="Arial" panose="020B0604020202020204" pitchFamily="34" charset="0"/>
              </a:defRPr>
            </a:lvl4pPr>
            <a:lvl5pPr marL="2057400" indent="-228600" defTabSz="915988">
              <a:defRPr>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fontAlgn="base">
              <a:lnSpc>
                <a:spcPct val="90000"/>
              </a:lnSpc>
              <a:spcBef>
                <a:spcPct val="20000"/>
              </a:spcBef>
              <a:spcAft>
                <a:spcPct val="0"/>
              </a:spcAft>
              <a:buClr>
                <a:srgbClr val="FF9933"/>
              </a:buClr>
              <a:buFont typeface="Wingdings" panose="05000000000000000000" pitchFamily="2" charset="2"/>
              <a:buNone/>
            </a:pPr>
            <a:r>
              <a:rPr lang="en-US" altLang="en-US" sz="1400">
                <a:solidFill>
                  <a:prstClr val="black"/>
                </a:solidFill>
                <a:latin typeface="Courier New" panose="02070309020205020404" pitchFamily="49" charset="0"/>
              </a:rPr>
              <a:t>access-list </a:t>
            </a:r>
            <a:r>
              <a:rPr lang="en-US" altLang="en-US" sz="1400" i="1">
                <a:solidFill>
                  <a:prstClr val="black"/>
                </a:solidFill>
                <a:latin typeface="Courier New" panose="02070309020205020404" pitchFamily="49" charset="0"/>
              </a:rPr>
              <a:t>id</a:t>
            </a:r>
            <a:r>
              <a:rPr lang="en-US" altLang="en-US" sz="1400">
                <a:solidFill>
                  <a:prstClr val="black"/>
                </a:solidFill>
                <a:latin typeface="Courier New" panose="02070309020205020404" pitchFamily="49" charset="0"/>
              </a:rPr>
              <a:t> [line </a:t>
            </a:r>
            <a:r>
              <a:rPr lang="en-US" altLang="en-US" sz="1400" i="1">
                <a:solidFill>
                  <a:prstClr val="black"/>
                </a:solidFill>
                <a:latin typeface="Courier New" panose="02070309020205020404" pitchFamily="49" charset="0"/>
              </a:rPr>
              <a:t>line-number</a:t>
            </a:r>
            <a:r>
              <a:rPr lang="en-US" altLang="en-US" sz="1400">
                <a:solidFill>
                  <a:prstClr val="black"/>
                </a:solidFill>
                <a:latin typeface="Courier New" panose="02070309020205020404" pitchFamily="49" charset="0"/>
              </a:rPr>
              <a:t>] [extended] {deny | permit} {</a:t>
            </a:r>
            <a:r>
              <a:rPr lang="en-US" altLang="en-US" sz="1400" i="1">
                <a:solidFill>
                  <a:prstClr val="black"/>
                </a:solidFill>
                <a:latin typeface="Courier New" panose="02070309020205020404" pitchFamily="49" charset="0"/>
              </a:rPr>
              <a:t>protocol</a:t>
            </a:r>
            <a:r>
              <a:rPr lang="en-US" altLang="en-US" sz="1400">
                <a:solidFill>
                  <a:prstClr val="black"/>
                </a:solidFill>
                <a:latin typeface="Courier New" panose="02070309020205020404" pitchFamily="49" charset="0"/>
              </a:rPr>
              <a:t> | object-group </a:t>
            </a:r>
            <a:r>
              <a:rPr lang="en-US" altLang="en-US" sz="1400" i="1">
                <a:solidFill>
                  <a:prstClr val="black"/>
                </a:solidFill>
                <a:latin typeface="Courier New" panose="02070309020205020404" pitchFamily="49" charset="0"/>
              </a:rPr>
              <a:t>protocol_obj_grp_id</a:t>
            </a:r>
            <a:r>
              <a:rPr lang="en-US" altLang="en-US" sz="1400">
                <a:solidFill>
                  <a:prstClr val="black"/>
                </a:solidFill>
                <a:latin typeface="Courier New" panose="02070309020205020404" pitchFamily="49" charset="0"/>
              </a:rPr>
              <a:t>}{host </a:t>
            </a:r>
            <a:r>
              <a:rPr lang="en-US" altLang="en-US" sz="1400" i="1">
                <a:solidFill>
                  <a:prstClr val="black"/>
                </a:solidFill>
                <a:latin typeface="Courier New" panose="02070309020205020404" pitchFamily="49" charset="0"/>
              </a:rPr>
              <a:t>sip</a:t>
            </a:r>
            <a:r>
              <a:rPr lang="en-US" altLang="en-US" sz="1400">
                <a:solidFill>
                  <a:prstClr val="black"/>
                </a:solidFill>
                <a:latin typeface="Courier New" panose="02070309020205020404" pitchFamily="49" charset="0"/>
              </a:rPr>
              <a:t> | </a:t>
            </a:r>
            <a:r>
              <a:rPr lang="en-US" altLang="en-US" sz="1400" i="1">
                <a:solidFill>
                  <a:prstClr val="black"/>
                </a:solidFill>
                <a:latin typeface="Courier New" panose="02070309020205020404" pitchFamily="49" charset="0"/>
              </a:rPr>
              <a:t>sip smask</a:t>
            </a:r>
            <a:r>
              <a:rPr lang="en-US" altLang="en-US" sz="1400">
                <a:solidFill>
                  <a:prstClr val="black"/>
                </a:solidFill>
                <a:latin typeface="Courier New" panose="02070309020205020404" pitchFamily="49" charset="0"/>
              </a:rPr>
              <a:t> | interface </a:t>
            </a:r>
            <a:r>
              <a:rPr lang="en-US" altLang="en-US" sz="1400" i="1">
                <a:solidFill>
                  <a:prstClr val="black"/>
                </a:solidFill>
                <a:latin typeface="Courier New" panose="02070309020205020404" pitchFamily="49" charset="0"/>
              </a:rPr>
              <a:t>ifc_name</a:t>
            </a:r>
            <a:r>
              <a:rPr lang="en-US" altLang="en-US" sz="1400">
                <a:solidFill>
                  <a:prstClr val="black"/>
                </a:solidFill>
                <a:latin typeface="Courier New" panose="02070309020205020404" pitchFamily="49" charset="0"/>
              </a:rPr>
              <a:t> | object-group </a:t>
            </a:r>
            <a:r>
              <a:rPr lang="en-US" altLang="en-US" sz="1400" i="1">
                <a:solidFill>
                  <a:prstClr val="black"/>
                </a:solidFill>
                <a:latin typeface="Courier New" panose="02070309020205020404" pitchFamily="49" charset="0"/>
              </a:rPr>
              <a:t>network_obj_grp_id</a:t>
            </a:r>
            <a:r>
              <a:rPr lang="en-US" altLang="en-US" sz="1400">
                <a:solidFill>
                  <a:prstClr val="black"/>
                </a:solidFill>
                <a:latin typeface="Courier New" panose="02070309020205020404" pitchFamily="49" charset="0"/>
              </a:rPr>
              <a:t> | any} [</a:t>
            </a:r>
            <a:r>
              <a:rPr lang="en-US" altLang="en-US" sz="1400" i="1">
                <a:solidFill>
                  <a:prstClr val="black"/>
                </a:solidFill>
                <a:latin typeface="Courier New" panose="02070309020205020404" pitchFamily="49" charset="0"/>
              </a:rPr>
              <a:t>operator</a:t>
            </a:r>
            <a:r>
              <a:rPr lang="en-US" altLang="en-US" sz="1400">
                <a:solidFill>
                  <a:prstClr val="black"/>
                </a:solidFill>
                <a:latin typeface="Courier New" panose="02070309020205020404" pitchFamily="49" charset="0"/>
              </a:rPr>
              <a:t> </a:t>
            </a:r>
            <a:r>
              <a:rPr lang="en-US" altLang="en-US" sz="1400" i="1">
                <a:solidFill>
                  <a:prstClr val="black"/>
                </a:solidFill>
                <a:latin typeface="Courier New" panose="02070309020205020404" pitchFamily="49" charset="0"/>
              </a:rPr>
              <a:t>port</a:t>
            </a:r>
            <a:r>
              <a:rPr lang="en-US" altLang="en-US" sz="1400">
                <a:solidFill>
                  <a:prstClr val="black"/>
                </a:solidFill>
                <a:latin typeface="Courier New" panose="02070309020205020404" pitchFamily="49" charset="0"/>
              </a:rPr>
              <a:t> [</a:t>
            </a:r>
            <a:r>
              <a:rPr lang="en-US" altLang="en-US" sz="1400" i="1">
                <a:solidFill>
                  <a:prstClr val="black"/>
                </a:solidFill>
                <a:latin typeface="Courier New" panose="02070309020205020404" pitchFamily="49" charset="0"/>
              </a:rPr>
              <a:t>port</a:t>
            </a:r>
            <a:r>
              <a:rPr lang="en-US" altLang="en-US" sz="1400">
                <a:solidFill>
                  <a:prstClr val="black"/>
                </a:solidFill>
                <a:latin typeface="Courier New" panose="02070309020205020404" pitchFamily="49" charset="0"/>
              </a:rPr>
              <a:t>] | object-group </a:t>
            </a:r>
            <a:r>
              <a:rPr lang="en-US" altLang="en-US" sz="1400" i="1">
                <a:solidFill>
                  <a:prstClr val="black"/>
                </a:solidFill>
                <a:latin typeface="Courier New" panose="02070309020205020404" pitchFamily="49" charset="0"/>
              </a:rPr>
              <a:t>service_obj_grp_id</a:t>
            </a:r>
            <a:r>
              <a:rPr lang="en-US" altLang="en-US" sz="1400">
                <a:solidFill>
                  <a:prstClr val="black"/>
                </a:solidFill>
                <a:latin typeface="Courier New" panose="02070309020205020404" pitchFamily="49" charset="0"/>
              </a:rPr>
              <a:t>] {host </a:t>
            </a:r>
            <a:r>
              <a:rPr lang="en-US" altLang="en-US" sz="1400" i="1">
                <a:solidFill>
                  <a:prstClr val="black"/>
                </a:solidFill>
                <a:latin typeface="Courier New" panose="02070309020205020404" pitchFamily="49" charset="0"/>
              </a:rPr>
              <a:t>dip</a:t>
            </a:r>
            <a:r>
              <a:rPr lang="en-US" altLang="en-US" sz="1400">
                <a:solidFill>
                  <a:prstClr val="black"/>
                </a:solidFill>
                <a:latin typeface="Courier New" panose="02070309020205020404" pitchFamily="49" charset="0"/>
              </a:rPr>
              <a:t> | </a:t>
            </a:r>
            <a:r>
              <a:rPr lang="en-US" altLang="en-US" sz="1400" i="1">
                <a:solidFill>
                  <a:prstClr val="black"/>
                </a:solidFill>
                <a:latin typeface="Courier New" panose="02070309020205020404" pitchFamily="49" charset="0"/>
              </a:rPr>
              <a:t>dip dmask</a:t>
            </a:r>
            <a:r>
              <a:rPr lang="en-US" altLang="en-US" sz="1400">
                <a:solidFill>
                  <a:prstClr val="black"/>
                </a:solidFill>
                <a:latin typeface="Courier New" panose="02070309020205020404" pitchFamily="49" charset="0"/>
              </a:rPr>
              <a:t> | interface </a:t>
            </a:r>
            <a:r>
              <a:rPr lang="en-US" altLang="en-US" sz="1400" i="1">
                <a:solidFill>
                  <a:prstClr val="black"/>
                </a:solidFill>
                <a:latin typeface="Courier New" panose="02070309020205020404" pitchFamily="49" charset="0"/>
              </a:rPr>
              <a:t>ifc_name</a:t>
            </a:r>
            <a:r>
              <a:rPr lang="en-US" altLang="en-US" sz="1400">
                <a:solidFill>
                  <a:prstClr val="black"/>
                </a:solidFill>
                <a:latin typeface="Courier New" panose="02070309020205020404" pitchFamily="49" charset="0"/>
              </a:rPr>
              <a:t> | object-group </a:t>
            </a:r>
            <a:r>
              <a:rPr lang="en-US" altLang="en-US" sz="1400" i="1">
                <a:solidFill>
                  <a:prstClr val="black"/>
                </a:solidFill>
                <a:latin typeface="Courier New" panose="02070309020205020404" pitchFamily="49" charset="0"/>
              </a:rPr>
              <a:t>network_obj_grp_id</a:t>
            </a:r>
            <a:r>
              <a:rPr lang="en-US" altLang="en-US" sz="1400">
                <a:solidFill>
                  <a:prstClr val="black"/>
                </a:solidFill>
                <a:latin typeface="Courier New" panose="02070309020205020404" pitchFamily="49" charset="0"/>
              </a:rPr>
              <a:t> | any} [</a:t>
            </a:r>
            <a:r>
              <a:rPr lang="en-US" altLang="en-US" sz="1400" i="1">
                <a:solidFill>
                  <a:prstClr val="black"/>
                </a:solidFill>
                <a:latin typeface="Courier New" panose="02070309020205020404" pitchFamily="49" charset="0"/>
              </a:rPr>
              <a:t>operator</a:t>
            </a:r>
            <a:r>
              <a:rPr lang="en-US" altLang="en-US" sz="1400">
                <a:solidFill>
                  <a:prstClr val="black"/>
                </a:solidFill>
                <a:latin typeface="Courier New" panose="02070309020205020404" pitchFamily="49" charset="0"/>
              </a:rPr>
              <a:t> </a:t>
            </a:r>
            <a:r>
              <a:rPr lang="en-US" altLang="en-US" sz="1400" i="1">
                <a:solidFill>
                  <a:prstClr val="black"/>
                </a:solidFill>
                <a:latin typeface="Courier New" panose="02070309020205020404" pitchFamily="49" charset="0"/>
              </a:rPr>
              <a:t>port</a:t>
            </a:r>
            <a:r>
              <a:rPr lang="en-US" altLang="en-US" sz="1400">
                <a:solidFill>
                  <a:prstClr val="black"/>
                </a:solidFill>
                <a:latin typeface="Courier New" panose="02070309020205020404" pitchFamily="49" charset="0"/>
              </a:rPr>
              <a:t> [</a:t>
            </a:r>
            <a:r>
              <a:rPr lang="en-US" altLang="en-US" sz="1400" i="1">
                <a:solidFill>
                  <a:prstClr val="black"/>
                </a:solidFill>
                <a:latin typeface="Courier New" panose="02070309020205020404" pitchFamily="49" charset="0"/>
              </a:rPr>
              <a:t>port</a:t>
            </a:r>
            <a:r>
              <a:rPr lang="en-US" altLang="en-US" sz="1400">
                <a:solidFill>
                  <a:prstClr val="black"/>
                </a:solidFill>
                <a:latin typeface="Courier New" panose="02070309020205020404" pitchFamily="49" charset="0"/>
              </a:rPr>
              <a:t>] | object-group </a:t>
            </a:r>
            <a:r>
              <a:rPr lang="en-US" altLang="en-US" sz="1400" i="1">
                <a:solidFill>
                  <a:prstClr val="black"/>
                </a:solidFill>
                <a:latin typeface="Courier New" panose="02070309020205020404" pitchFamily="49" charset="0"/>
              </a:rPr>
              <a:t>service_obj_grp_id</a:t>
            </a:r>
            <a:r>
              <a:rPr lang="en-US" altLang="en-US" sz="1400">
                <a:solidFill>
                  <a:prstClr val="black"/>
                </a:solidFill>
                <a:latin typeface="Courier New" panose="02070309020205020404" pitchFamily="49" charset="0"/>
              </a:rPr>
              <a:t> | object-group </a:t>
            </a:r>
            <a:r>
              <a:rPr lang="en-US" altLang="en-US" sz="1400" i="1">
                <a:solidFill>
                  <a:prstClr val="black"/>
                </a:solidFill>
                <a:latin typeface="Courier New" panose="02070309020205020404" pitchFamily="49" charset="0"/>
              </a:rPr>
              <a:t>icmp_type_obj_group_id</a:t>
            </a:r>
            <a:r>
              <a:rPr lang="en-US" altLang="en-US" sz="1400">
                <a:solidFill>
                  <a:prstClr val="black"/>
                </a:solidFill>
                <a:latin typeface="Courier New" panose="02070309020205020404" pitchFamily="49" charset="0"/>
              </a:rPr>
              <a:t>] </a:t>
            </a:r>
            <a:r>
              <a:rPr lang="en-US" altLang="en-US" sz="1400">
                <a:solidFill>
                  <a:srgbClr val="ED7D31"/>
                </a:solidFill>
                <a:latin typeface="Courier New" panose="02070309020205020404" pitchFamily="49" charset="0"/>
              </a:rPr>
              <a:t>[log</a:t>
            </a:r>
            <a:r>
              <a:rPr lang="en-US" altLang="en-US" sz="1400">
                <a:solidFill>
                  <a:prstClr val="black"/>
                </a:solidFill>
                <a:latin typeface="Courier New" panose="02070309020205020404" pitchFamily="49" charset="0"/>
              </a:rPr>
              <a:t> </a:t>
            </a:r>
            <a:r>
              <a:rPr lang="en-US" altLang="en-US" sz="1400">
                <a:solidFill>
                  <a:srgbClr val="ED7D31"/>
                </a:solidFill>
                <a:latin typeface="Courier New" panose="02070309020205020404" pitchFamily="49" charset="0"/>
              </a:rPr>
              <a:t>[[</a:t>
            </a:r>
            <a:r>
              <a:rPr lang="en-US" altLang="en-US" sz="1400" i="1">
                <a:solidFill>
                  <a:srgbClr val="ED7D31"/>
                </a:solidFill>
                <a:latin typeface="Courier New" panose="02070309020205020404" pitchFamily="49" charset="0"/>
              </a:rPr>
              <a:t>level</a:t>
            </a:r>
            <a:r>
              <a:rPr lang="en-US" altLang="en-US" sz="1400">
                <a:solidFill>
                  <a:srgbClr val="ED7D31"/>
                </a:solidFill>
                <a:latin typeface="Courier New" panose="02070309020205020404" pitchFamily="49" charset="0"/>
              </a:rPr>
              <a:t>] [interval </a:t>
            </a:r>
            <a:r>
              <a:rPr lang="en-US" altLang="en-US" sz="1400" i="1">
                <a:solidFill>
                  <a:srgbClr val="ED7D31"/>
                </a:solidFill>
                <a:latin typeface="Courier New" panose="02070309020205020404" pitchFamily="49" charset="0"/>
              </a:rPr>
              <a:t>secs</a:t>
            </a:r>
            <a:r>
              <a:rPr lang="en-US" altLang="en-US" sz="1400">
                <a:solidFill>
                  <a:srgbClr val="ED7D31"/>
                </a:solidFill>
                <a:latin typeface="Courier New" panose="02070309020205020404" pitchFamily="49" charset="0"/>
              </a:rPr>
              <a:t>] | disable | default]]</a:t>
            </a:r>
            <a:r>
              <a:rPr lang="en-US" altLang="en-US" sz="1400">
                <a:solidFill>
                  <a:prstClr val="black"/>
                </a:solidFill>
                <a:latin typeface="Courier New" panose="02070309020205020404" pitchFamily="49" charset="0"/>
              </a:rPr>
              <a:t> [inactive | time-range </a:t>
            </a:r>
            <a:r>
              <a:rPr lang="en-US" altLang="en-US" sz="1400" i="1">
                <a:solidFill>
                  <a:prstClr val="black"/>
                </a:solidFill>
                <a:latin typeface="Courier New" panose="02070309020205020404" pitchFamily="49" charset="0"/>
              </a:rPr>
              <a:t>time_range_name</a:t>
            </a:r>
            <a:r>
              <a:rPr lang="en-US" altLang="en-US" sz="1400">
                <a:solidFill>
                  <a:prstClr val="black"/>
                </a:solidFill>
                <a:latin typeface="Courier New" panose="02070309020205020404" pitchFamily="49" charset="0"/>
              </a:rPr>
              <a:t>]</a:t>
            </a:r>
          </a:p>
        </p:txBody>
      </p:sp>
      <p:pic>
        <p:nvPicPr>
          <p:cNvPr id="185355" name="Picture 129" descr="PC"/>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58189" y="2320926"/>
            <a:ext cx="865187" cy="91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5356" name="Picture 130" descr="PC"/>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583614" y="1576388"/>
            <a:ext cx="500063" cy="527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5357" name="Picture 131" descr="Cisco_ASA550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508751" y="1684339"/>
            <a:ext cx="520700"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5358" name="Picture 132" descr="Route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900613" y="1790700"/>
            <a:ext cx="685800" cy="48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5359" name="Picture 133" descr="Network_Cloud_Standard"/>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022600" y="1663701"/>
            <a:ext cx="1371600"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5360" name="Rectangle 124"/>
          <p:cNvSpPr>
            <a:spLocks noChangeArrowheads="1"/>
          </p:cNvSpPr>
          <p:nvPr/>
        </p:nvSpPr>
        <p:spPr bwMode="auto">
          <a:xfrm>
            <a:off x="3270251" y="1844676"/>
            <a:ext cx="883255"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Internet</a:t>
            </a:r>
          </a:p>
        </p:txBody>
      </p:sp>
      <p:pic>
        <p:nvPicPr>
          <p:cNvPr id="185361" name="Picture 134" descr="File-Application_Serve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284414" y="1760539"/>
            <a:ext cx="38417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5362" name="Picture 137"/>
          <p:cNvPicPr preferRelativeResize="0">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245600" y="1916114"/>
            <a:ext cx="914400" cy="415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pic>
      <p:sp>
        <p:nvSpPr>
          <p:cNvPr id="185363" name="Freeform 138"/>
          <p:cNvSpPr>
            <a:spLocks/>
          </p:cNvSpPr>
          <p:nvPr/>
        </p:nvSpPr>
        <p:spPr bwMode="auto">
          <a:xfrm>
            <a:off x="8772526" y="1927225"/>
            <a:ext cx="1352551" cy="711200"/>
          </a:xfrm>
          <a:custGeom>
            <a:avLst/>
            <a:gdLst>
              <a:gd name="T0" fmla="*/ 2147483646 w 852"/>
              <a:gd name="T1" fmla="*/ 2147483646 h 448"/>
              <a:gd name="T2" fmla="*/ 2147483646 w 852"/>
              <a:gd name="T3" fmla="*/ 2147483646 h 448"/>
              <a:gd name="T4" fmla="*/ 0 w 852"/>
              <a:gd name="T5" fmla="*/ 2147483646 h 448"/>
              <a:gd name="T6" fmla="*/ 2147483646 w 852"/>
              <a:gd name="T7" fmla="*/ 0 h 448"/>
              <a:gd name="T8" fmla="*/ 2147483646 w 852"/>
              <a:gd name="T9" fmla="*/ 2147483646 h 448"/>
              <a:gd name="T10" fmla="*/ 0 60000 65536"/>
              <a:gd name="T11" fmla="*/ 0 60000 65536"/>
              <a:gd name="T12" fmla="*/ 0 60000 65536"/>
              <a:gd name="T13" fmla="*/ 0 60000 65536"/>
              <a:gd name="T14" fmla="*/ 0 60000 65536"/>
              <a:gd name="T15" fmla="*/ 0 w 852"/>
              <a:gd name="T16" fmla="*/ 0 h 448"/>
              <a:gd name="T17" fmla="*/ 852 w 852"/>
              <a:gd name="T18" fmla="*/ 448 h 448"/>
            </a:gdLst>
            <a:ahLst/>
            <a:cxnLst>
              <a:cxn ang="T10">
                <a:pos x="T0" y="T1"/>
              </a:cxn>
              <a:cxn ang="T11">
                <a:pos x="T2" y="T3"/>
              </a:cxn>
              <a:cxn ang="T12">
                <a:pos x="T4" y="T5"/>
              </a:cxn>
              <a:cxn ang="T13">
                <a:pos x="T6" y="T7"/>
              </a:cxn>
              <a:cxn ang="T14">
                <a:pos x="T8" y="T9"/>
              </a:cxn>
            </a:cxnLst>
            <a:rect l="T15" t="T16" r="T17" b="T18"/>
            <a:pathLst>
              <a:path w="852" h="448">
                <a:moveTo>
                  <a:pt x="294" y="261"/>
                </a:moveTo>
                <a:lnTo>
                  <a:pt x="852" y="261"/>
                </a:lnTo>
                <a:lnTo>
                  <a:pt x="0" y="448"/>
                </a:lnTo>
                <a:lnTo>
                  <a:pt x="296" y="0"/>
                </a:lnTo>
                <a:lnTo>
                  <a:pt x="294" y="261"/>
                </a:lnTo>
                <a:close/>
              </a:path>
            </a:pathLst>
          </a:custGeom>
          <a:gradFill rotWithShape="1">
            <a:gsLst>
              <a:gs pos="0">
                <a:schemeClr val="accent1"/>
              </a:gs>
              <a:gs pos="100000">
                <a:schemeClr val="bg1"/>
              </a:gs>
            </a:gsLst>
            <a:lin ang="5400000" scaled="1"/>
          </a:gradFill>
          <a:ln>
            <a:noFill/>
          </a:ln>
          <a:extLst>
            <a:ext uri="{91240B29-F687-4F45-9708-019B960494DF}">
              <a14:hiddenLine xmlns:a14="http://schemas.microsoft.com/office/drawing/2010/main" w="28575">
                <a:solidFill>
                  <a:srgbClr val="000000"/>
                </a:solidFill>
                <a:round/>
                <a:headEnd/>
                <a:tailEnd/>
              </a14:hiddenLine>
            </a:ext>
          </a:extLst>
        </p:spPr>
        <p:txBody>
          <a:bodyPr lIns="82124" tIns="41061" rIns="82124" bIns="41061"/>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85364" name="Rectangle 8"/>
          <p:cNvSpPr>
            <a:spLocks noChangeArrowheads="1"/>
          </p:cNvSpPr>
          <p:nvPr/>
        </p:nvSpPr>
        <p:spPr bwMode="auto">
          <a:xfrm>
            <a:off x="9283702" y="2386013"/>
            <a:ext cx="904094" cy="683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Syslog </a:t>
            </a:r>
          </a:p>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Server</a:t>
            </a:r>
          </a:p>
        </p:txBody>
      </p:sp>
    </p:spTree>
    <p:extLst>
      <p:ext uri="{BB962C8B-B14F-4D97-AF65-F5344CB8AC3E}">
        <p14:creationId xmlns:p14="http://schemas.microsoft.com/office/powerpoint/2010/main" val="2040906407"/>
      </p:ext>
    </p:extLst>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p:cNvSpPr>
            <a:spLocks noGrp="1" noChangeArrowheads="1"/>
          </p:cNvSpPr>
          <p:nvPr>
            <p:ph type="title"/>
          </p:nvPr>
        </p:nvSpPr>
        <p:spPr>
          <a:xfrm>
            <a:off x="0" y="5053"/>
            <a:ext cx="10515600" cy="477548"/>
          </a:xfrm>
        </p:spPr>
        <p:txBody>
          <a:bodyPr/>
          <a:lstStyle/>
          <a:p>
            <a:pPr eaLnBrk="1" hangingPunct="1"/>
            <a:r>
              <a:rPr lang="en-US" altLang="en-US" sz="3733" dirty="0">
                <a:latin typeface="Arial" panose="020B0604020202020204" pitchFamily="34" charset="0"/>
                <a:cs typeface="Arial" panose="020B0604020202020204" pitchFamily="34" charset="0"/>
              </a:rPr>
              <a:t>ACL Comments</a:t>
            </a:r>
          </a:p>
        </p:txBody>
      </p:sp>
      <p:sp>
        <p:nvSpPr>
          <p:cNvPr id="186371" name="Text Box 3"/>
          <p:cNvSpPr txBox="1">
            <a:spLocks noChangeArrowheads="1"/>
          </p:cNvSpPr>
          <p:nvPr/>
        </p:nvSpPr>
        <p:spPr bwMode="auto">
          <a:xfrm>
            <a:off x="1863725" y="2305051"/>
            <a:ext cx="7913688" cy="276999"/>
          </a:xfrm>
          <a:prstGeom prst="rect">
            <a:avLst/>
          </a:prstGeom>
          <a:solidFill>
            <a:schemeClr val="bg1"/>
          </a:solidFill>
          <a:ln w="28575">
            <a:solidFill>
              <a:schemeClr val="tx1"/>
            </a:solidFill>
            <a:miter lim="800000"/>
            <a:headEnd type="none" w="sm" len="sm"/>
            <a:tailEnd type="none" w="sm" len="sm"/>
          </a:ln>
        </p:spPr>
        <p:txBody>
          <a:bodyPr bIns="0">
            <a:spAutoFit/>
          </a:bodyPr>
          <a:lstStyle>
            <a:lvl1pPr marL="238125" indent="-238125">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50000"/>
              </a:spcBef>
              <a:spcAft>
                <a:spcPct val="0"/>
              </a:spcAft>
              <a:buClr>
                <a:srgbClr val="FF9933"/>
              </a:buClr>
              <a:buFont typeface="Wingdings" panose="05000000000000000000" pitchFamily="2" charset="2"/>
              <a:buNone/>
            </a:pPr>
            <a:r>
              <a:rPr lang="en-US" altLang="en-US" sz="1500">
                <a:solidFill>
                  <a:prstClr val="black"/>
                </a:solidFill>
                <a:latin typeface="Courier New" panose="02070309020205020404" pitchFamily="49" charset="0"/>
              </a:rPr>
              <a:t>asa1(config)# </a:t>
            </a:r>
            <a:r>
              <a:rPr lang="en-US" altLang="en-US" sz="1500">
                <a:solidFill>
                  <a:prstClr val="black"/>
                </a:solidFill>
                <a:latin typeface="Courier New" panose="02070309020205020404" pitchFamily="49" charset="0"/>
                <a:cs typeface="Times New Roman" panose="02020603050405020304" pitchFamily="18" charset="0"/>
              </a:rPr>
              <a:t>access-list ACLOUT line 2 remark </a:t>
            </a:r>
            <a:r>
              <a:rPr lang="en-US" altLang="en-US" sz="1500">
                <a:solidFill>
                  <a:srgbClr val="ED7D31"/>
                </a:solidFill>
                <a:latin typeface="Courier New" panose="02070309020205020404" pitchFamily="49" charset="0"/>
                <a:cs typeface="Times New Roman" panose="02020603050405020304" pitchFamily="18" charset="0"/>
              </a:rPr>
              <a:t>WebMailA access-list</a:t>
            </a:r>
          </a:p>
        </p:txBody>
      </p:sp>
      <p:sp>
        <p:nvSpPr>
          <p:cNvPr id="186372" name="Rectangle 4"/>
          <p:cNvSpPr>
            <a:spLocks noChangeArrowheads="1"/>
          </p:cNvSpPr>
          <p:nvPr/>
        </p:nvSpPr>
        <p:spPr bwMode="auto">
          <a:xfrm>
            <a:off x="1863726" y="1966913"/>
            <a:ext cx="7454900" cy="2729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124" tIns="41061" rIns="82124" bIns="41061">
            <a:spAutoFit/>
          </a:bodyPr>
          <a:lstStyle>
            <a:lvl1pPr marL="342900" indent="-342900" defTabSz="814388">
              <a:defRPr>
                <a:solidFill>
                  <a:schemeClr val="tx1"/>
                </a:solidFill>
                <a:latin typeface="Arial" panose="020B0604020202020204" pitchFamily="34" charset="0"/>
                <a:cs typeface="Arial" panose="020B0604020202020204" pitchFamily="34" charset="0"/>
              </a:defRPr>
            </a:lvl1pPr>
            <a:lvl2pPr marL="342900" indent="-22860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fontAlgn="base">
              <a:lnSpc>
                <a:spcPct val="95000"/>
              </a:lnSpc>
              <a:spcBef>
                <a:spcPct val="35000"/>
              </a:spcBef>
              <a:spcAft>
                <a:spcPct val="0"/>
              </a:spcAft>
              <a:buClr>
                <a:srgbClr val="5B9BD5"/>
              </a:buClr>
              <a:buFont typeface="Wingdings" panose="05000000000000000000" pitchFamily="2" charset="2"/>
              <a:buNone/>
            </a:pPr>
            <a:r>
              <a:rPr lang="en-US" altLang="en-US" sz="1300">
                <a:solidFill>
                  <a:prstClr val="black"/>
                </a:solidFill>
              </a:rPr>
              <a:t>Inserts ACL comment</a:t>
            </a:r>
          </a:p>
        </p:txBody>
      </p:sp>
      <p:sp>
        <p:nvSpPr>
          <p:cNvPr id="186373" name="Text Box 5"/>
          <p:cNvSpPr txBox="1">
            <a:spLocks noChangeArrowheads="1"/>
          </p:cNvSpPr>
          <p:nvPr/>
        </p:nvSpPr>
        <p:spPr bwMode="auto">
          <a:xfrm>
            <a:off x="1863725" y="1279525"/>
            <a:ext cx="5638800"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50000"/>
              </a:spcBef>
              <a:spcAft>
                <a:spcPct val="0"/>
              </a:spcAft>
              <a:buClr>
                <a:srgbClr val="FF9933"/>
              </a:buClr>
              <a:buFont typeface="Wingdings" panose="05000000000000000000" pitchFamily="2" charset="2"/>
              <a:buNone/>
            </a:pPr>
            <a:r>
              <a:rPr lang="en-US" altLang="en-US" sz="1300">
                <a:solidFill>
                  <a:prstClr val="black"/>
                </a:solidFill>
              </a:rPr>
              <a:t>ciscoasa(config)#</a:t>
            </a:r>
          </a:p>
        </p:txBody>
      </p:sp>
      <p:sp>
        <p:nvSpPr>
          <p:cNvPr id="186374" name="Rectangle 6"/>
          <p:cNvSpPr>
            <a:spLocks noChangeArrowheads="1"/>
          </p:cNvSpPr>
          <p:nvPr/>
        </p:nvSpPr>
        <p:spPr bwMode="auto">
          <a:xfrm>
            <a:off x="1863726" y="1616077"/>
            <a:ext cx="7886700" cy="302647"/>
          </a:xfrm>
          <a:prstGeom prst="rect">
            <a:avLst/>
          </a:prstGeom>
          <a:solidFill>
            <a:schemeClr val="bg1"/>
          </a:solidFill>
          <a:ln w="28575">
            <a:solidFill>
              <a:schemeClr val="tx1"/>
            </a:solidFill>
            <a:miter lim="800000"/>
            <a:headEnd/>
            <a:tailEnd/>
          </a:ln>
        </p:spPr>
        <p:txBody>
          <a:bodyPr lIns="82551" tIns="41275" rIns="82551" bIns="41275">
            <a:spAutoFit/>
          </a:bodyPr>
          <a:lstStyle>
            <a:lvl1pPr marL="342900" indent="-342900" defTabSz="915988">
              <a:defRPr>
                <a:solidFill>
                  <a:schemeClr val="tx1"/>
                </a:solidFill>
                <a:latin typeface="Arial" panose="020B0604020202020204" pitchFamily="34" charset="0"/>
                <a:cs typeface="Arial" panose="020B0604020202020204" pitchFamily="34" charset="0"/>
              </a:defRPr>
            </a:lvl1pPr>
            <a:lvl2pPr marL="342900" indent="-228600" defTabSz="915988">
              <a:defRPr>
                <a:solidFill>
                  <a:schemeClr val="tx1"/>
                </a:solidFill>
                <a:latin typeface="Arial" panose="020B0604020202020204" pitchFamily="34" charset="0"/>
                <a:cs typeface="Arial" panose="020B0604020202020204" pitchFamily="34" charset="0"/>
              </a:defRPr>
            </a:lvl2pPr>
            <a:lvl3pPr marL="1143000" indent="-228600" defTabSz="915988">
              <a:defRPr>
                <a:solidFill>
                  <a:schemeClr val="tx1"/>
                </a:solidFill>
                <a:latin typeface="Arial" panose="020B0604020202020204" pitchFamily="34" charset="0"/>
                <a:cs typeface="Arial" panose="020B0604020202020204" pitchFamily="34" charset="0"/>
              </a:defRPr>
            </a:lvl3pPr>
            <a:lvl4pPr marL="1600200" indent="-228600" defTabSz="915988">
              <a:defRPr>
                <a:solidFill>
                  <a:schemeClr val="tx1"/>
                </a:solidFill>
                <a:latin typeface="Arial" panose="020B0604020202020204" pitchFamily="34" charset="0"/>
                <a:cs typeface="Arial" panose="020B0604020202020204" pitchFamily="34" charset="0"/>
              </a:defRPr>
            </a:lvl4pPr>
            <a:lvl5pPr marL="2057400" indent="-228600" defTabSz="915988">
              <a:defRPr>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fontAlgn="base">
              <a:lnSpc>
                <a:spcPct val="95000"/>
              </a:lnSpc>
              <a:spcBef>
                <a:spcPct val="35000"/>
              </a:spcBef>
              <a:spcAft>
                <a:spcPct val="0"/>
              </a:spcAft>
              <a:buClr>
                <a:srgbClr val="ED7D31"/>
              </a:buClr>
              <a:buFont typeface="Wingdings" panose="05000000000000000000" pitchFamily="2" charset="2"/>
              <a:buNone/>
            </a:pPr>
            <a:r>
              <a:rPr lang="en-US" altLang="en-US" sz="1500">
                <a:solidFill>
                  <a:prstClr val="black"/>
                </a:solidFill>
                <a:latin typeface="Courier New" panose="02070309020205020404" pitchFamily="49" charset="0"/>
              </a:rPr>
              <a:t>access-list </a:t>
            </a:r>
            <a:r>
              <a:rPr lang="en-US" altLang="en-US" sz="1500" i="1">
                <a:solidFill>
                  <a:prstClr val="black"/>
                </a:solidFill>
                <a:latin typeface="Courier New" panose="02070309020205020404" pitchFamily="49" charset="0"/>
              </a:rPr>
              <a:t>id </a:t>
            </a:r>
            <a:r>
              <a:rPr lang="en-US" altLang="en-US" sz="1500">
                <a:solidFill>
                  <a:prstClr val="black"/>
                </a:solidFill>
                <a:latin typeface="Courier New" panose="02070309020205020404" pitchFamily="49" charset="0"/>
              </a:rPr>
              <a:t>[line </a:t>
            </a:r>
            <a:r>
              <a:rPr lang="en-US" altLang="en-US" sz="1500" i="1">
                <a:solidFill>
                  <a:prstClr val="black"/>
                </a:solidFill>
                <a:latin typeface="Courier New" panose="02070309020205020404" pitchFamily="49" charset="0"/>
              </a:rPr>
              <a:t>line-nu</a:t>
            </a:r>
            <a:r>
              <a:rPr lang="en-US" altLang="en-US" sz="1500">
                <a:solidFill>
                  <a:prstClr val="black"/>
                </a:solidFill>
                <a:latin typeface="Courier New" panose="02070309020205020404" pitchFamily="49" charset="0"/>
              </a:rPr>
              <a:t>m</a:t>
            </a:r>
            <a:r>
              <a:rPr lang="en-US" altLang="en-US" sz="1500" i="1">
                <a:solidFill>
                  <a:prstClr val="black"/>
                </a:solidFill>
                <a:latin typeface="Courier New" panose="02070309020205020404" pitchFamily="49" charset="0"/>
              </a:rPr>
              <a:t>ber</a:t>
            </a:r>
            <a:r>
              <a:rPr lang="en-US" altLang="en-US" sz="1500">
                <a:solidFill>
                  <a:prstClr val="black"/>
                </a:solidFill>
                <a:latin typeface="Courier New" panose="02070309020205020404" pitchFamily="49" charset="0"/>
              </a:rPr>
              <a:t>] remark </a:t>
            </a:r>
            <a:r>
              <a:rPr lang="en-US" altLang="en-US" sz="1500" i="1">
                <a:solidFill>
                  <a:prstClr val="black"/>
                </a:solidFill>
                <a:latin typeface="Courier New" panose="02070309020205020404" pitchFamily="49" charset="0"/>
              </a:rPr>
              <a:t>text</a:t>
            </a:r>
          </a:p>
        </p:txBody>
      </p:sp>
      <p:sp>
        <p:nvSpPr>
          <p:cNvPr id="186375" name="Text Box 15"/>
          <p:cNvSpPr txBox="1">
            <a:spLocks noChangeArrowheads="1"/>
          </p:cNvSpPr>
          <p:nvPr/>
        </p:nvSpPr>
        <p:spPr bwMode="auto">
          <a:xfrm>
            <a:off x="1863725" y="2882901"/>
            <a:ext cx="7904163" cy="3111621"/>
          </a:xfrm>
          <a:prstGeom prst="rect">
            <a:avLst/>
          </a:prstGeom>
          <a:solidFill>
            <a:schemeClr val="bg1"/>
          </a:solidFill>
          <a:ln w="28575">
            <a:solidFill>
              <a:schemeClr val="tx1"/>
            </a:solidFill>
            <a:miter lim="800000"/>
            <a:headEnd type="none" w="sm" len="sm"/>
            <a:tailEnd type="none" w="sm" len="sm"/>
          </a:ln>
        </p:spPr>
        <p:txBody>
          <a:bodyPr bIns="0">
            <a:spAutoFit/>
          </a:bodyPr>
          <a:lstStyle>
            <a:lvl1pPr marL="238125" indent="-238125" defTabSz="457200">
              <a:defRPr>
                <a:solidFill>
                  <a:schemeClr val="tx1"/>
                </a:solidFill>
                <a:latin typeface="Arial" panose="020B0604020202020204" pitchFamily="34" charset="0"/>
                <a:cs typeface="Arial" panose="020B0604020202020204" pitchFamily="34" charset="0"/>
              </a:defRPr>
            </a:lvl1pPr>
            <a:lvl2pPr marL="742950" indent="-285750" defTabSz="457200">
              <a:defRPr>
                <a:solidFill>
                  <a:schemeClr val="tx1"/>
                </a:solidFill>
                <a:latin typeface="Arial" panose="020B0604020202020204" pitchFamily="34" charset="0"/>
                <a:cs typeface="Arial" panose="020B0604020202020204" pitchFamily="34" charset="0"/>
              </a:defRPr>
            </a:lvl2pPr>
            <a:lvl3pPr marL="1143000" indent="-228600" defTabSz="457200">
              <a:defRPr>
                <a:solidFill>
                  <a:schemeClr val="tx1"/>
                </a:solidFill>
                <a:latin typeface="Arial" panose="020B0604020202020204" pitchFamily="34" charset="0"/>
                <a:cs typeface="Arial" panose="020B0604020202020204" pitchFamily="34" charset="0"/>
              </a:defRPr>
            </a:lvl3pPr>
            <a:lvl4pPr marL="1600200" indent="-228600" defTabSz="457200">
              <a:defRPr>
                <a:solidFill>
                  <a:schemeClr val="tx1"/>
                </a:solidFill>
                <a:latin typeface="Arial" panose="020B0604020202020204" pitchFamily="34" charset="0"/>
                <a:cs typeface="Arial" panose="020B0604020202020204" pitchFamily="34" charset="0"/>
              </a:defRPr>
            </a:lvl4pPr>
            <a:lvl5pPr marL="2057400" indent="-228600" defTabSz="457200">
              <a:defRPr>
                <a:solidFill>
                  <a:schemeClr val="tx1"/>
                </a:solidFill>
                <a:latin typeface="Arial" panose="020B060402020202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Courier New" panose="02070309020205020404" pitchFamily="49" charset="0"/>
              </a:rPr>
              <a:t>asa1(config)# </a:t>
            </a:r>
            <a:r>
              <a:rPr lang="en-US" altLang="en-US" sz="1200">
                <a:solidFill>
                  <a:prstClr val="black"/>
                </a:solidFill>
                <a:latin typeface="Courier New" panose="02070309020205020404" pitchFamily="49" charset="0"/>
                <a:cs typeface="Times New Roman" panose="02020603050405020304" pitchFamily="18" charset="0"/>
              </a:rPr>
              <a:t>show access-list</a:t>
            </a:r>
          </a:p>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Courier New" panose="02070309020205020404" pitchFamily="49" charset="0"/>
                <a:cs typeface="Times New Roman" panose="02020603050405020304" pitchFamily="18" charset="0"/>
              </a:rPr>
              <a:t>access-list cached ACL log flows: total 0, denied 0 (deny-flow-max 4096) alert-interval 300</a:t>
            </a:r>
          </a:p>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Courier New" panose="02070309020205020404" pitchFamily="49" charset="0"/>
                <a:cs typeface="Times New Roman" panose="02020603050405020304" pitchFamily="18" charset="0"/>
              </a:rPr>
              <a:t>access-list ACLOUT; 6 elements </a:t>
            </a:r>
          </a:p>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Courier New" panose="02070309020205020404" pitchFamily="49" charset="0"/>
              </a:rPr>
              <a:t>access-list ACLOUT line 1 extended permit tcp any host 192.168.1.7 eq www (hitcnt=0) 0x3df6ed1e</a:t>
            </a:r>
          </a:p>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Courier New" panose="02070309020205020404" pitchFamily="49" charset="0"/>
              </a:rPr>
              <a:t>access-list ACLOUT line 2 remark </a:t>
            </a:r>
            <a:r>
              <a:rPr lang="en-US" altLang="en-US" sz="1200">
                <a:solidFill>
                  <a:srgbClr val="ED7D31"/>
                </a:solidFill>
                <a:latin typeface="Courier New" panose="02070309020205020404" pitchFamily="49" charset="0"/>
              </a:rPr>
              <a:t>WebMailA</a:t>
            </a:r>
            <a:r>
              <a:rPr lang="en-US" altLang="en-US" sz="1200">
                <a:solidFill>
                  <a:srgbClr val="C90033"/>
                </a:solidFill>
                <a:latin typeface="Courier New" panose="02070309020205020404" pitchFamily="49" charset="0"/>
              </a:rPr>
              <a:t> access-list</a:t>
            </a:r>
          </a:p>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Courier New" panose="02070309020205020404" pitchFamily="49" charset="0"/>
              </a:rPr>
              <a:t>access-list ACLOUT line 3 extended permit tcp any host	192.168.1.8 eq www (hitcnt=0) 0xd5383eba</a:t>
            </a:r>
          </a:p>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Courier New" panose="02070309020205020404" pitchFamily="49" charset="0"/>
              </a:rPr>
              <a:t>access-list ACLOUT line 4 extended permit tcp any host 192.168.1.9 eq www (hitcnt=0)0x2c4288ad</a:t>
            </a:r>
          </a:p>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Courier New" panose="02070309020205020404" pitchFamily="49" charset="0"/>
              </a:rPr>
              <a:t>access-list ACLOUT line 5 extended permit tcp any host	192.168.1.10 eq www (hitcnt=0) 0xb70c935b</a:t>
            </a:r>
          </a:p>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Courier New" panose="02070309020205020404" pitchFamily="49" charset="0"/>
              </a:rPr>
              <a:t>access-list ACLOUT line 6 extended permit tcp any host	192.168.1.11 eq www (hitcnt=0) 0x8b43382e</a:t>
            </a:r>
          </a:p>
        </p:txBody>
      </p:sp>
      <p:sp>
        <p:nvSpPr>
          <p:cNvPr id="186376" name="Text Box 14"/>
          <p:cNvSpPr txBox="1">
            <a:spLocks noChangeArrowheads="1"/>
          </p:cNvSpPr>
          <p:nvPr/>
        </p:nvSpPr>
        <p:spPr bwMode="auto">
          <a:xfrm>
            <a:off x="9817101" y="4572001"/>
            <a:ext cx="850900" cy="55399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type="none" w="sm" len="sm"/>
                <a:tailEnd type="none" w="sm" len="sm"/>
              </a14:hiddenLine>
            </a:ext>
          </a:extLst>
        </p:spPr>
        <p:txBody>
          <a:bodyPr lIns="0" tIns="0" rIns="0" bIns="0">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a:solidFill>
                  <a:srgbClr val="C90033"/>
                </a:solidFill>
              </a:rPr>
              <a:t>former line 2</a:t>
            </a:r>
          </a:p>
        </p:txBody>
      </p:sp>
      <p:sp>
        <p:nvSpPr>
          <p:cNvPr id="186377" name="AutoShape 17"/>
          <p:cNvSpPr>
            <a:spLocks noChangeArrowheads="1"/>
          </p:cNvSpPr>
          <p:nvPr/>
        </p:nvSpPr>
        <p:spPr bwMode="auto">
          <a:xfrm rot="-5400000">
            <a:off x="9770270" y="4183856"/>
            <a:ext cx="285751" cy="490539"/>
          </a:xfrm>
          <a:custGeom>
            <a:avLst/>
            <a:gdLst>
              <a:gd name="T0" fmla="*/ 2147483646 w 21600"/>
              <a:gd name="T1" fmla="*/ 0 h 21600"/>
              <a:gd name="T2" fmla="*/ 2147483646 w 21600"/>
              <a:gd name="T3" fmla="*/ 2147483646 h 21600"/>
              <a:gd name="T4" fmla="*/ 0 w 21600"/>
              <a:gd name="T5" fmla="*/ 2147483646 h 21600"/>
              <a:gd name="T6" fmla="*/ 2147483646 w 21600"/>
              <a:gd name="T7" fmla="*/ 2147483646 h 21600"/>
              <a:gd name="T8" fmla="*/ 2147483646 w 21600"/>
              <a:gd name="T9" fmla="*/ 2147483646 h 21600"/>
              <a:gd name="T10" fmla="*/ 2147483646 w 21600"/>
              <a:gd name="T11" fmla="*/ 2147483646 h 21600"/>
              <a:gd name="T12" fmla="*/ 17694720 60000 65536"/>
              <a:gd name="T13" fmla="*/ 11796480 60000 65536"/>
              <a:gd name="T14" fmla="*/ 11796480 60000 65536"/>
              <a:gd name="T15" fmla="*/ 5898240 60000 65536"/>
              <a:gd name="T16" fmla="*/ 0 60000 65536"/>
              <a:gd name="T17" fmla="*/ 0 60000 65536"/>
              <a:gd name="T18" fmla="*/ 0 w 21600"/>
              <a:gd name="T19" fmla="*/ 14603 h 21600"/>
              <a:gd name="T20" fmla="*/ 18514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516" y="0"/>
                </a:moveTo>
                <a:lnTo>
                  <a:pt x="9431" y="7200"/>
                </a:lnTo>
                <a:lnTo>
                  <a:pt x="12517" y="7200"/>
                </a:lnTo>
                <a:lnTo>
                  <a:pt x="12517" y="14603"/>
                </a:lnTo>
                <a:lnTo>
                  <a:pt x="0" y="14603"/>
                </a:lnTo>
                <a:lnTo>
                  <a:pt x="0" y="21600"/>
                </a:lnTo>
                <a:lnTo>
                  <a:pt x="18514" y="21600"/>
                </a:lnTo>
                <a:lnTo>
                  <a:pt x="18514" y="7200"/>
                </a:lnTo>
                <a:lnTo>
                  <a:pt x="21600" y="7200"/>
                </a:lnTo>
                <a:lnTo>
                  <a:pt x="15516" y="0"/>
                </a:lnTo>
                <a:close/>
              </a:path>
            </a:pathLst>
          </a:custGeom>
          <a:solidFill>
            <a:schemeClr val="folHlink"/>
          </a:solidFill>
          <a:ln w="25400" algn="ctr">
            <a:solidFill>
              <a:schemeClr val="tx1"/>
            </a:solidFill>
            <a:miter lim="800000"/>
            <a:headEnd type="none" w="sm" len="sm"/>
            <a:tailEnd type="none" w="sm" len="sm"/>
          </a:ln>
        </p:spPr>
        <p:txBody>
          <a:bodyPr wrap="none" lIns="82124" tIns="41061" rIns="82124" bIns="41061"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55408778"/>
      </p:ext>
    </p:extLst>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Rectangle 1033"/>
          <p:cNvSpPr>
            <a:spLocks noGrp="1" noChangeArrowheads="1"/>
          </p:cNvSpPr>
          <p:nvPr>
            <p:ph type="title"/>
          </p:nvPr>
        </p:nvSpPr>
        <p:spPr>
          <a:xfrm>
            <a:off x="0" y="-12793"/>
            <a:ext cx="10515600" cy="393793"/>
          </a:xfrm>
        </p:spPr>
        <p:txBody>
          <a:bodyPr/>
          <a:lstStyle/>
          <a:p>
            <a:pPr eaLnBrk="1" hangingPunct="1"/>
            <a:r>
              <a:rPr lang="en-US" altLang="en-US" sz="3733" dirty="0">
                <a:latin typeface="Arial" panose="020B0604020202020204" pitchFamily="34" charset="0"/>
                <a:cs typeface="Arial" panose="020B0604020202020204" pitchFamily="34" charset="0"/>
              </a:rPr>
              <a:t>Inbound HTTP Access Solution</a:t>
            </a:r>
          </a:p>
        </p:txBody>
      </p:sp>
      <p:sp>
        <p:nvSpPr>
          <p:cNvPr id="187395" name="Rectangle 1035"/>
          <p:cNvSpPr>
            <a:spLocks noGrp="1" noChangeArrowheads="1"/>
          </p:cNvSpPr>
          <p:nvPr>
            <p:ph sz="half" idx="1"/>
          </p:nvPr>
        </p:nvSpPr>
        <p:spPr>
          <a:xfrm>
            <a:off x="2282826" y="5786439"/>
            <a:ext cx="7454900" cy="313932"/>
          </a:xfrm>
        </p:spPr>
        <p:txBody>
          <a:bodyPr>
            <a:spAutoFit/>
          </a:bodyPr>
          <a:lstStyle/>
          <a:p>
            <a:pPr lvl="1" eaLnBrk="1" hangingPunct="1">
              <a:buFont typeface="Wingdings" panose="05000000000000000000" pitchFamily="2" charset="2"/>
              <a:buNone/>
            </a:pPr>
            <a:r>
              <a:rPr lang="en-US" altLang="en-US" sz="1600"/>
              <a:t>Permits outside HTTP traffic to access the public web server</a:t>
            </a:r>
          </a:p>
        </p:txBody>
      </p:sp>
      <p:sp>
        <p:nvSpPr>
          <p:cNvPr id="187396" name="Text Box 1030"/>
          <p:cNvSpPr txBox="1">
            <a:spLocks noChangeArrowheads="1"/>
          </p:cNvSpPr>
          <p:nvPr/>
        </p:nvSpPr>
        <p:spPr bwMode="auto">
          <a:xfrm>
            <a:off x="2282825" y="4027490"/>
            <a:ext cx="7685088" cy="1708160"/>
          </a:xfrm>
          <a:prstGeom prst="rect">
            <a:avLst/>
          </a:prstGeom>
          <a:solidFill>
            <a:schemeClr val="bg1"/>
          </a:solidFill>
          <a:ln w="28575">
            <a:solidFill>
              <a:schemeClr val="tx1"/>
            </a:solidFill>
            <a:miter lim="800000"/>
            <a:headEnd type="none" w="sm" len="sm"/>
            <a:tailEnd type="none" w="sm" len="sm"/>
          </a:ln>
        </p:spPr>
        <p:txBody>
          <a:bodyPr bIns="0">
            <a:spAutoFit/>
          </a:bodyPr>
          <a:lstStyle>
            <a:lvl1pPr marL="238125" indent="-238125">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50000"/>
              </a:spcBef>
              <a:spcAft>
                <a:spcPct val="0"/>
              </a:spcAft>
              <a:buClr>
                <a:srgbClr val="FF9933"/>
              </a:buClr>
              <a:buFont typeface="Wingdings" panose="05000000000000000000" pitchFamily="2" charset="2"/>
              <a:buNone/>
            </a:pPr>
            <a:r>
              <a:rPr lang="en-US" altLang="en-US">
                <a:solidFill>
                  <a:prstClr val="black"/>
                </a:solidFill>
                <a:latin typeface="Courier New" panose="02070309020205020404" pitchFamily="49" charset="0"/>
              </a:rPr>
              <a:t>asa1(config)# static (DMZ,outside) 192.168.1.9 172.16.1.2 0 0</a:t>
            </a:r>
          </a:p>
          <a:p>
            <a:pPr fontAlgn="base">
              <a:spcBef>
                <a:spcPct val="50000"/>
              </a:spcBef>
              <a:spcAft>
                <a:spcPct val="0"/>
              </a:spcAft>
              <a:buClr>
                <a:srgbClr val="FF9933"/>
              </a:buClr>
              <a:buFont typeface="Wingdings" panose="05000000000000000000" pitchFamily="2" charset="2"/>
              <a:buNone/>
            </a:pPr>
            <a:r>
              <a:rPr lang="en-US" altLang="en-US">
                <a:solidFill>
                  <a:prstClr val="black"/>
                </a:solidFill>
                <a:latin typeface="Courier New" panose="02070309020205020404" pitchFamily="49" charset="0"/>
              </a:rPr>
              <a:t>asa1(config)# </a:t>
            </a:r>
            <a:r>
              <a:rPr lang="en-US" altLang="en-US">
                <a:solidFill>
                  <a:prstClr val="black"/>
                </a:solidFill>
                <a:latin typeface="Courier New" panose="02070309020205020404" pitchFamily="49" charset="0"/>
                <a:cs typeface="Times New Roman" panose="02020603050405020304" pitchFamily="18" charset="0"/>
              </a:rPr>
              <a:t>access-list ACLOUT permit tcp any host 192.168.1.9 eq </a:t>
            </a:r>
            <a:r>
              <a:rPr lang="en-US" altLang="en-US">
                <a:solidFill>
                  <a:srgbClr val="C90033"/>
                </a:solidFill>
                <a:latin typeface="Courier New" panose="02070309020205020404" pitchFamily="49" charset="0"/>
                <a:cs typeface="Times New Roman" panose="02020603050405020304" pitchFamily="18" charset="0"/>
              </a:rPr>
              <a:t>www</a:t>
            </a:r>
          </a:p>
          <a:p>
            <a:pPr fontAlgn="base">
              <a:spcBef>
                <a:spcPct val="50000"/>
              </a:spcBef>
              <a:spcAft>
                <a:spcPct val="0"/>
              </a:spcAft>
              <a:buClr>
                <a:srgbClr val="FF9933"/>
              </a:buClr>
              <a:buFont typeface="Wingdings" panose="05000000000000000000" pitchFamily="2" charset="2"/>
              <a:buNone/>
            </a:pPr>
            <a:r>
              <a:rPr lang="en-US" altLang="en-US">
                <a:solidFill>
                  <a:prstClr val="black"/>
                </a:solidFill>
                <a:latin typeface="Courier New" panose="02070309020205020404" pitchFamily="49" charset="0"/>
              </a:rPr>
              <a:t>asa1(config)# </a:t>
            </a:r>
            <a:r>
              <a:rPr lang="en-US" altLang="en-US">
                <a:solidFill>
                  <a:prstClr val="black"/>
                </a:solidFill>
                <a:latin typeface="Courier New" panose="02070309020205020404" pitchFamily="49" charset="0"/>
                <a:cs typeface="Times New Roman" panose="02020603050405020304" pitchFamily="18" charset="0"/>
              </a:rPr>
              <a:t>access-group ACLOUT in interface outside</a:t>
            </a:r>
          </a:p>
        </p:txBody>
      </p:sp>
      <p:sp>
        <p:nvSpPr>
          <p:cNvPr id="187397" name="Rectangle 1037"/>
          <p:cNvSpPr>
            <a:spLocks noChangeArrowheads="1"/>
          </p:cNvSpPr>
          <p:nvPr/>
        </p:nvSpPr>
        <p:spPr bwMode="auto">
          <a:xfrm>
            <a:off x="5552078" y="2996020"/>
            <a:ext cx="99418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Helvetica" panose="020B0604020202020204" pitchFamily="34" charset="0"/>
              </a:rPr>
              <a:t>192.168.1.0</a:t>
            </a:r>
          </a:p>
        </p:txBody>
      </p:sp>
      <p:sp>
        <p:nvSpPr>
          <p:cNvPr id="187398" name="Rectangle 1038"/>
          <p:cNvSpPr>
            <a:spLocks noChangeArrowheads="1"/>
          </p:cNvSpPr>
          <p:nvPr/>
        </p:nvSpPr>
        <p:spPr bwMode="auto">
          <a:xfrm>
            <a:off x="7298919" y="3284539"/>
            <a:ext cx="740587" cy="259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lnSpc>
                <a:spcPct val="90000"/>
              </a:lnSpc>
              <a:spcBef>
                <a:spcPct val="20000"/>
              </a:spcBef>
              <a:spcAft>
                <a:spcPct val="0"/>
              </a:spcAft>
              <a:buClr>
                <a:srgbClr val="FF9933"/>
              </a:buClr>
              <a:buFont typeface="Wingdings" panose="05000000000000000000" pitchFamily="2" charset="2"/>
              <a:buNone/>
            </a:pPr>
            <a:r>
              <a:rPr lang="en-US" altLang="en-US" sz="1200">
                <a:solidFill>
                  <a:prstClr val="black"/>
                </a:solidFill>
                <a:latin typeface="Helvetica" panose="020B0604020202020204" pitchFamily="34" charset="0"/>
              </a:rPr>
              <a:t>10.0.1.0</a:t>
            </a:r>
          </a:p>
        </p:txBody>
      </p:sp>
      <p:sp>
        <p:nvSpPr>
          <p:cNvPr id="187399" name="Rectangle 1039"/>
          <p:cNvSpPr>
            <a:spLocks noChangeArrowheads="1"/>
          </p:cNvSpPr>
          <p:nvPr/>
        </p:nvSpPr>
        <p:spPr bwMode="auto">
          <a:xfrm>
            <a:off x="7054543" y="1989137"/>
            <a:ext cx="1002326" cy="462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lnSpc>
                <a:spcPct val="90000"/>
              </a:lnSpc>
              <a:spcBef>
                <a:spcPct val="20000"/>
              </a:spcBef>
              <a:spcAft>
                <a:spcPct val="0"/>
              </a:spcAft>
              <a:buClr>
                <a:srgbClr val="FF9933"/>
              </a:buClr>
              <a:buFont typeface="Wingdings" panose="05000000000000000000" pitchFamily="2" charset="2"/>
              <a:buNone/>
            </a:pPr>
            <a:r>
              <a:rPr lang="en-US" altLang="en-US" sz="1200">
                <a:solidFill>
                  <a:prstClr val="black"/>
                </a:solidFill>
                <a:latin typeface="Helvetica" panose="020B0604020202020204" pitchFamily="34" charset="0"/>
              </a:rPr>
              <a:t>Public Web </a:t>
            </a:r>
          </a:p>
          <a:p>
            <a:pPr algn="ctr" fontAlgn="base">
              <a:lnSpc>
                <a:spcPct val="90000"/>
              </a:lnSpc>
              <a:spcBef>
                <a:spcPct val="20000"/>
              </a:spcBef>
              <a:spcAft>
                <a:spcPct val="0"/>
              </a:spcAft>
              <a:buClr>
                <a:srgbClr val="FF9933"/>
              </a:buClr>
              <a:buFont typeface="Wingdings" panose="05000000000000000000" pitchFamily="2" charset="2"/>
              <a:buNone/>
            </a:pPr>
            <a:r>
              <a:rPr lang="en-US" altLang="en-US" sz="1200">
                <a:solidFill>
                  <a:prstClr val="black"/>
                </a:solidFill>
                <a:latin typeface="Helvetica" panose="020B0604020202020204" pitchFamily="34" charset="0"/>
              </a:rPr>
              <a:t>Server</a:t>
            </a:r>
          </a:p>
        </p:txBody>
      </p:sp>
      <p:sp>
        <p:nvSpPr>
          <p:cNvPr id="187400" name="Line 1041"/>
          <p:cNvSpPr>
            <a:spLocks noChangeShapeType="1"/>
          </p:cNvSpPr>
          <p:nvPr/>
        </p:nvSpPr>
        <p:spPr bwMode="auto">
          <a:xfrm flipV="1">
            <a:off x="4176714" y="3252788"/>
            <a:ext cx="4035425" cy="4763"/>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87401" name="Line 1042"/>
          <p:cNvSpPr>
            <a:spLocks noChangeShapeType="1"/>
          </p:cNvSpPr>
          <p:nvPr/>
        </p:nvSpPr>
        <p:spPr bwMode="auto">
          <a:xfrm flipH="1">
            <a:off x="6862764" y="2238375"/>
            <a:ext cx="9525" cy="1157288"/>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87402" name="Arc 1128"/>
          <p:cNvSpPr>
            <a:spLocks/>
          </p:cNvSpPr>
          <p:nvPr/>
        </p:nvSpPr>
        <p:spPr bwMode="auto">
          <a:xfrm rot="10832475" flipH="1">
            <a:off x="6016626" y="2171701"/>
            <a:ext cx="571500" cy="546100"/>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8575">
            <a:solidFill>
              <a:schemeClr val="folHlink"/>
            </a:solidFill>
            <a:prstDash val="dash"/>
            <a:round/>
            <a:headEnd/>
            <a:tailEnd type="triangle" w="med" len="med"/>
          </a:ln>
          <a:extLst>
            <a:ext uri="{909E8E84-426E-40DD-AFC4-6F175D3DCCD1}">
              <a14:hiddenFill xmlns:a14="http://schemas.microsoft.com/office/drawing/2010/main">
                <a:solidFill>
                  <a:srgbClr val="FFFFFF"/>
                </a:solidFill>
              </a14:hiddenFill>
            </a:ext>
          </a:extLst>
        </p:spPr>
        <p:txBody>
          <a:bodyPr wrap="none" lIns="73025" tIns="36512" rIns="73025" bIns="36512"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87403" name="Text Box 1129"/>
          <p:cNvSpPr txBox="1">
            <a:spLocks noChangeArrowheads="1"/>
          </p:cNvSpPr>
          <p:nvPr/>
        </p:nvSpPr>
        <p:spPr bwMode="auto">
          <a:xfrm>
            <a:off x="6530976" y="1657351"/>
            <a:ext cx="591509" cy="319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DMZ</a:t>
            </a:r>
          </a:p>
        </p:txBody>
      </p:sp>
      <p:sp>
        <p:nvSpPr>
          <p:cNvPr id="187404" name="Text Box 1130"/>
          <p:cNvSpPr txBox="1">
            <a:spLocks noChangeArrowheads="1"/>
          </p:cNvSpPr>
          <p:nvPr/>
        </p:nvSpPr>
        <p:spPr bwMode="auto">
          <a:xfrm>
            <a:off x="8245476" y="2533651"/>
            <a:ext cx="694101" cy="3199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Inside</a:t>
            </a:r>
          </a:p>
        </p:txBody>
      </p:sp>
      <p:sp>
        <p:nvSpPr>
          <p:cNvPr id="187405" name="Text Box 1132"/>
          <p:cNvSpPr txBox="1">
            <a:spLocks noChangeArrowheads="1"/>
          </p:cNvSpPr>
          <p:nvPr/>
        </p:nvSpPr>
        <p:spPr bwMode="auto">
          <a:xfrm>
            <a:off x="4613277" y="3436938"/>
            <a:ext cx="942566" cy="350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Outside</a:t>
            </a:r>
          </a:p>
        </p:txBody>
      </p:sp>
      <p:sp>
        <p:nvSpPr>
          <p:cNvPr id="187406" name="Rectangle 1133"/>
          <p:cNvSpPr>
            <a:spLocks noChangeArrowheads="1"/>
          </p:cNvSpPr>
          <p:nvPr/>
        </p:nvSpPr>
        <p:spPr bwMode="auto">
          <a:xfrm>
            <a:off x="6376988" y="3263901"/>
            <a:ext cx="275717" cy="258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Helvetica" panose="020B0604020202020204" pitchFamily="34" charset="0"/>
              </a:rPr>
              <a:t>.2</a:t>
            </a:r>
          </a:p>
        </p:txBody>
      </p:sp>
      <p:sp>
        <p:nvSpPr>
          <p:cNvPr id="187407" name="Rectangle 1134"/>
          <p:cNvSpPr>
            <a:spLocks noChangeArrowheads="1"/>
          </p:cNvSpPr>
          <p:nvPr/>
        </p:nvSpPr>
        <p:spPr bwMode="auto">
          <a:xfrm>
            <a:off x="5438775" y="3251201"/>
            <a:ext cx="275717" cy="2584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Helvetica" panose="020B0604020202020204" pitchFamily="34" charset="0"/>
              </a:rPr>
              <a:t>.1</a:t>
            </a:r>
          </a:p>
        </p:txBody>
      </p:sp>
      <p:sp>
        <p:nvSpPr>
          <p:cNvPr id="187408" name="Rectangle 1135"/>
          <p:cNvSpPr>
            <a:spLocks noChangeArrowheads="1"/>
          </p:cNvSpPr>
          <p:nvPr/>
        </p:nvSpPr>
        <p:spPr bwMode="auto">
          <a:xfrm>
            <a:off x="5077417" y="2564220"/>
            <a:ext cx="99418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20000"/>
              </a:spcBef>
              <a:spcAft>
                <a:spcPct val="0"/>
              </a:spcAft>
              <a:buClr>
                <a:srgbClr val="FF9933"/>
              </a:buClr>
              <a:buFont typeface="Wingdings" panose="05000000000000000000" pitchFamily="2" charset="2"/>
              <a:buNone/>
            </a:pPr>
            <a:r>
              <a:rPr lang="en-US" altLang="en-US" sz="1200">
                <a:solidFill>
                  <a:prstClr val="black"/>
                </a:solidFill>
                <a:latin typeface="Helvetica" panose="020B0604020202020204" pitchFamily="34" charset="0"/>
              </a:rPr>
              <a:t>192.168.1.9</a:t>
            </a:r>
          </a:p>
        </p:txBody>
      </p:sp>
      <p:sp>
        <p:nvSpPr>
          <p:cNvPr id="187409" name="Rectangle 1136"/>
          <p:cNvSpPr>
            <a:spLocks noChangeArrowheads="1"/>
          </p:cNvSpPr>
          <p:nvPr/>
        </p:nvSpPr>
        <p:spPr bwMode="auto">
          <a:xfrm>
            <a:off x="5770565" y="1963739"/>
            <a:ext cx="872034" cy="2399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r>
              <a:rPr lang="en-US" altLang="en-US" sz="1200">
                <a:solidFill>
                  <a:prstClr val="black"/>
                </a:solidFill>
                <a:latin typeface="Helvetica" panose="020B0604020202020204" pitchFamily="34" charset="0"/>
              </a:rPr>
              <a:t>172.16.1.2</a:t>
            </a:r>
          </a:p>
        </p:txBody>
      </p:sp>
      <p:sp>
        <p:nvSpPr>
          <p:cNvPr id="187410" name="Line 1137"/>
          <p:cNvSpPr>
            <a:spLocks noChangeShapeType="1"/>
          </p:cNvSpPr>
          <p:nvPr/>
        </p:nvSpPr>
        <p:spPr bwMode="auto">
          <a:xfrm>
            <a:off x="3886201" y="2692400"/>
            <a:ext cx="1257300" cy="0"/>
          </a:xfrm>
          <a:prstGeom prst="line">
            <a:avLst/>
          </a:prstGeom>
          <a:noFill/>
          <a:ln w="28575">
            <a:solidFill>
              <a:schemeClr val="folHlink"/>
            </a:solidFill>
            <a:round/>
            <a:headEnd type="none" w="sm" len="sm"/>
            <a:tailEnd type="triangle" w="med" len="med"/>
          </a:ln>
          <a:extLst>
            <a:ext uri="{909E8E84-426E-40DD-AFC4-6F175D3DCCD1}">
              <a14:hiddenFill xmlns:a14="http://schemas.microsoft.com/office/drawing/2010/main">
                <a:noFill/>
              </a14:hiddenFill>
            </a:ext>
          </a:extLst>
        </p:spPr>
        <p:txBody>
          <a:bodyPr lIns="73025" tIns="36512" rIns="73025" bIns="36512"/>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87411" name="Text Box 1138"/>
          <p:cNvSpPr txBox="1">
            <a:spLocks noChangeArrowheads="1"/>
          </p:cNvSpPr>
          <p:nvPr/>
        </p:nvSpPr>
        <p:spPr bwMode="auto">
          <a:xfrm>
            <a:off x="3978277" y="2319338"/>
            <a:ext cx="981038" cy="350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prstClr val="black"/>
                </a:solidFill>
              </a:rPr>
              <a:t>Inbound</a:t>
            </a:r>
          </a:p>
        </p:txBody>
      </p:sp>
      <p:pic>
        <p:nvPicPr>
          <p:cNvPr id="187412" name="Picture 1142" descr="Network_Cloud_Standard"/>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08300" y="2847975"/>
            <a:ext cx="1371600"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7413" name="Rectangle 1089"/>
          <p:cNvSpPr>
            <a:spLocks noChangeArrowheads="1"/>
          </p:cNvSpPr>
          <p:nvPr/>
        </p:nvSpPr>
        <p:spPr bwMode="auto">
          <a:xfrm>
            <a:off x="3155951" y="3028951"/>
            <a:ext cx="883255" cy="339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9" rIns="92075" bIns="46039">
            <a:spAutoFit/>
          </a:bodyPr>
          <a:lstStyle>
            <a:lvl1pPr defTabSz="574675">
              <a:defRPr>
                <a:solidFill>
                  <a:schemeClr val="tx1"/>
                </a:solidFill>
                <a:latin typeface="Arial" panose="020B0604020202020204" pitchFamily="34" charset="0"/>
                <a:cs typeface="Arial" panose="020B0604020202020204" pitchFamily="34" charset="0"/>
              </a:defRPr>
            </a:lvl1pPr>
            <a:lvl2pPr marL="742950" indent="-285750" defTabSz="574675">
              <a:defRPr>
                <a:solidFill>
                  <a:schemeClr val="tx1"/>
                </a:solidFill>
                <a:latin typeface="Arial" panose="020B0604020202020204" pitchFamily="34" charset="0"/>
                <a:cs typeface="Arial" panose="020B0604020202020204" pitchFamily="34" charset="0"/>
              </a:defRPr>
            </a:lvl2pPr>
            <a:lvl3pPr marL="1143000" indent="-228600" defTabSz="574675">
              <a:defRPr>
                <a:solidFill>
                  <a:schemeClr val="tx1"/>
                </a:solidFill>
                <a:latin typeface="Arial" panose="020B0604020202020204" pitchFamily="34" charset="0"/>
                <a:cs typeface="Arial" panose="020B0604020202020204" pitchFamily="34" charset="0"/>
              </a:defRPr>
            </a:lvl3pPr>
            <a:lvl4pPr marL="1600200" indent="-228600" defTabSz="574675">
              <a:defRPr>
                <a:solidFill>
                  <a:schemeClr val="tx1"/>
                </a:solidFill>
                <a:latin typeface="Arial" panose="020B0604020202020204" pitchFamily="34" charset="0"/>
                <a:cs typeface="Arial" panose="020B0604020202020204" pitchFamily="34" charset="0"/>
              </a:defRPr>
            </a:lvl4pPr>
            <a:lvl5pPr marL="2057400" indent="-228600" defTabSz="574675">
              <a:defRPr>
                <a:solidFill>
                  <a:schemeClr val="tx1"/>
                </a:solidFill>
                <a:latin typeface="Arial" panose="020B0604020202020204" pitchFamily="34" charset="0"/>
                <a:cs typeface="Arial" panose="020B0604020202020204" pitchFamily="34" charset="0"/>
              </a:defRPr>
            </a:lvl5pPr>
            <a:lvl6pPr marL="25146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574675"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Internet</a:t>
            </a:r>
          </a:p>
        </p:txBody>
      </p:sp>
      <p:pic>
        <p:nvPicPr>
          <p:cNvPr id="187414" name="Picture 1141" descr="Cisco_ASA5500"/>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07175" y="3040063"/>
            <a:ext cx="520700" cy="68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7415" name="Picture 1143" descr="PC"/>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072438" y="2887663"/>
            <a:ext cx="500063" cy="5270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7416" name="Picture 1144" descr="Route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792663" y="3003551"/>
            <a:ext cx="685800" cy="48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7417" name="Picture 1145" descr="File-Application_Serve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713539" y="2022475"/>
            <a:ext cx="320675"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84465011"/>
      </p:ext>
    </p:extLst>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ChangeArrowheads="1"/>
          </p:cNvSpPr>
          <p:nvPr>
            <p:ph type="title"/>
          </p:nvPr>
        </p:nvSpPr>
        <p:spPr>
          <a:xfrm>
            <a:off x="793" y="4763"/>
            <a:ext cx="10515600" cy="465139"/>
          </a:xfrm>
        </p:spPr>
        <p:txBody>
          <a:bodyPr/>
          <a:lstStyle/>
          <a:p>
            <a:pPr eaLnBrk="1" hangingPunct="1"/>
            <a:r>
              <a:rPr lang="en-US" altLang="en-US" sz="3733" dirty="0" err="1">
                <a:latin typeface="Arial" panose="020B0604020202020204" pitchFamily="34" charset="0"/>
                <a:cs typeface="Arial" panose="020B0604020202020204" pitchFamily="34" charset="0"/>
              </a:rPr>
              <a:t>icmp</a:t>
            </a:r>
            <a:r>
              <a:rPr lang="en-US" altLang="en-US" sz="3733" dirty="0">
                <a:latin typeface="Arial" panose="020B0604020202020204" pitchFamily="34" charset="0"/>
                <a:cs typeface="Arial" panose="020B0604020202020204" pitchFamily="34" charset="0"/>
              </a:rPr>
              <a:t> Command</a:t>
            </a:r>
          </a:p>
        </p:txBody>
      </p:sp>
      <p:sp>
        <p:nvSpPr>
          <p:cNvPr id="189443" name="Rectangle 3"/>
          <p:cNvSpPr>
            <a:spLocks noGrp="1" noChangeArrowheads="1"/>
          </p:cNvSpPr>
          <p:nvPr>
            <p:ph idx="1"/>
          </p:nvPr>
        </p:nvSpPr>
        <p:spPr>
          <a:xfrm>
            <a:off x="2366963" y="4081463"/>
            <a:ext cx="7524751" cy="355600"/>
          </a:xfrm>
        </p:spPr>
        <p:txBody>
          <a:bodyPr/>
          <a:lstStyle/>
          <a:p>
            <a:pPr lvl="1" eaLnBrk="1" hangingPunct="1">
              <a:lnSpc>
                <a:spcPct val="85000"/>
              </a:lnSpc>
              <a:buFont typeface="Wingdings" panose="05000000000000000000" pitchFamily="2" charset="2"/>
              <a:buNone/>
            </a:pPr>
            <a:r>
              <a:rPr lang="en-US" altLang="en-US" sz="1600"/>
              <a:t>Enables or disables pinging to an interface</a:t>
            </a:r>
          </a:p>
        </p:txBody>
      </p:sp>
      <p:sp>
        <p:nvSpPr>
          <p:cNvPr id="189444" name="Text Box 5"/>
          <p:cNvSpPr txBox="1">
            <a:spLocks noChangeArrowheads="1"/>
          </p:cNvSpPr>
          <p:nvPr/>
        </p:nvSpPr>
        <p:spPr bwMode="auto">
          <a:xfrm>
            <a:off x="2366963" y="4794252"/>
            <a:ext cx="7562851" cy="835025"/>
          </a:xfrm>
          <a:prstGeom prst="rect">
            <a:avLst/>
          </a:prstGeom>
          <a:solidFill>
            <a:schemeClr val="bg1"/>
          </a:solidFill>
          <a:ln w="28575">
            <a:solidFill>
              <a:schemeClr val="tx1"/>
            </a:solidFill>
            <a:miter lim="800000"/>
            <a:headEnd type="none" w="sm" len="sm"/>
            <a:tailEnd type="none" w="sm" len="sm"/>
          </a:ln>
        </p:spPr>
        <p:txBody>
          <a:bodyPr bIns="0"/>
          <a:lstStyle>
            <a:lvl1pPr marL="238125" indent="-238125">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50000"/>
              </a:spcBef>
              <a:spcAft>
                <a:spcPct val="0"/>
              </a:spcAft>
              <a:buClr>
                <a:srgbClr val="FF9933"/>
              </a:buClr>
              <a:buFont typeface="Wingdings" panose="05000000000000000000" pitchFamily="2" charset="2"/>
              <a:buNone/>
            </a:pPr>
            <a:r>
              <a:rPr lang="en-US" altLang="en-US">
                <a:solidFill>
                  <a:prstClr val="black"/>
                </a:solidFill>
                <a:latin typeface="Courier New" panose="02070309020205020404" pitchFamily="49" charset="0"/>
              </a:rPr>
              <a:t>asa1(config)# </a:t>
            </a:r>
            <a:r>
              <a:rPr lang="en-US" altLang="en-US">
                <a:solidFill>
                  <a:prstClr val="black"/>
                </a:solidFill>
                <a:latin typeface="Courier New" panose="02070309020205020404" pitchFamily="49" charset="0"/>
                <a:cs typeface="Times New Roman" panose="02020603050405020304" pitchFamily="18" charset="0"/>
              </a:rPr>
              <a:t>icmp permit any echo-reply outside</a:t>
            </a:r>
          </a:p>
          <a:p>
            <a:pPr fontAlgn="base">
              <a:spcBef>
                <a:spcPct val="50000"/>
              </a:spcBef>
              <a:spcAft>
                <a:spcPct val="0"/>
              </a:spcAft>
              <a:buClr>
                <a:srgbClr val="FF9933"/>
              </a:buClr>
              <a:buFont typeface="Wingdings" panose="05000000000000000000" pitchFamily="2" charset="2"/>
              <a:buNone/>
            </a:pPr>
            <a:r>
              <a:rPr lang="en-US" altLang="en-US">
                <a:solidFill>
                  <a:prstClr val="black"/>
                </a:solidFill>
                <a:latin typeface="Courier New" panose="02070309020205020404" pitchFamily="49" charset="0"/>
                <a:cs typeface="Times New Roman" panose="02020603050405020304" pitchFamily="18" charset="0"/>
              </a:rPr>
              <a:t>asa1(config)# icmp permit any unreachable outside</a:t>
            </a:r>
            <a:endParaRPr lang="en-US" altLang="en-US">
              <a:solidFill>
                <a:prstClr val="black"/>
              </a:solidFill>
              <a:latin typeface="Courier New" panose="02070309020205020404" pitchFamily="49" charset="0"/>
            </a:endParaRPr>
          </a:p>
        </p:txBody>
      </p:sp>
      <p:sp>
        <p:nvSpPr>
          <p:cNvPr id="189445" name="Text Box 6"/>
          <p:cNvSpPr txBox="1">
            <a:spLocks noChangeArrowheads="1"/>
          </p:cNvSpPr>
          <p:nvPr/>
        </p:nvSpPr>
        <p:spPr bwMode="auto">
          <a:xfrm>
            <a:off x="2366963" y="3009902"/>
            <a:ext cx="56388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50000"/>
              </a:spcBef>
              <a:spcAft>
                <a:spcPct val="0"/>
              </a:spcAft>
              <a:buClr>
                <a:srgbClr val="FF9933"/>
              </a:buClr>
              <a:buFont typeface="Wingdings" panose="05000000000000000000" pitchFamily="2" charset="2"/>
              <a:buNone/>
            </a:pPr>
            <a:r>
              <a:rPr lang="en-US" altLang="en-US" sz="1600">
                <a:solidFill>
                  <a:prstClr val="black"/>
                </a:solidFill>
              </a:rPr>
              <a:t>ciscoasa(config)#</a:t>
            </a:r>
          </a:p>
        </p:txBody>
      </p:sp>
      <p:sp>
        <p:nvSpPr>
          <p:cNvPr id="189446" name="Rectangle 7"/>
          <p:cNvSpPr>
            <a:spLocks noChangeArrowheads="1"/>
          </p:cNvSpPr>
          <p:nvPr/>
        </p:nvSpPr>
        <p:spPr bwMode="auto">
          <a:xfrm>
            <a:off x="2366963" y="3389313"/>
            <a:ext cx="7569200" cy="660400"/>
          </a:xfrm>
          <a:prstGeom prst="rect">
            <a:avLst/>
          </a:prstGeom>
          <a:solidFill>
            <a:schemeClr val="bg1"/>
          </a:solidFill>
          <a:ln w="28575">
            <a:solidFill>
              <a:schemeClr val="tx1"/>
            </a:solidFill>
            <a:miter lim="800000"/>
            <a:headEnd/>
            <a:tailEnd/>
          </a:ln>
        </p:spPr>
        <p:txBody>
          <a:bodyPr lIns="82551" tIns="41275" rIns="82551" bIns="41275"/>
          <a:lstStyle>
            <a:lvl1pPr marL="342900" indent="-342900" defTabSz="915988">
              <a:defRPr>
                <a:solidFill>
                  <a:schemeClr val="tx1"/>
                </a:solidFill>
                <a:latin typeface="Arial" panose="020B0604020202020204" pitchFamily="34" charset="0"/>
                <a:cs typeface="Arial" panose="020B0604020202020204" pitchFamily="34" charset="0"/>
              </a:defRPr>
            </a:lvl1pPr>
            <a:lvl2pPr marL="342900" indent="-228600" defTabSz="915988">
              <a:defRPr>
                <a:solidFill>
                  <a:schemeClr val="tx1"/>
                </a:solidFill>
                <a:latin typeface="Arial" panose="020B0604020202020204" pitchFamily="34" charset="0"/>
                <a:cs typeface="Arial" panose="020B0604020202020204" pitchFamily="34" charset="0"/>
              </a:defRPr>
            </a:lvl2pPr>
            <a:lvl3pPr marL="1143000" indent="-228600" defTabSz="915988">
              <a:defRPr>
                <a:solidFill>
                  <a:schemeClr val="tx1"/>
                </a:solidFill>
                <a:latin typeface="Arial" panose="020B0604020202020204" pitchFamily="34" charset="0"/>
                <a:cs typeface="Arial" panose="020B0604020202020204" pitchFamily="34" charset="0"/>
              </a:defRPr>
            </a:lvl3pPr>
            <a:lvl4pPr marL="1600200" indent="-228600" defTabSz="915988">
              <a:defRPr>
                <a:solidFill>
                  <a:schemeClr val="tx1"/>
                </a:solidFill>
                <a:latin typeface="Arial" panose="020B0604020202020204" pitchFamily="34" charset="0"/>
                <a:cs typeface="Arial" panose="020B0604020202020204" pitchFamily="34" charset="0"/>
              </a:defRPr>
            </a:lvl4pPr>
            <a:lvl5pPr marL="2057400" indent="-228600" defTabSz="915988">
              <a:defRPr>
                <a:solidFill>
                  <a:schemeClr val="tx1"/>
                </a:solidFill>
                <a:latin typeface="Arial" panose="020B0604020202020204" pitchFamily="34" charset="0"/>
                <a:cs typeface="Arial" panose="020B0604020202020204" pitchFamily="34" charset="0"/>
              </a:defRPr>
            </a:lvl5pPr>
            <a:lvl6pPr marL="2514600" indent="-228600" defTabSz="9159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159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159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159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fontAlgn="base">
              <a:spcBef>
                <a:spcPct val="20000"/>
              </a:spcBef>
              <a:spcAft>
                <a:spcPct val="50000"/>
              </a:spcAft>
              <a:buClr>
                <a:srgbClr val="FF9933"/>
              </a:buClr>
              <a:buFont typeface="Wingdings" panose="05000000000000000000" pitchFamily="2" charset="2"/>
              <a:buNone/>
            </a:pPr>
            <a:r>
              <a:rPr lang="en-US" altLang="en-US">
                <a:solidFill>
                  <a:prstClr val="black"/>
                </a:solidFill>
                <a:latin typeface="Courier New" panose="02070309020205020404" pitchFamily="49" charset="0"/>
                <a:cs typeface="Times New Roman" panose="02020603050405020304" pitchFamily="18" charset="0"/>
              </a:rPr>
              <a:t>icmp {permit | deny} {host s</a:t>
            </a:r>
            <a:r>
              <a:rPr lang="en-US" altLang="en-US" i="1">
                <a:solidFill>
                  <a:prstClr val="black"/>
                </a:solidFill>
                <a:latin typeface="Courier New" panose="02070309020205020404" pitchFamily="49" charset="0"/>
                <a:cs typeface="Times New Roman" panose="02020603050405020304" pitchFamily="18" charset="0"/>
              </a:rPr>
              <a:t>ip</a:t>
            </a:r>
            <a:r>
              <a:rPr lang="en-US" altLang="en-US">
                <a:solidFill>
                  <a:prstClr val="black"/>
                </a:solidFill>
                <a:latin typeface="Courier New" panose="02070309020205020404" pitchFamily="49" charset="0"/>
                <a:cs typeface="Times New Roman" panose="02020603050405020304" pitchFamily="18" charset="0"/>
              </a:rPr>
              <a:t> | </a:t>
            </a:r>
            <a:r>
              <a:rPr lang="en-US" altLang="en-US" i="1">
                <a:solidFill>
                  <a:prstClr val="black"/>
                </a:solidFill>
                <a:latin typeface="Courier New" panose="02070309020205020404" pitchFamily="49" charset="0"/>
                <a:cs typeface="Times New Roman" panose="02020603050405020304" pitchFamily="18" charset="0"/>
              </a:rPr>
              <a:t>sip smask</a:t>
            </a:r>
            <a:r>
              <a:rPr lang="en-US" altLang="en-US">
                <a:solidFill>
                  <a:prstClr val="black"/>
                </a:solidFill>
                <a:latin typeface="Courier New" panose="02070309020205020404" pitchFamily="49" charset="0"/>
                <a:cs typeface="Times New Roman" panose="02020603050405020304" pitchFamily="18" charset="0"/>
              </a:rPr>
              <a:t> | any} [</a:t>
            </a:r>
            <a:r>
              <a:rPr lang="en-US" altLang="en-US" i="1">
                <a:solidFill>
                  <a:prstClr val="black"/>
                </a:solidFill>
                <a:latin typeface="Courier New" panose="02070309020205020404" pitchFamily="49" charset="0"/>
                <a:cs typeface="Times New Roman" panose="02020603050405020304" pitchFamily="18" charset="0"/>
              </a:rPr>
              <a:t>icmp-type</a:t>
            </a:r>
            <a:r>
              <a:rPr lang="en-US" altLang="en-US">
                <a:solidFill>
                  <a:prstClr val="black"/>
                </a:solidFill>
                <a:latin typeface="Courier New" panose="02070309020205020404" pitchFamily="49" charset="0"/>
                <a:cs typeface="Times New Roman" panose="02020603050405020304" pitchFamily="18" charset="0"/>
              </a:rPr>
              <a:t>] </a:t>
            </a:r>
            <a:r>
              <a:rPr lang="en-US" altLang="en-US" i="1">
                <a:solidFill>
                  <a:prstClr val="black"/>
                </a:solidFill>
                <a:latin typeface="Courier New" panose="02070309020205020404" pitchFamily="49" charset="0"/>
                <a:cs typeface="Times New Roman" panose="02020603050405020304" pitchFamily="18" charset="0"/>
              </a:rPr>
              <a:t>if_name</a:t>
            </a:r>
            <a:endParaRPr lang="en-US" altLang="en-US">
              <a:solidFill>
                <a:prstClr val="black"/>
              </a:solidFill>
              <a:latin typeface="Courier New" panose="02070309020205020404" pitchFamily="49" charset="0"/>
              <a:cs typeface="Times New Roman" panose="02020603050405020304" pitchFamily="18" charset="0"/>
            </a:endParaRPr>
          </a:p>
        </p:txBody>
      </p:sp>
      <p:sp>
        <p:nvSpPr>
          <p:cNvPr id="189447" name="Line 9"/>
          <p:cNvSpPr>
            <a:spLocks noChangeShapeType="1"/>
          </p:cNvSpPr>
          <p:nvPr/>
        </p:nvSpPr>
        <p:spPr bwMode="auto">
          <a:xfrm flipH="1" flipV="1">
            <a:off x="7423151" y="2049464"/>
            <a:ext cx="1649413" cy="1587"/>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anchor="ctr">
            <a:spAutoFit/>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89448" name="Line 10"/>
          <p:cNvSpPr>
            <a:spLocks noChangeShapeType="1"/>
          </p:cNvSpPr>
          <p:nvPr/>
        </p:nvSpPr>
        <p:spPr bwMode="auto">
          <a:xfrm flipV="1">
            <a:off x="3700464" y="2084388"/>
            <a:ext cx="1006475" cy="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89449" name="Line 11"/>
          <p:cNvSpPr>
            <a:spLocks noChangeShapeType="1"/>
          </p:cNvSpPr>
          <p:nvPr/>
        </p:nvSpPr>
        <p:spPr bwMode="auto">
          <a:xfrm flipH="1">
            <a:off x="5213351" y="2065339"/>
            <a:ext cx="1909763" cy="0"/>
          </a:xfrm>
          <a:prstGeom prst="line">
            <a:avLst/>
          </a:prstGeom>
          <a:noFill/>
          <a:ln w="381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anchor="ctr">
            <a:spAutoFit/>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89450" name="Rectangle 38"/>
          <p:cNvSpPr>
            <a:spLocks noChangeArrowheads="1"/>
          </p:cNvSpPr>
          <p:nvPr/>
        </p:nvSpPr>
        <p:spPr bwMode="auto">
          <a:xfrm>
            <a:off x="5499102" y="1843088"/>
            <a:ext cx="1160463" cy="247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lnSpc>
                <a:spcPct val="90000"/>
              </a:lnSpc>
              <a:spcBef>
                <a:spcPct val="20000"/>
              </a:spcBef>
              <a:spcAft>
                <a:spcPct val="0"/>
              </a:spcAft>
              <a:buClr>
                <a:srgbClr val="FF9933"/>
              </a:buClr>
              <a:buFont typeface="Wingdings" panose="05000000000000000000" pitchFamily="2" charset="2"/>
              <a:buNone/>
            </a:pPr>
            <a:r>
              <a:rPr lang="en-US" altLang="en-US" sz="1600">
                <a:solidFill>
                  <a:prstClr val="black"/>
                </a:solidFill>
              </a:rPr>
              <a:t>Outside</a:t>
            </a:r>
            <a:endParaRPr lang="en-US" altLang="en-US" sz="1600">
              <a:solidFill>
                <a:srgbClr val="ED7D31"/>
              </a:solidFill>
            </a:endParaRPr>
          </a:p>
        </p:txBody>
      </p:sp>
      <p:sp>
        <p:nvSpPr>
          <p:cNvPr id="189451" name="Rectangle 58"/>
          <p:cNvSpPr>
            <a:spLocks noChangeArrowheads="1"/>
          </p:cNvSpPr>
          <p:nvPr/>
        </p:nvSpPr>
        <p:spPr bwMode="auto">
          <a:xfrm>
            <a:off x="7551738" y="1808164"/>
            <a:ext cx="1160463" cy="223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lnSpc>
                <a:spcPct val="90000"/>
              </a:lnSpc>
              <a:spcBef>
                <a:spcPct val="20000"/>
              </a:spcBef>
              <a:spcAft>
                <a:spcPct val="0"/>
              </a:spcAft>
              <a:buClr>
                <a:srgbClr val="FF9933"/>
              </a:buClr>
              <a:buFont typeface="Wingdings" panose="05000000000000000000" pitchFamily="2" charset="2"/>
              <a:buNone/>
            </a:pPr>
            <a:r>
              <a:rPr lang="en-US" altLang="en-US" sz="1600">
                <a:solidFill>
                  <a:prstClr val="black"/>
                </a:solidFill>
              </a:rPr>
              <a:t>Inside</a:t>
            </a:r>
            <a:endParaRPr lang="en-US" altLang="en-US" sz="1600">
              <a:solidFill>
                <a:srgbClr val="ED7D31"/>
              </a:solidFill>
            </a:endParaRPr>
          </a:p>
        </p:txBody>
      </p:sp>
      <p:sp>
        <p:nvSpPr>
          <p:cNvPr id="189452" name="Line 59"/>
          <p:cNvSpPr>
            <a:spLocks noChangeShapeType="1"/>
          </p:cNvSpPr>
          <p:nvPr/>
        </p:nvSpPr>
        <p:spPr bwMode="auto">
          <a:xfrm flipH="1" flipV="1">
            <a:off x="6237289" y="2513013"/>
            <a:ext cx="754063" cy="1587"/>
          </a:xfrm>
          <a:prstGeom prst="line">
            <a:avLst/>
          </a:prstGeom>
          <a:noFill/>
          <a:ln w="38100">
            <a:solidFill>
              <a:schemeClr val="tx1"/>
            </a:solidFill>
            <a:round/>
            <a:headEnd type="triangle" w="med" len="med"/>
            <a:tailEnd/>
          </a:ln>
          <a:extLst>
            <a:ext uri="{909E8E84-426E-40DD-AFC4-6F175D3DCCD1}">
              <a14:hiddenFill xmlns:a14="http://schemas.microsoft.com/office/drawing/2010/main">
                <a:noFill/>
              </a14:hiddenFill>
            </a:ext>
          </a:extLst>
        </p:spPr>
        <p:txBody>
          <a:bodyPr anchor="ctr">
            <a:spAutoFit/>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89453" name="Text Box 85"/>
          <p:cNvSpPr txBox="1">
            <a:spLocks noChangeArrowheads="1"/>
          </p:cNvSpPr>
          <p:nvPr/>
        </p:nvSpPr>
        <p:spPr bwMode="auto">
          <a:xfrm>
            <a:off x="4257675" y="2330450"/>
            <a:ext cx="2001839" cy="615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ICMP Echo</a:t>
            </a:r>
          </a:p>
          <a:p>
            <a:pPr algn="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ICMP Unreachable</a:t>
            </a:r>
          </a:p>
        </p:txBody>
      </p:sp>
      <p:sp>
        <p:nvSpPr>
          <p:cNvPr id="189454" name="Text Box 86"/>
          <p:cNvSpPr txBox="1">
            <a:spLocks noChangeArrowheads="1"/>
          </p:cNvSpPr>
          <p:nvPr/>
        </p:nvSpPr>
        <p:spPr bwMode="auto">
          <a:xfrm>
            <a:off x="6924675" y="2327275"/>
            <a:ext cx="301365" cy="350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type="none" w="sm" len="sm"/>
                <a:tailEnd type="none" w="sm" len="sm"/>
              </a14:hiddenLine>
            </a:ext>
          </a:extLst>
        </p:spPr>
        <p:txBody>
          <a:bodyPr wrap="none" lIns="73025" tIns="36512" rIns="73025" bIns="36512">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a:solidFill>
                  <a:srgbClr val="CC0033"/>
                </a:solidFill>
              </a:rPr>
              <a:t>X</a:t>
            </a:r>
          </a:p>
        </p:txBody>
      </p:sp>
      <p:sp>
        <p:nvSpPr>
          <p:cNvPr id="189455" name="Line 87"/>
          <p:cNvSpPr>
            <a:spLocks noChangeShapeType="1"/>
          </p:cNvSpPr>
          <p:nvPr/>
        </p:nvSpPr>
        <p:spPr bwMode="auto">
          <a:xfrm flipH="1" flipV="1">
            <a:off x="6243638" y="2752726"/>
            <a:ext cx="754063" cy="1588"/>
          </a:xfrm>
          <a:prstGeom prst="line">
            <a:avLst/>
          </a:prstGeom>
          <a:noFill/>
          <a:ln w="38100">
            <a:solidFill>
              <a:schemeClr val="tx1"/>
            </a:solidFill>
            <a:round/>
            <a:headEnd type="triangle" w="med" len="med"/>
            <a:tailEnd/>
          </a:ln>
          <a:extLst>
            <a:ext uri="{909E8E84-426E-40DD-AFC4-6F175D3DCCD1}">
              <a14:hiddenFill xmlns:a14="http://schemas.microsoft.com/office/drawing/2010/main">
                <a:noFill/>
              </a14:hiddenFill>
            </a:ext>
          </a:extLst>
        </p:spPr>
        <p:txBody>
          <a:bodyPr anchor="ctr">
            <a:spAutoFit/>
          </a:bodyP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89456" name="Rectangle 89"/>
          <p:cNvSpPr>
            <a:spLocks noChangeArrowheads="1"/>
          </p:cNvSpPr>
          <p:nvPr/>
        </p:nvSpPr>
        <p:spPr bwMode="auto">
          <a:xfrm>
            <a:off x="2366963" y="5657852"/>
            <a:ext cx="7524751"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124" tIns="41061" rIns="82124" bIns="41061"/>
          <a:lstStyle>
            <a:lvl1pPr marL="342900" indent="-342900" defTabSz="814388">
              <a:defRPr>
                <a:solidFill>
                  <a:schemeClr val="tx1"/>
                </a:solidFill>
                <a:latin typeface="Arial" panose="020B0604020202020204" pitchFamily="34" charset="0"/>
                <a:cs typeface="Arial" panose="020B0604020202020204" pitchFamily="34" charset="0"/>
              </a:defRPr>
            </a:lvl1pPr>
            <a:lvl2pPr marL="342900" indent="-22860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fontAlgn="base">
              <a:lnSpc>
                <a:spcPct val="85000"/>
              </a:lnSpc>
              <a:spcBef>
                <a:spcPct val="35000"/>
              </a:spcBef>
              <a:spcAft>
                <a:spcPct val="0"/>
              </a:spcAft>
              <a:buClr>
                <a:srgbClr val="0183B7"/>
              </a:buClr>
              <a:buFont typeface="Wingdings" panose="05000000000000000000" pitchFamily="2" charset="2"/>
              <a:buNone/>
            </a:pPr>
            <a:r>
              <a:rPr lang="en-US" altLang="en-US" sz="1600">
                <a:solidFill>
                  <a:srgbClr val="000000"/>
                </a:solidFill>
                <a:cs typeface="Times New Roman" panose="02020603050405020304" pitchFamily="18" charset="0"/>
              </a:rPr>
              <a:t>Permits all unreachable messages at the outside interface and denies all ping requests at the outside interface</a:t>
            </a:r>
            <a:endParaRPr lang="en-US" altLang="en-US" sz="1600">
              <a:solidFill>
                <a:srgbClr val="000000"/>
              </a:solidFill>
            </a:endParaRPr>
          </a:p>
        </p:txBody>
      </p:sp>
      <p:pic>
        <p:nvPicPr>
          <p:cNvPr id="189457" name="Picture 91" descr="Cisco_ASA550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53251" y="1708151"/>
            <a:ext cx="520700"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9458" name="Picture 94" descr="Route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622800" y="1830389"/>
            <a:ext cx="685800" cy="481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9459" name="Picture 92" descr="Network_Cloud_Standard"/>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49513" y="1746251"/>
            <a:ext cx="1371600"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9460" name="Text Box 62"/>
          <p:cNvSpPr txBox="1">
            <a:spLocks noChangeArrowheads="1"/>
          </p:cNvSpPr>
          <p:nvPr/>
        </p:nvSpPr>
        <p:spPr bwMode="auto">
          <a:xfrm>
            <a:off x="2601913" y="1911350"/>
            <a:ext cx="1066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spcBef>
                <a:spcPct val="50000"/>
              </a:spcBef>
              <a:spcAft>
                <a:spcPct val="0"/>
              </a:spcAft>
              <a:buClr>
                <a:srgbClr val="FF9933"/>
              </a:buClr>
              <a:buFont typeface="Wingdings" panose="05000000000000000000" pitchFamily="2" charset="2"/>
              <a:buNone/>
            </a:pPr>
            <a:r>
              <a:rPr lang="en-US" altLang="en-US">
                <a:solidFill>
                  <a:prstClr val="black"/>
                </a:solidFill>
              </a:rPr>
              <a:t>Internet</a:t>
            </a:r>
          </a:p>
        </p:txBody>
      </p:sp>
      <p:pic>
        <p:nvPicPr>
          <p:cNvPr id="189461" name="Picture 93" descr="PC"/>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934451" y="1649413"/>
            <a:ext cx="6127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98033347"/>
      </p:ext>
    </p:extLst>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8"/>
          <p:cNvSpPr>
            <a:spLocks noGrp="1" noChangeArrowheads="1"/>
          </p:cNvSpPr>
          <p:nvPr>
            <p:ph type="title"/>
          </p:nvPr>
        </p:nvSpPr>
        <p:spPr>
          <a:xfrm>
            <a:off x="0" y="0"/>
            <a:ext cx="10515600" cy="685800"/>
          </a:xfrm>
        </p:spPr>
        <p:txBody>
          <a:bodyPr/>
          <a:lstStyle/>
          <a:p>
            <a:pPr eaLnBrk="1" hangingPunct="1"/>
            <a:r>
              <a:rPr lang="en-US" altLang="en-US" sz="3733" dirty="0">
                <a:latin typeface="Arial" panose="020B0604020202020204" pitchFamily="34" charset="0"/>
                <a:cs typeface="Arial" panose="020B0604020202020204" pitchFamily="34" charset="0"/>
              </a:rPr>
              <a:t>Summary</a:t>
            </a:r>
          </a:p>
        </p:txBody>
      </p:sp>
      <p:sp>
        <p:nvSpPr>
          <p:cNvPr id="191491" name="Rectangle 9"/>
          <p:cNvSpPr>
            <a:spLocks noGrp="1" noChangeArrowheads="1"/>
          </p:cNvSpPr>
          <p:nvPr>
            <p:ph idx="1"/>
          </p:nvPr>
        </p:nvSpPr>
        <p:spPr>
          <a:xfrm>
            <a:off x="838200" y="1825626"/>
            <a:ext cx="10515600" cy="1908175"/>
          </a:xfrm>
        </p:spPr>
        <p:txBody>
          <a:bodyPr/>
          <a:lstStyle/>
          <a:p>
            <a:pPr lvl="1" eaLnBrk="1" hangingPunct="1"/>
            <a:r>
              <a:rPr lang="en-US" altLang="en-US" dirty="0">
                <a:latin typeface="Arial" panose="020B0604020202020204" pitchFamily="34" charset="0"/>
                <a:cs typeface="Arial" panose="020B0604020202020204" pitchFamily="34" charset="0"/>
              </a:rPr>
              <a:t>ACLs enable you to determine which systems can establish connections through your security appliance.</a:t>
            </a:r>
          </a:p>
          <a:p>
            <a:pPr lvl="1" eaLnBrk="1" hangingPunct="1"/>
            <a:r>
              <a:rPr lang="en-US" altLang="en-US" dirty="0">
                <a:latin typeface="Arial" panose="020B0604020202020204" pitchFamily="34" charset="0"/>
                <a:cs typeface="Arial" panose="020B0604020202020204" pitchFamily="34" charset="0"/>
              </a:rPr>
              <a:t>With ICMP ACLs, you can disable pinging to a security appliance interface so that your security appliance cannot be detected on your network.</a:t>
            </a:r>
          </a:p>
          <a:p>
            <a:pPr lvl="1" eaLnBrk="1" hangingPunct="1">
              <a:buFont typeface="Wingdings" panose="05000000000000000000" pitchFamily="2" charset="2"/>
              <a:buNone/>
            </a:pPr>
            <a:r>
              <a:rPr lang="en-US" altLang="en-US"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454393754"/>
      </p:ext>
    </p:extLst>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9144000" h="5143500">
                <a:moveTo>
                  <a:pt x="9144000" y="0"/>
                </a:moveTo>
                <a:lnTo>
                  <a:pt x="0" y="0"/>
                </a:lnTo>
                <a:lnTo>
                  <a:pt x="0" y="5143500"/>
                </a:lnTo>
                <a:lnTo>
                  <a:pt x="9144000" y="5143500"/>
                </a:lnTo>
                <a:lnTo>
                  <a:pt x="9144000" y="0"/>
                </a:lnTo>
                <a:close/>
              </a:path>
            </a:pathLst>
          </a:custGeom>
          <a:solidFill>
            <a:srgbClr val="005073"/>
          </a:solidFill>
        </p:spPr>
        <p:txBody>
          <a:bodyPr wrap="square" lIns="0" tIns="0" rIns="0" bIns="0" rtlCol="0"/>
          <a:lstStyle/>
          <a:p>
            <a:endParaRPr sz="2400">
              <a:solidFill>
                <a:prstClr val="black"/>
              </a:solidFill>
            </a:endParaRPr>
          </a:p>
        </p:txBody>
      </p:sp>
      <p:grpSp>
        <p:nvGrpSpPr>
          <p:cNvPr id="3" name="object 3"/>
          <p:cNvGrpSpPr/>
          <p:nvPr/>
        </p:nvGrpSpPr>
        <p:grpSpPr>
          <a:xfrm>
            <a:off x="1" y="3421270"/>
            <a:ext cx="12191996" cy="4120303"/>
            <a:chOff x="-76200" y="1962150"/>
            <a:chExt cx="9143997" cy="3090227"/>
          </a:xfrm>
        </p:grpSpPr>
        <p:pic>
          <p:nvPicPr>
            <p:cNvPr id="4" name="object 4"/>
            <p:cNvPicPr/>
            <p:nvPr/>
          </p:nvPicPr>
          <p:blipFill>
            <a:blip r:embed="rId2" cstate="print"/>
            <a:stretch>
              <a:fillRect/>
            </a:stretch>
          </p:blipFill>
          <p:spPr>
            <a:xfrm>
              <a:off x="-76200" y="1962150"/>
              <a:ext cx="9143997" cy="2595371"/>
            </a:xfrm>
            <a:prstGeom prst="rect">
              <a:avLst/>
            </a:prstGeom>
          </p:spPr>
        </p:pic>
        <p:sp>
          <p:nvSpPr>
            <p:cNvPr id="8" name="object 8"/>
            <p:cNvSpPr/>
            <p:nvPr/>
          </p:nvSpPr>
          <p:spPr>
            <a:xfrm>
              <a:off x="8600947" y="4996497"/>
              <a:ext cx="73660" cy="55880"/>
            </a:xfrm>
            <a:custGeom>
              <a:avLst/>
              <a:gdLst/>
              <a:ahLst/>
              <a:cxnLst/>
              <a:rect l="l" t="t" r="r" b="b"/>
              <a:pathLst>
                <a:path w="73659" h="55879">
                  <a:moveTo>
                    <a:pt x="20066" y="12090"/>
                  </a:moveTo>
                  <a:lnTo>
                    <a:pt x="13334" y="12090"/>
                  </a:lnTo>
                  <a:lnTo>
                    <a:pt x="13334" y="54764"/>
                  </a:lnTo>
                  <a:lnTo>
                    <a:pt x="20066" y="54764"/>
                  </a:lnTo>
                  <a:lnTo>
                    <a:pt x="20066" y="12090"/>
                  </a:lnTo>
                  <a:close/>
                </a:path>
                <a:path w="73659" h="55879">
                  <a:moveTo>
                    <a:pt x="20066" y="0"/>
                  </a:moveTo>
                  <a:lnTo>
                    <a:pt x="15748" y="0"/>
                  </a:lnTo>
                  <a:lnTo>
                    <a:pt x="14604" y="2349"/>
                  </a:lnTo>
                  <a:lnTo>
                    <a:pt x="12573" y="4787"/>
                  </a:lnTo>
                  <a:lnTo>
                    <a:pt x="6984" y="9791"/>
                  </a:lnTo>
                  <a:lnTo>
                    <a:pt x="3682" y="11925"/>
                  </a:lnTo>
                  <a:lnTo>
                    <a:pt x="0" y="13690"/>
                  </a:lnTo>
                  <a:lnTo>
                    <a:pt x="0" y="20162"/>
                  </a:lnTo>
                  <a:lnTo>
                    <a:pt x="13334" y="12090"/>
                  </a:lnTo>
                  <a:lnTo>
                    <a:pt x="20066" y="12090"/>
                  </a:lnTo>
                  <a:lnTo>
                    <a:pt x="20066" y="0"/>
                  </a:lnTo>
                  <a:close/>
                </a:path>
                <a:path w="73659" h="55879">
                  <a:moveTo>
                    <a:pt x="44450" y="39883"/>
                  </a:moveTo>
                  <a:lnTo>
                    <a:pt x="37465" y="40477"/>
                  </a:lnTo>
                  <a:lnTo>
                    <a:pt x="37973" y="45067"/>
                  </a:lnTo>
                  <a:lnTo>
                    <a:pt x="39750" y="48750"/>
                  </a:lnTo>
                  <a:lnTo>
                    <a:pt x="42799" y="51528"/>
                  </a:lnTo>
                  <a:lnTo>
                    <a:pt x="45974" y="54306"/>
                  </a:lnTo>
                  <a:lnTo>
                    <a:pt x="50037" y="55695"/>
                  </a:lnTo>
                  <a:lnTo>
                    <a:pt x="61086" y="55695"/>
                  </a:lnTo>
                  <a:lnTo>
                    <a:pt x="65785" y="53488"/>
                  </a:lnTo>
                  <a:lnTo>
                    <a:pt x="68453" y="50189"/>
                  </a:lnTo>
                  <a:lnTo>
                    <a:pt x="52324" y="50189"/>
                  </a:lnTo>
                  <a:lnTo>
                    <a:pt x="50037" y="49326"/>
                  </a:lnTo>
                  <a:lnTo>
                    <a:pt x="46227" y="45878"/>
                  </a:lnTo>
                  <a:lnTo>
                    <a:pt x="45084" y="43305"/>
                  </a:lnTo>
                  <a:lnTo>
                    <a:pt x="44450" y="39883"/>
                  </a:lnTo>
                  <a:close/>
                </a:path>
                <a:path w="73659" h="55879">
                  <a:moveTo>
                    <a:pt x="69675" y="24516"/>
                  </a:moveTo>
                  <a:lnTo>
                    <a:pt x="58420" y="24516"/>
                  </a:lnTo>
                  <a:lnTo>
                    <a:pt x="61213" y="25619"/>
                  </a:lnTo>
                  <a:lnTo>
                    <a:pt x="63373" y="27828"/>
                  </a:lnTo>
                  <a:lnTo>
                    <a:pt x="65404" y="30035"/>
                  </a:lnTo>
                  <a:lnTo>
                    <a:pt x="66548" y="33049"/>
                  </a:lnTo>
                  <a:lnTo>
                    <a:pt x="66433" y="41210"/>
                  </a:lnTo>
                  <a:lnTo>
                    <a:pt x="65404" y="44112"/>
                  </a:lnTo>
                  <a:lnTo>
                    <a:pt x="63246" y="46542"/>
                  </a:lnTo>
                  <a:lnTo>
                    <a:pt x="60959" y="48973"/>
                  </a:lnTo>
                  <a:lnTo>
                    <a:pt x="58166" y="50189"/>
                  </a:lnTo>
                  <a:lnTo>
                    <a:pt x="68453" y="50189"/>
                  </a:lnTo>
                  <a:lnTo>
                    <a:pt x="72262" y="45476"/>
                  </a:lnTo>
                  <a:lnTo>
                    <a:pt x="73659" y="41210"/>
                  </a:lnTo>
                  <a:lnTo>
                    <a:pt x="73659" y="31089"/>
                  </a:lnTo>
                  <a:lnTo>
                    <a:pt x="72008" y="26847"/>
                  </a:lnTo>
                  <a:lnTo>
                    <a:pt x="69675" y="24516"/>
                  </a:lnTo>
                  <a:close/>
                </a:path>
                <a:path w="73659" h="55879">
                  <a:moveTo>
                    <a:pt x="71120" y="965"/>
                  </a:moveTo>
                  <a:lnTo>
                    <a:pt x="43942" y="965"/>
                  </a:lnTo>
                  <a:lnTo>
                    <a:pt x="38607" y="28981"/>
                  </a:lnTo>
                  <a:lnTo>
                    <a:pt x="44957" y="29799"/>
                  </a:lnTo>
                  <a:lnTo>
                    <a:pt x="45974" y="28237"/>
                  </a:lnTo>
                  <a:lnTo>
                    <a:pt x="47371" y="26965"/>
                  </a:lnTo>
                  <a:lnTo>
                    <a:pt x="49022" y="25985"/>
                  </a:lnTo>
                  <a:lnTo>
                    <a:pt x="50800" y="25006"/>
                  </a:lnTo>
                  <a:lnTo>
                    <a:pt x="52704" y="24516"/>
                  </a:lnTo>
                  <a:lnTo>
                    <a:pt x="69675" y="24516"/>
                  </a:lnTo>
                  <a:lnTo>
                    <a:pt x="67179" y="22023"/>
                  </a:lnTo>
                  <a:lnTo>
                    <a:pt x="46354" y="22023"/>
                  </a:lnTo>
                  <a:lnTo>
                    <a:pt x="49275" y="7365"/>
                  </a:lnTo>
                  <a:lnTo>
                    <a:pt x="71120" y="7365"/>
                  </a:lnTo>
                  <a:lnTo>
                    <a:pt x="71120" y="965"/>
                  </a:lnTo>
                  <a:close/>
                </a:path>
                <a:path w="73659" h="55879">
                  <a:moveTo>
                    <a:pt x="61468" y="18605"/>
                  </a:moveTo>
                  <a:lnTo>
                    <a:pt x="53085" y="18605"/>
                  </a:lnTo>
                  <a:lnTo>
                    <a:pt x="49656" y="19735"/>
                  </a:lnTo>
                  <a:lnTo>
                    <a:pt x="46354" y="22023"/>
                  </a:lnTo>
                  <a:lnTo>
                    <a:pt x="67179" y="22023"/>
                  </a:lnTo>
                  <a:lnTo>
                    <a:pt x="65404" y="20250"/>
                  </a:lnTo>
                  <a:lnTo>
                    <a:pt x="61468" y="18605"/>
                  </a:lnTo>
                  <a:close/>
                </a:path>
              </a:pathLst>
            </a:custGeom>
            <a:solidFill>
              <a:srgbClr val="FFFFFF">
                <a:alpha val="59999"/>
              </a:srgbClr>
            </a:solidFill>
          </p:spPr>
          <p:txBody>
            <a:bodyPr wrap="square" lIns="0" tIns="0" rIns="0" bIns="0" rtlCol="0"/>
            <a:lstStyle/>
            <a:p>
              <a:endParaRPr sz="2400">
                <a:solidFill>
                  <a:prstClr val="black"/>
                </a:solidFill>
              </a:endParaRPr>
            </a:p>
          </p:txBody>
        </p:sp>
      </p:grpSp>
      <p:sp>
        <p:nvSpPr>
          <p:cNvPr id="9" name="object 9"/>
          <p:cNvSpPr txBox="1">
            <a:spLocks noGrp="1"/>
          </p:cNvSpPr>
          <p:nvPr>
            <p:ph type="title"/>
          </p:nvPr>
        </p:nvSpPr>
        <p:spPr>
          <a:xfrm>
            <a:off x="583726" y="587756"/>
            <a:ext cx="10436860" cy="1494426"/>
          </a:xfrm>
          <a:prstGeom prst="rect">
            <a:avLst/>
          </a:prstGeom>
        </p:spPr>
        <p:txBody>
          <a:bodyPr vert="horz" wrap="square" lIns="0" tIns="16933" rIns="0" bIns="0" rtlCol="0">
            <a:spAutoFit/>
          </a:bodyPr>
          <a:lstStyle/>
          <a:p>
            <a:pPr marL="16933" algn="ctr">
              <a:spcBef>
                <a:spcPts val="133"/>
              </a:spcBef>
            </a:pPr>
            <a:r>
              <a:rPr lang="en-US" sz="4800" dirty="0">
                <a:solidFill>
                  <a:srgbClr val="FFFFFF"/>
                </a:solidFill>
              </a:rPr>
              <a:t>Lesson 5</a:t>
            </a:r>
            <a:br>
              <a:rPr lang="en-US" sz="4800" dirty="0">
                <a:solidFill>
                  <a:srgbClr val="FFFFFF"/>
                </a:solidFill>
              </a:rPr>
            </a:br>
            <a:r>
              <a:rPr lang="en-US" sz="4800" dirty="0">
                <a:solidFill>
                  <a:srgbClr val="FFFFFF"/>
                </a:solidFill>
              </a:rPr>
              <a:t>Adaptive Security Device Manager</a:t>
            </a:r>
            <a:endParaRPr sz="4800" dirty="0"/>
          </a:p>
        </p:txBody>
      </p:sp>
    </p:spTree>
    <p:extLst>
      <p:ext uri="{BB962C8B-B14F-4D97-AF65-F5344CB8AC3E}">
        <p14:creationId xmlns:p14="http://schemas.microsoft.com/office/powerpoint/2010/main" val="132324083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ChangeArrowheads="1"/>
          </p:cNvSpPr>
          <p:nvPr/>
        </p:nvSpPr>
        <p:spPr bwMode="auto">
          <a:xfrm>
            <a:off x="0" y="0"/>
            <a:ext cx="12090400" cy="6858000"/>
          </a:xfrm>
          <a:prstGeom prst="rect">
            <a:avLst/>
          </a:prstGeom>
          <a:solidFill>
            <a:srgbClr val="015F85"/>
          </a:solidFill>
          <a:ln>
            <a:noFill/>
          </a:ln>
          <a:extLst>
            <a:ext uri="{91240B29-F687-4F45-9708-019B960494DF}">
              <a14:hiddenLine xmlns:a14="http://schemas.microsoft.com/office/drawing/2010/main" w="25400" algn="ctr">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Char char="v"/>
            </a:pPr>
            <a:endParaRPr lang="en-US" altLang="en-US">
              <a:solidFill>
                <a:prstClr val="black"/>
              </a:solidFill>
            </a:endParaRPr>
          </a:p>
        </p:txBody>
      </p:sp>
      <p:sp>
        <p:nvSpPr>
          <p:cNvPr id="194563" name="Text Box 3"/>
          <p:cNvSpPr txBox="1">
            <a:spLocks noChangeArrowheads="1"/>
          </p:cNvSpPr>
          <p:nvPr/>
        </p:nvSpPr>
        <p:spPr bwMode="auto">
          <a:xfrm>
            <a:off x="1930400" y="2576114"/>
            <a:ext cx="3546475" cy="84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lIns="82124" tIns="41061" rIns="82124" bIns="41061" anchor="ctr"/>
          <a:lstStyle>
            <a:lvl1pPr defTabSz="814388">
              <a:defRPr>
                <a:solidFill>
                  <a:schemeClr val="tx1"/>
                </a:solidFill>
                <a:latin typeface="Arial" panose="020B0604020202020204" pitchFamily="34" charset="0"/>
                <a:cs typeface="Arial" panose="020B0604020202020204" pitchFamily="34" charset="0"/>
              </a:defRPr>
            </a:lvl1pPr>
            <a:lvl2pPr marL="742950" indent="-28575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5B9BD5"/>
              </a:buClr>
              <a:buFont typeface="Arial" panose="020B0604020202020204" pitchFamily="34" charset="0"/>
              <a:buNone/>
            </a:pPr>
            <a:r>
              <a:rPr lang="en-US" altLang="en-US" sz="5867" dirty="0">
                <a:solidFill>
                  <a:prstClr val="white"/>
                </a:solidFill>
              </a:rPr>
              <a:t>ASDM Overview and </a:t>
            </a:r>
            <a:br>
              <a:rPr lang="en-US" altLang="en-US" sz="5867" dirty="0">
                <a:solidFill>
                  <a:prstClr val="white"/>
                </a:solidFill>
              </a:rPr>
            </a:br>
            <a:r>
              <a:rPr lang="en-US" altLang="en-US" sz="5867" dirty="0">
                <a:solidFill>
                  <a:prstClr val="white"/>
                </a:solidFill>
              </a:rPr>
              <a:t>Operating Requirements</a:t>
            </a:r>
          </a:p>
        </p:txBody>
      </p:sp>
    </p:spTree>
    <p:extLst>
      <p:ext uri="{BB962C8B-B14F-4D97-AF65-F5344CB8AC3E}">
        <p14:creationId xmlns:p14="http://schemas.microsoft.com/office/powerpoint/2010/main" val="342350414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6" name="Line 2"/>
          <p:cNvSpPr>
            <a:spLocks noChangeShapeType="1"/>
          </p:cNvSpPr>
          <p:nvPr/>
        </p:nvSpPr>
        <p:spPr bwMode="auto">
          <a:xfrm>
            <a:off x="2608263" y="3173414"/>
            <a:ext cx="4718051" cy="17463"/>
          </a:xfrm>
          <a:prstGeom prst="line">
            <a:avLst/>
          </a:prstGeom>
          <a:noFill/>
          <a:ln w="50800">
            <a:solidFill>
              <a:schemeClr val="accent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CA">
              <a:solidFill>
                <a:prstClr val="black"/>
              </a:solidFill>
              <a:latin typeface="Arial" panose="020B0604020202020204" pitchFamily="34" charset="0"/>
              <a:cs typeface="Arial" panose="020B0604020202020204" pitchFamily="34" charset="0"/>
            </a:endParaRPr>
          </a:p>
        </p:txBody>
      </p:sp>
      <p:sp>
        <p:nvSpPr>
          <p:cNvPr id="195587" name="Rectangle 4"/>
          <p:cNvSpPr>
            <a:spLocks noGrp="1" noChangeArrowheads="1"/>
          </p:cNvSpPr>
          <p:nvPr>
            <p:ph type="title"/>
          </p:nvPr>
        </p:nvSpPr>
        <p:spPr>
          <a:xfrm>
            <a:off x="0" y="541"/>
            <a:ext cx="10860616" cy="838200"/>
          </a:xfrm>
        </p:spPr>
        <p:txBody>
          <a:bodyPr/>
          <a:lstStyle/>
          <a:p>
            <a:pPr eaLnBrk="1" hangingPunct="1"/>
            <a:r>
              <a:rPr lang="en-US" altLang="en-US" sz="3733" dirty="0">
                <a:latin typeface="Arial" panose="020B0604020202020204" pitchFamily="34" charset="0"/>
                <a:cs typeface="Arial" panose="020B0604020202020204" pitchFamily="34" charset="0"/>
              </a:rPr>
              <a:t>What Is ASDM?</a:t>
            </a:r>
          </a:p>
        </p:txBody>
      </p:sp>
      <p:sp>
        <p:nvSpPr>
          <p:cNvPr id="195588" name="Rectangle 5"/>
          <p:cNvSpPr>
            <a:spLocks noGrp="1" noChangeArrowheads="1"/>
          </p:cNvSpPr>
          <p:nvPr>
            <p:ph type="body" sz="half" idx="1"/>
          </p:nvPr>
        </p:nvSpPr>
        <p:spPr>
          <a:xfrm>
            <a:off x="914400" y="5318125"/>
            <a:ext cx="10769600" cy="1184275"/>
          </a:xfrm>
        </p:spPr>
        <p:txBody>
          <a:bodyPr/>
          <a:lstStyle/>
          <a:p>
            <a:pPr marL="0" indent="0" eaLnBrk="1" hangingPunct="1">
              <a:lnSpc>
                <a:spcPct val="85000"/>
              </a:lnSpc>
              <a:buNone/>
            </a:pPr>
            <a:r>
              <a:rPr lang="en-US" altLang="en-US" sz="2400" dirty="0">
                <a:latin typeface="Arial" panose="020B0604020202020204" pitchFamily="34" charset="0"/>
                <a:cs typeface="Arial" panose="020B0604020202020204" pitchFamily="34" charset="0"/>
              </a:rPr>
              <a:t>ASDM is a browser-based configuration tool designed to help configure and monitor your security appliance. </a:t>
            </a:r>
          </a:p>
        </p:txBody>
      </p:sp>
      <p:pic>
        <p:nvPicPr>
          <p:cNvPr id="195589" name="Picture 20" descr="Splas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16688" y="1406525"/>
            <a:ext cx="2981325" cy="3571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5590" name="Picture 21" descr="Logi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20051" y="3349626"/>
            <a:ext cx="2106613" cy="176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5591" name="Picture 22" descr="Cisco_ASA5500"/>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459038" y="2743202"/>
            <a:ext cx="576263" cy="754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5592" name="Picture 24" descr="Network_Cloud_Standard"/>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886200" y="2439988"/>
            <a:ext cx="2133600" cy="108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5593" name="Text Box 6"/>
          <p:cNvSpPr txBox="1">
            <a:spLocks noChangeArrowheads="1"/>
          </p:cNvSpPr>
          <p:nvPr/>
        </p:nvSpPr>
        <p:spPr bwMode="auto">
          <a:xfrm>
            <a:off x="4543425" y="2946401"/>
            <a:ext cx="828429" cy="311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4927" tIns="32463" rIns="64927" bIns="32463">
            <a:spAutoFit/>
          </a:bodyPr>
          <a:lstStyle>
            <a:lvl1pPr defTabSz="812800">
              <a:defRPr>
                <a:solidFill>
                  <a:schemeClr val="tx1"/>
                </a:solidFill>
                <a:latin typeface="Arial" panose="020B0604020202020204" pitchFamily="34" charset="0"/>
                <a:cs typeface="Arial" panose="020B0604020202020204" pitchFamily="34" charset="0"/>
              </a:defRPr>
            </a:lvl1pPr>
            <a:lvl2pPr marL="742950" indent="-285750" defTabSz="812800">
              <a:defRPr>
                <a:solidFill>
                  <a:schemeClr val="tx1"/>
                </a:solidFill>
                <a:latin typeface="Arial" panose="020B0604020202020204" pitchFamily="34" charset="0"/>
                <a:cs typeface="Arial" panose="020B0604020202020204" pitchFamily="34" charset="0"/>
              </a:defRPr>
            </a:lvl2pPr>
            <a:lvl3pPr marL="1143000" indent="-228600" defTabSz="812800">
              <a:defRPr>
                <a:solidFill>
                  <a:schemeClr val="tx1"/>
                </a:solidFill>
                <a:latin typeface="Arial" panose="020B0604020202020204" pitchFamily="34" charset="0"/>
                <a:cs typeface="Arial" panose="020B0604020202020204" pitchFamily="34" charset="0"/>
              </a:defRPr>
            </a:lvl3pPr>
            <a:lvl4pPr marL="1600200" indent="-228600" defTabSz="812800">
              <a:defRPr>
                <a:solidFill>
                  <a:schemeClr val="tx1"/>
                </a:solidFill>
                <a:latin typeface="Arial" panose="020B0604020202020204" pitchFamily="34" charset="0"/>
                <a:cs typeface="Arial" panose="020B0604020202020204" pitchFamily="34" charset="0"/>
              </a:defRPr>
            </a:lvl4pPr>
            <a:lvl5pPr marL="2057400" indent="-228600" defTabSz="812800">
              <a:defRPr>
                <a:solidFill>
                  <a:schemeClr val="tx1"/>
                </a:solidFill>
                <a:latin typeface="Arial" panose="020B0604020202020204" pitchFamily="34" charset="0"/>
                <a:cs typeface="Arial" panose="020B0604020202020204" pitchFamily="34" charset="0"/>
              </a:defRPr>
            </a:lvl5pPr>
            <a:lvl6pPr marL="2514600" indent="-228600" defTabSz="8128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28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28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28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Internet</a:t>
            </a:r>
          </a:p>
        </p:txBody>
      </p:sp>
      <p:sp>
        <p:nvSpPr>
          <p:cNvPr id="195594" name="AutoShape 18"/>
          <p:cNvSpPr>
            <a:spLocks noChangeArrowheads="1"/>
          </p:cNvSpPr>
          <p:nvPr/>
        </p:nvSpPr>
        <p:spPr bwMode="auto">
          <a:xfrm>
            <a:off x="3111501" y="2679700"/>
            <a:ext cx="3238500" cy="279400"/>
          </a:xfrm>
          <a:prstGeom prst="leftArrow">
            <a:avLst>
              <a:gd name="adj1" fmla="val 38639"/>
              <a:gd name="adj2" fmla="val 171610"/>
            </a:avLst>
          </a:prstGeom>
          <a:solidFill>
            <a:schemeClr val="hlink"/>
          </a:solidFill>
          <a:ln w="12700">
            <a:solidFill>
              <a:schemeClr val="tx1"/>
            </a:solidFill>
            <a:miter lim="800000"/>
            <a:headEnd type="none" w="sm" len="sm"/>
            <a:tailEnd type="none" w="sm" len="sm"/>
          </a:ln>
        </p:spPr>
        <p:txBody>
          <a:bodyPr wrap="none" lIns="73025" tIns="36512" rIns="73025" bIns="36512"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0000"/>
              </a:lnSpc>
              <a:spcBef>
                <a:spcPct val="20000"/>
              </a:spcBef>
              <a:spcAft>
                <a:spcPct val="0"/>
              </a:spcAft>
              <a:buClr>
                <a:srgbClr val="FF9933"/>
              </a:buClr>
              <a:buFont typeface="Wingdings" panose="05000000000000000000" pitchFamily="2" charset="2"/>
              <a:buNone/>
            </a:pPr>
            <a:endParaRPr lang="en-US" altLang="en-US">
              <a:solidFill>
                <a:prstClr val="black"/>
              </a:solidFill>
            </a:endParaRPr>
          </a:p>
        </p:txBody>
      </p:sp>
      <p:sp>
        <p:nvSpPr>
          <p:cNvPr id="195595" name="AutoShape 23"/>
          <p:cNvSpPr>
            <a:spLocks noChangeArrowheads="1"/>
          </p:cNvSpPr>
          <p:nvPr/>
        </p:nvSpPr>
        <p:spPr bwMode="auto">
          <a:xfrm rot="5400000">
            <a:off x="4610100" y="2003425"/>
            <a:ext cx="304800" cy="2971800"/>
          </a:xfrm>
          <a:prstGeom prst="can">
            <a:avLst>
              <a:gd name="adj" fmla="val 74705"/>
            </a:avLst>
          </a:prstGeom>
          <a:gradFill rotWithShape="1">
            <a:gsLst>
              <a:gs pos="0">
                <a:srgbClr val="4798AB"/>
              </a:gs>
              <a:gs pos="50000">
                <a:srgbClr val="ADD4DD"/>
              </a:gs>
              <a:gs pos="100000">
                <a:srgbClr val="4798AB"/>
              </a:gs>
            </a:gsLst>
            <a:lin ang="0" scaled="1"/>
          </a:gradFill>
          <a:ln w="19050">
            <a:solidFill>
              <a:schemeClr val="accent1"/>
            </a:solidFill>
            <a:round/>
            <a:headEnd/>
            <a:tailEnd/>
          </a:ln>
        </p:spPr>
        <p:txBody>
          <a:bodyPr rot="10800000" vert="eaVert" wrap="none" lIns="82124" tIns="41061" rIns="82124" bIns="41061" anchor="ctr"/>
          <a:lstStyle>
            <a:lvl1pPr defTabSz="814388">
              <a:defRPr>
                <a:solidFill>
                  <a:schemeClr val="tx1"/>
                </a:solidFill>
                <a:latin typeface="Arial" panose="020B0604020202020204" pitchFamily="34" charset="0"/>
                <a:cs typeface="Arial" panose="020B0604020202020204" pitchFamily="34" charset="0"/>
              </a:defRPr>
            </a:lvl1pPr>
            <a:lvl2pPr marL="742950" indent="-28575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fontAlgn="base">
              <a:lnSpc>
                <a:spcPct val="90000"/>
              </a:lnSpc>
              <a:spcBef>
                <a:spcPct val="20000"/>
              </a:spcBef>
              <a:spcAft>
                <a:spcPct val="0"/>
              </a:spcAft>
              <a:buClr>
                <a:srgbClr val="FF9933"/>
              </a:buClr>
              <a:buFont typeface="Wingdings" panose="05000000000000000000" pitchFamily="2" charset="2"/>
              <a:buNone/>
            </a:pPr>
            <a:endParaRPr lang="sl-SI" altLang="en-US">
              <a:solidFill>
                <a:prstClr val="black"/>
              </a:solidFill>
            </a:endParaRPr>
          </a:p>
        </p:txBody>
      </p:sp>
      <p:sp>
        <p:nvSpPr>
          <p:cNvPr id="195596" name="Text Box 17"/>
          <p:cNvSpPr txBox="1">
            <a:spLocks noChangeArrowheads="1"/>
          </p:cNvSpPr>
          <p:nvPr/>
        </p:nvSpPr>
        <p:spPr bwMode="auto">
          <a:xfrm>
            <a:off x="3790951" y="3321051"/>
            <a:ext cx="194181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a14:hiddenLine>
            </a:ext>
          </a:extLst>
        </p:spPr>
        <p:txBody>
          <a:bodyPr wrap="non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spcBef>
                <a:spcPct val="20000"/>
              </a:spcBef>
              <a:spcAft>
                <a:spcPct val="0"/>
              </a:spcAft>
              <a:buClr>
                <a:srgbClr val="FF9933"/>
              </a:buClr>
              <a:buFont typeface="Wingdings" panose="05000000000000000000" pitchFamily="2" charset="2"/>
              <a:buNone/>
            </a:pPr>
            <a:r>
              <a:rPr lang="en-US" altLang="en-US" sz="1600">
                <a:solidFill>
                  <a:prstClr val="black"/>
                </a:solidFill>
              </a:rPr>
              <a:t>SSL Secure Tunnel</a:t>
            </a:r>
          </a:p>
        </p:txBody>
      </p:sp>
    </p:spTree>
    <p:extLst>
      <p:ext uri="{BB962C8B-B14F-4D97-AF65-F5344CB8AC3E}">
        <p14:creationId xmlns:p14="http://schemas.microsoft.com/office/powerpoint/2010/main" val="884659528"/>
      </p:ext>
    </p:extLst>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2"/>
          <p:cNvSpPr>
            <a:spLocks noGrp="1" noChangeArrowheads="1"/>
          </p:cNvSpPr>
          <p:nvPr>
            <p:ph type="title"/>
          </p:nvPr>
        </p:nvSpPr>
        <p:spPr>
          <a:xfrm>
            <a:off x="0" y="0"/>
            <a:ext cx="10515600" cy="685800"/>
          </a:xfrm>
        </p:spPr>
        <p:txBody>
          <a:bodyPr/>
          <a:lstStyle/>
          <a:p>
            <a:pPr eaLnBrk="1" hangingPunct="1"/>
            <a:r>
              <a:rPr lang="en-US" altLang="en-US" sz="3733" dirty="0">
                <a:latin typeface="Arial" panose="020B0604020202020204" pitchFamily="34" charset="0"/>
                <a:cs typeface="Arial" panose="020B0604020202020204" pitchFamily="34" charset="0"/>
              </a:rPr>
              <a:t>ASDM Browser Requirements</a:t>
            </a:r>
          </a:p>
        </p:txBody>
      </p:sp>
      <p:sp>
        <p:nvSpPr>
          <p:cNvPr id="201731" name="Rectangle 4"/>
          <p:cNvSpPr>
            <a:spLocks noGrp="1" noChangeArrowheads="1"/>
          </p:cNvSpPr>
          <p:nvPr>
            <p:ph idx="1"/>
          </p:nvPr>
        </p:nvSpPr>
        <p:spPr>
          <a:xfrm>
            <a:off x="508000" y="787400"/>
            <a:ext cx="11176000" cy="4351339"/>
          </a:xfrm>
        </p:spPr>
        <p:txBody>
          <a:bodyPr/>
          <a:lstStyle/>
          <a:p>
            <a:pPr marL="0" indent="0" eaLnBrk="1" hangingPunct="1">
              <a:buNone/>
            </a:pPr>
            <a:r>
              <a:rPr lang="en-US" altLang="en-US" sz="2400" dirty="0">
                <a:latin typeface="Arial" panose="020B0604020202020204" pitchFamily="34" charset="0"/>
                <a:cs typeface="Arial" panose="020B0604020202020204" pitchFamily="34" charset="0"/>
              </a:rPr>
              <a:t>To access ASDM from a browser, the following requirements must be met:</a:t>
            </a:r>
          </a:p>
          <a:p>
            <a:pPr lvl="1" eaLnBrk="1" hangingPunct="1"/>
            <a:r>
              <a:rPr lang="en-US" altLang="en-US" dirty="0">
                <a:latin typeface="Arial" panose="020B0604020202020204" pitchFamily="34" charset="0"/>
                <a:cs typeface="Arial" panose="020B0604020202020204" pitchFamily="34" charset="0"/>
              </a:rPr>
              <a:t>JavaScript and Java must be enabled on the computer where the browser resides.</a:t>
            </a:r>
          </a:p>
          <a:p>
            <a:pPr lvl="1" eaLnBrk="1" hangingPunct="1"/>
            <a:r>
              <a:rPr lang="en-US" altLang="en-US" dirty="0">
                <a:latin typeface="Arial" panose="020B0604020202020204" pitchFamily="34" charset="0"/>
                <a:cs typeface="Arial" panose="020B0604020202020204" pitchFamily="34" charset="0"/>
              </a:rPr>
              <a:t>SSL must be enabled in the browser.</a:t>
            </a:r>
          </a:p>
          <a:p>
            <a:pPr lvl="1" eaLnBrk="1" hangingPunct="1"/>
            <a:endParaRPr lang="en-US" altLang="en-US" dirty="0">
              <a:latin typeface="Arial" panose="020B0604020202020204" pitchFamily="34" charset="0"/>
              <a:cs typeface="Arial" panose="020B0604020202020204" pitchFamily="34" charset="0"/>
            </a:endParaRPr>
          </a:p>
          <a:p>
            <a:pPr lvl="1" eaLnBrk="1" hangingPunct="1">
              <a:buFont typeface="Wingdings" panose="05000000000000000000" pitchFamily="2" charset="2"/>
              <a:buNone/>
            </a:pPr>
            <a:r>
              <a:rPr lang="en-US" altLang="en-US" dirty="0">
                <a:latin typeface="Arial" panose="020B0604020202020204" pitchFamily="34" charset="0"/>
                <a:cs typeface="Arial" panose="020B0604020202020204" pitchFamily="34" charset="0"/>
              </a:rPr>
              <a:t>Popup blockers may prevent ASDM from starting.</a:t>
            </a:r>
          </a:p>
          <a:p>
            <a:pPr marL="0" indent="0" eaLnBrk="1" hangingPunct="1">
              <a:buNone/>
            </a:pPr>
            <a:endParaRPr lang="en-US" alt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77755947"/>
      </p:ext>
    </p:extLst>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4" name="Rectangle 2"/>
          <p:cNvSpPr>
            <a:spLocks noGrp="1" noChangeArrowheads="1"/>
          </p:cNvSpPr>
          <p:nvPr>
            <p:ph type="title"/>
          </p:nvPr>
        </p:nvSpPr>
        <p:spPr>
          <a:xfrm>
            <a:off x="11695" y="0"/>
            <a:ext cx="10515600" cy="685800"/>
          </a:xfrm>
        </p:spPr>
        <p:txBody>
          <a:bodyPr/>
          <a:lstStyle/>
          <a:p>
            <a:pPr eaLnBrk="1" hangingPunct="1"/>
            <a:r>
              <a:rPr lang="en-US" altLang="en-US" sz="3733" dirty="0">
                <a:latin typeface="Arial" panose="020B0604020202020204" pitchFamily="34" charset="0"/>
                <a:cs typeface="Arial" panose="020B0604020202020204" pitchFamily="34" charset="0"/>
              </a:rPr>
              <a:t>Configure the Security Appliance to Use ASDM</a:t>
            </a:r>
          </a:p>
        </p:txBody>
      </p:sp>
      <p:sp>
        <p:nvSpPr>
          <p:cNvPr id="207875" name="Rectangle 3"/>
          <p:cNvSpPr>
            <a:spLocks noGrp="1" noChangeArrowheads="1"/>
          </p:cNvSpPr>
          <p:nvPr>
            <p:ph idx="1"/>
          </p:nvPr>
        </p:nvSpPr>
        <p:spPr>
          <a:xfrm>
            <a:off x="406400" y="889000"/>
            <a:ext cx="11480800" cy="4351339"/>
          </a:xfrm>
        </p:spPr>
        <p:txBody>
          <a:bodyPr/>
          <a:lstStyle/>
          <a:p>
            <a:pPr marL="0" indent="0" eaLnBrk="1" hangingPunct="1">
              <a:buNone/>
            </a:pPr>
            <a:r>
              <a:rPr lang="en-US" altLang="en-US" sz="2400">
                <a:latin typeface="Arial" panose="020B0604020202020204" pitchFamily="34" charset="0"/>
                <a:cs typeface="Arial" panose="020B0604020202020204" pitchFamily="34" charset="0"/>
              </a:rPr>
              <a:t>Before you can use ASDM, you need to enter the following information on the security appliance via a console terminal:</a:t>
            </a:r>
          </a:p>
          <a:p>
            <a:pPr lvl="1" eaLnBrk="1" hangingPunct="1"/>
            <a:r>
              <a:rPr lang="en-US" altLang="en-US">
                <a:latin typeface="Arial" panose="020B0604020202020204" pitchFamily="34" charset="0"/>
                <a:cs typeface="Arial" panose="020B0604020202020204" pitchFamily="34" charset="0"/>
              </a:rPr>
              <a:t>Time </a:t>
            </a:r>
          </a:p>
          <a:p>
            <a:pPr lvl="1" eaLnBrk="1" hangingPunct="1"/>
            <a:r>
              <a:rPr lang="en-US" altLang="en-US">
                <a:latin typeface="Arial" panose="020B0604020202020204" pitchFamily="34" charset="0"/>
                <a:cs typeface="Arial" panose="020B0604020202020204" pitchFamily="34" charset="0"/>
              </a:rPr>
              <a:t>Inside IP address</a:t>
            </a:r>
          </a:p>
          <a:p>
            <a:pPr lvl="1" eaLnBrk="1" hangingPunct="1"/>
            <a:r>
              <a:rPr lang="en-US" altLang="en-US">
                <a:latin typeface="Arial" panose="020B0604020202020204" pitchFamily="34" charset="0"/>
                <a:cs typeface="Arial" panose="020B0604020202020204" pitchFamily="34" charset="0"/>
              </a:rPr>
              <a:t>Inside network mask</a:t>
            </a:r>
          </a:p>
          <a:p>
            <a:pPr lvl="1" eaLnBrk="1" hangingPunct="1"/>
            <a:r>
              <a:rPr lang="en-US" altLang="en-US">
                <a:latin typeface="Arial" panose="020B0604020202020204" pitchFamily="34" charset="0"/>
                <a:cs typeface="Arial" panose="020B0604020202020204" pitchFamily="34" charset="0"/>
              </a:rPr>
              <a:t>Host name</a:t>
            </a:r>
          </a:p>
          <a:p>
            <a:pPr lvl="1" eaLnBrk="1" hangingPunct="1"/>
            <a:r>
              <a:rPr lang="en-US" altLang="en-US">
                <a:latin typeface="Arial" panose="020B0604020202020204" pitchFamily="34" charset="0"/>
                <a:cs typeface="Arial" panose="020B0604020202020204" pitchFamily="34" charset="0"/>
              </a:rPr>
              <a:t>Domain name</a:t>
            </a:r>
          </a:p>
          <a:p>
            <a:pPr lvl="1" eaLnBrk="1" hangingPunct="1"/>
            <a:r>
              <a:rPr lang="en-US" altLang="en-US">
                <a:latin typeface="Arial" panose="020B0604020202020204" pitchFamily="34" charset="0"/>
                <a:cs typeface="Arial" panose="020B0604020202020204" pitchFamily="34" charset="0"/>
              </a:rPr>
              <a:t>Enable the HTTP server on the security appliance</a:t>
            </a:r>
          </a:p>
          <a:p>
            <a:pPr lvl="1" eaLnBrk="1" hangingPunct="1"/>
            <a:r>
              <a:rPr lang="en-US" altLang="en-US">
                <a:latin typeface="Arial" panose="020B0604020202020204" pitchFamily="34" charset="0"/>
                <a:cs typeface="Arial" panose="020B0604020202020204" pitchFamily="34" charset="0"/>
              </a:rPr>
              <a:t>IP addresses of hosts authorized to access </a:t>
            </a:r>
            <a:br>
              <a:rPr lang="en-US" altLang="en-US">
                <a:latin typeface="Arial" panose="020B0604020202020204" pitchFamily="34" charset="0"/>
                <a:cs typeface="Arial" panose="020B0604020202020204" pitchFamily="34" charset="0"/>
              </a:rPr>
            </a:br>
            <a:r>
              <a:rPr lang="en-US" altLang="en-US">
                <a:latin typeface="Arial" panose="020B0604020202020204" pitchFamily="34" charset="0"/>
                <a:cs typeface="Arial" panose="020B0604020202020204" pitchFamily="34" charset="0"/>
              </a:rPr>
              <a:t>HTTP server   </a:t>
            </a:r>
          </a:p>
        </p:txBody>
      </p:sp>
      <p:sp>
        <p:nvSpPr>
          <p:cNvPr id="207876" name="Rectangle 4"/>
          <p:cNvSpPr>
            <a:spLocks noChangeArrowheads="1"/>
          </p:cNvSpPr>
          <p:nvPr/>
        </p:nvSpPr>
        <p:spPr bwMode="auto">
          <a:xfrm>
            <a:off x="406400" y="5072064"/>
            <a:ext cx="11277600" cy="132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124" tIns="41061" rIns="82124" bIns="41061"/>
          <a:lstStyle>
            <a:lvl1pPr defTabSz="814388">
              <a:defRPr>
                <a:solidFill>
                  <a:schemeClr val="tx1"/>
                </a:solidFill>
                <a:latin typeface="Arial" panose="020B0604020202020204" pitchFamily="34" charset="0"/>
                <a:cs typeface="Arial" panose="020B0604020202020204" pitchFamily="34" charset="0"/>
              </a:defRPr>
            </a:lvl1pPr>
            <a:lvl2pPr marL="342900" indent="-228600" defTabSz="814388">
              <a:defRPr>
                <a:solidFill>
                  <a:schemeClr val="tx1"/>
                </a:solidFill>
                <a:latin typeface="Arial" panose="020B0604020202020204" pitchFamily="34" charset="0"/>
                <a:cs typeface="Arial" panose="020B0604020202020204" pitchFamily="34" charset="0"/>
              </a:defRPr>
            </a:lvl2pPr>
            <a:lvl3pPr marL="1143000" indent="-228600" defTabSz="814388">
              <a:defRPr>
                <a:solidFill>
                  <a:schemeClr val="tx1"/>
                </a:solidFill>
                <a:latin typeface="Arial" panose="020B0604020202020204" pitchFamily="34" charset="0"/>
                <a:cs typeface="Arial" panose="020B0604020202020204" pitchFamily="34" charset="0"/>
              </a:defRPr>
            </a:lvl3pPr>
            <a:lvl4pPr marL="1600200" indent="-228600" defTabSz="814388">
              <a:defRPr>
                <a:solidFill>
                  <a:schemeClr val="tx1"/>
                </a:solidFill>
                <a:latin typeface="Arial" panose="020B0604020202020204" pitchFamily="34" charset="0"/>
                <a:cs typeface="Arial" panose="020B0604020202020204" pitchFamily="34" charset="0"/>
              </a:defRPr>
            </a:lvl4pPr>
            <a:lvl5pPr marL="2057400" indent="-228600" defTabSz="814388">
              <a:defRPr>
                <a:solidFill>
                  <a:schemeClr val="tx1"/>
                </a:solidFill>
                <a:latin typeface="Arial" panose="020B0604020202020204" pitchFamily="34" charset="0"/>
                <a:cs typeface="Arial" panose="020B0604020202020204" pitchFamily="34" charset="0"/>
              </a:defRPr>
            </a:lvl5pPr>
            <a:lvl6pPr marL="25146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814388"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fontAlgn="base">
              <a:lnSpc>
                <a:spcPct val="95000"/>
              </a:lnSpc>
              <a:spcBef>
                <a:spcPct val="35000"/>
              </a:spcBef>
              <a:spcAft>
                <a:spcPct val="0"/>
              </a:spcAft>
              <a:buClr>
                <a:srgbClr val="5B9BD5"/>
              </a:buClr>
              <a:buFont typeface="Arial" panose="020B0604020202020204" pitchFamily="34" charset="0"/>
              <a:buNone/>
            </a:pPr>
            <a:endParaRPr lang="en-US" altLang="en-US" sz="2400" dirty="0">
              <a:solidFill>
                <a:srgbClr val="000000"/>
              </a:solidFill>
            </a:endParaRPr>
          </a:p>
          <a:p>
            <a:pPr lvl="1" algn="ctr" fontAlgn="base">
              <a:lnSpc>
                <a:spcPct val="95000"/>
              </a:lnSpc>
              <a:spcBef>
                <a:spcPct val="35000"/>
              </a:spcBef>
              <a:spcAft>
                <a:spcPct val="0"/>
              </a:spcAft>
              <a:buClr>
                <a:srgbClr val="0183B7"/>
              </a:buClr>
              <a:buFont typeface="Wingdings" panose="05000000000000000000" pitchFamily="2" charset="2"/>
              <a:buNone/>
            </a:pPr>
            <a:r>
              <a:rPr lang="en-US" altLang="en-US" sz="2400" dirty="0">
                <a:solidFill>
                  <a:srgbClr val="008DB2"/>
                </a:solidFill>
              </a:rPr>
              <a:t>If more than one ASDM image is stored in the flash memory of your security appliance, also specify the ASDM image to be used.</a:t>
            </a:r>
          </a:p>
        </p:txBody>
      </p:sp>
    </p:spTree>
    <p:extLst>
      <p:ext uri="{BB962C8B-B14F-4D97-AF65-F5344CB8AC3E}">
        <p14:creationId xmlns:p14="http://schemas.microsoft.com/office/powerpoint/2010/main" val="1840506570"/>
      </p:ext>
    </p:extLst>
  </p:cSld>
  <p:clrMapOvr>
    <a:masterClrMapping/>
  </p:clrMapOvr>
  <p:transition/>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49BD2"/>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5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7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8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9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10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13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14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15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6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7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8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9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3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33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34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35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36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0.xml><?xml version="1.0" encoding="utf-8"?>
<a:theme xmlns:a="http://schemas.openxmlformats.org/drawingml/2006/main" name="37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1.xml><?xml version="1.0" encoding="utf-8"?>
<a:theme xmlns:a="http://schemas.openxmlformats.org/drawingml/2006/main" name="38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2.xml><?xml version="1.0" encoding="utf-8"?>
<a:theme xmlns:a="http://schemas.openxmlformats.org/drawingml/2006/main" name="39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3.xml><?xml version="1.0" encoding="utf-8"?>
<a:theme xmlns:a="http://schemas.openxmlformats.org/drawingml/2006/main" name="40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4.xml><?xml version="1.0" encoding="utf-8"?>
<a:theme xmlns:a="http://schemas.openxmlformats.org/drawingml/2006/main" name="4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5.xml><?xml version="1.0" encoding="utf-8"?>
<a:theme xmlns:a="http://schemas.openxmlformats.org/drawingml/2006/main" name="4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6.xml><?xml version="1.0" encoding="utf-8"?>
<a:theme xmlns:a="http://schemas.openxmlformats.org/drawingml/2006/main" name="43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7.xml><?xml version="1.0" encoding="utf-8"?>
<a:theme xmlns:a="http://schemas.openxmlformats.org/drawingml/2006/main" name="44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8.xml><?xml version="1.0" encoding="utf-8"?>
<a:theme xmlns:a="http://schemas.openxmlformats.org/drawingml/2006/main" name="45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9.xml><?xml version="1.0" encoding="utf-8"?>
<a:theme xmlns:a="http://schemas.openxmlformats.org/drawingml/2006/main" name="46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0.xml><?xml version="1.0" encoding="utf-8"?>
<a:theme xmlns:a="http://schemas.openxmlformats.org/drawingml/2006/main" name="47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1.xml><?xml version="1.0" encoding="utf-8"?>
<a:theme xmlns:a="http://schemas.openxmlformats.org/drawingml/2006/main" name="48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2.xml><?xml version="1.0" encoding="utf-8"?>
<a:theme xmlns:a="http://schemas.openxmlformats.org/drawingml/2006/main" name="49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3.xml><?xml version="1.0" encoding="utf-8"?>
<a:theme xmlns:a="http://schemas.openxmlformats.org/drawingml/2006/main" name="50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4.xml><?xml version="1.0" encoding="utf-8"?>
<a:theme xmlns:a="http://schemas.openxmlformats.org/drawingml/2006/main" name="5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5.xml><?xml version="1.0" encoding="utf-8"?>
<a:theme xmlns:a="http://schemas.openxmlformats.org/drawingml/2006/main" name="5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6.xml><?xml version="1.0" encoding="utf-8"?>
<a:theme xmlns:a="http://schemas.openxmlformats.org/drawingml/2006/main" name="53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7.xml><?xml version="1.0" encoding="utf-8"?>
<a:theme xmlns:a="http://schemas.openxmlformats.org/drawingml/2006/main" name="54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8.xml><?xml version="1.0" encoding="utf-8"?>
<a:theme xmlns:a="http://schemas.openxmlformats.org/drawingml/2006/main" name="55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9.xml><?xml version="1.0" encoding="utf-8"?>
<a:theme xmlns:a="http://schemas.openxmlformats.org/drawingml/2006/main" name="56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0.xml><?xml version="1.0" encoding="utf-8"?>
<a:theme xmlns:a="http://schemas.openxmlformats.org/drawingml/2006/main" name="57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1.xml><?xml version="1.0" encoding="utf-8"?>
<a:theme xmlns:a="http://schemas.openxmlformats.org/drawingml/2006/main" name="58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2.xml><?xml version="1.0" encoding="utf-8"?>
<a:theme xmlns:a="http://schemas.openxmlformats.org/drawingml/2006/main" name="59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3.xml><?xml version="1.0" encoding="utf-8"?>
<a:theme xmlns:a="http://schemas.openxmlformats.org/drawingml/2006/main" name="60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4.xml><?xml version="1.0" encoding="utf-8"?>
<a:theme xmlns:a="http://schemas.openxmlformats.org/drawingml/2006/main" name="6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5.xml><?xml version="1.0" encoding="utf-8"?>
<a:theme xmlns:a="http://schemas.openxmlformats.org/drawingml/2006/main" name="6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6.xml><?xml version="1.0" encoding="utf-8"?>
<a:theme xmlns:a="http://schemas.openxmlformats.org/drawingml/2006/main" name="63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7.xml><?xml version="1.0" encoding="utf-8"?>
<a:theme xmlns:a="http://schemas.openxmlformats.org/drawingml/2006/main" name="64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8.xml><?xml version="1.0" encoding="utf-8"?>
<a:theme xmlns:a="http://schemas.openxmlformats.org/drawingml/2006/main" name="65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9.xml><?xml version="1.0" encoding="utf-8"?>
<a:theme xmlns:a="http://schemas.openxmlformats.org/drawingml/2006/main" name="66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0.xml><?xml version="1.0" encoding="utf-8"?>
<a:theme xmlns:a="http://schemas.openxmlformats.org/drawingml/2006/main" name="67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1.xml><?xml version="1.0" encoding="utf-8"?>
<a:theme xmlns:a="http://schemas.openxmlformats.org/drawingml/2006/main" name="68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2.xml><?xml version="1.0" encoding="utf-8"?>
<a:theme xmlns:a="http://schemas.openxmlformats.org/drawingml/2006/main" name="69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3.xml><?xml version="1.0" encoding="utf-8"?>
<a:theme xmlns:a="http://schemas.openxmlformats.org/drawingml/2006/main" name="70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4.xml><?xml version="1.0" encoding="utf-8"?>
<a:theme xmlns:a="http://schemas.openxmlformats.org/drawingml/2006/main" name="7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5.xml><?xml version="1.0" encoding="utf-8"?>
<a:theme xmlns:a="http://schemas.openxmlformats.org/drawingml/2006/main" name="7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6.xml><?xml version="1.0" encoding="utf-8"?>
<a:theme xmlns:a="http://schemas.openxmlformats.org/drawingml/2006/main" name="73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7.xml><?xml version="1.0" encoding="utf-8"?>
<a:theme xmlns:a="http://schemas.openxmlformats.org/drawingml/2006/main" name="74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8.xml><?xml version="1.0" encoding="utf-8"?>
<a:theme xmlns:a="http://schemas.openxmlformats.org/drawingml/2006/main" name="75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9.xml><?xml version="1.0" encoding="utf-8"?>
<a:theme xmlns:a="http://schemas.openxmlformats.org/drawingml/2006/main" name="76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0.xml><?xml version="1.0" encoding="utf-8"?>
<a:theme xmlns:a="http://schemas.openxmlformats.org/drawingml/2006/main" name="77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1.xml><?xml version="1.0" encoding="utf-8"?>
<a:theme xmlns:a="http://schemas.openxmlformats.org/drawingml/2006/main" name="78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2.xml><?xml version="1.0" encoding="utf-8"?>
<a:theme xmlns:a="http://schemas.openxmlformats.org/drawingml/2006/main" name="79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3.xml><?xml version="1.0" encoding="utf-8"?>
<a:theme xmlns:a="http://schemas.openxmlformats.org/drawingml/2006/main" name="80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4.xml><?xml version="1.0" encoding="utf-8"?>
<a:theme xmlns:a="http://schemas.openxmlformats.org/drawingml/2006/main" name="8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5.xml><?xml version="1.0" encoding="utf-8"?>
<a:theme xmlns:a="http://schemas.openxmlformats.org/drawingml/2006/main" name="83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6.xml><?xml version="1.0" encoding="utf-8"?>
<a:theme xmlns:a="http://schemas.openxmlformats.org/drawingml/2006/main" name="84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7.xml><?xml version="1.0" encoding="utf-8"?>
<a:theme xmlns:a="http://schemas.openxmlformats.org/drawingml/2006/main" name="85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8.xml><?xml version="1.0" encoding="utf-8"?>
<a:theme xmlns:a="http://schemas.openxmlformats.org/drawingml/2006/main" name="86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9.xml><?xml version="1.0" encoding="utf-8"?>
<a:theme xmlns:a="http://schemas.openxmlformats.org/drawingml/2006/main" name="87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0.xml><?xml version="1.0" encoding="utf-8"?>
<a:theme xmlns:a="http://schemas.openxmlformats.org/drawingml/2006/main" name="88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1.xml><?xml version="1.0" encoding="utf-8"?>
<a:theme xmlns:a="http://schemas.openxmlformats.org/drawingml/2006/main" name="89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2.xml><?xml version="1.0" encoding="utf-8"?>
<a:theme xmlns:a="http://schemas.openxmlformats.org/drawingml/2006/main" name="90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3.xml><?xml version="1.0" encoding="utf-8"?>
<a:theme xmlns:a="http://schemas.openxmlformats.org/drawingml/2006/main" name="9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4.xml><?xml version="1.0" encoding="utf-8"?>
<a:theme xmlns:a="http://schemas.openxmlformats.org/drawingml/2006/main" name="9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5.xml><?xml version="1.0" encoding="utf-8"?>
<a:theme xmlns:a="http://schemas.openxmlformats.org/drawingml/2006/main" name="96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6.xml><?xml version="1.0" encoding="utf-8"?>
<a:theme xmlns:a="http://schemas.openxmlformats.org/drawingml/2006/main" name="98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7.xml><?xml version="1.0" encoding="utf-8"?>
<a:theme xmlns:a="http://schemas.openxmlformats.org/drawingml/2006/main" name="99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8.xml><?xml version="1.0" encoding="utf-8"?>
<a:theme xmlns:a="http://schemas.openxmlformats.org/drawingml/2006/main" name="100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9.xml><?xml version="1.0" encoding="utf-8"?>
<a:theme xmlns:a="http://schemas.openxmlformats.org/drawingml/2006/main" name="10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0.xml><?xml version="1.0" encoding="utf-8"?>
<a:theme xmlns:a="http://schemas.openxmlformats.org/drawingml/2006/main" name="10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1.xml><?xml version="1.0" encoding="utf-8"?>
<a:theme xmlns:a="http://schemas.openxmlformats.org/drawingml/2006/main" name="103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2.xml><?xml version="1.0" encoding="utf-8"?>
<a:theme xmlns:a="http://schemas.openxmlformats.org/drawingml/2006/main" name="104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3.xml><?xml version="1.0" encoding="utf-8"?>
<a:theme xmlns:a="http://schemas.openxmlformats.org/drawingml/2006/main" name="105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4.xml><?xml version="1.0" encoding="utf-8"?>
<a:theme xmlns:a="http://schemas.openxmlformats.org/drawingml/2006/main" name="106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5.xml><?xml version="1.0" encoding="utf-8"?>
<a:theme xmlns:a="http://schemas.openxmlformats.org/drawingml/2006/main" name="107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6.xml><?xml version="1.0" encoding="utf-8"?>
<a:theme xmlns:a="http://schemas.openxmlformats.org/drawingml/2006/main" name="108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7.xml><?xml version="1.0" encoding="utf-8"?>
<a:theme xmlns:a="http://schemas.openxmlformats.org/drawingml/2006/main" name="109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8.xml><?xml version="1.0" encoding="utf-8"?>
<a:theme xmlns:a="http://schemas.openxmlformats.org/drawingml/2006/main" name="11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9.xml><?xml version="1.0" encoding="utf-8"?>
<a:theme xmlns:a="http://schemas.openxmlformats.org/drawingml/2006/main" name="11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0.xml><?xml version="1.0" encoding="utf-8"?>
<a:theme xmlns:a="http://schemas.openxmlformats.org/drawingml/2006/main" name="115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1.xml><?xml version="1.0" encoding="utf-8"?>
<a:theme xmlns:a="http://schemas.openxmlformats.org/drawingml/2006/main" name="118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106</TotalTime>
  <Words>6031</Words>
  <Application>Microsoft Office PowerPoint</Application>
  <PresentationFormat>Widescreen</PresentationFormat>
  <Paragraphs>1316</Paragraphs>
  <Slides>99</Slides>
  <Notes>66</Notes>
  <HiddenSlides>0</HiddenSlides>
  <MMClips>0</MMClips>
  <ScaleCrop>false</ScaleCrop>
  <HeadingPairs>
    <vt:vector size="6" baseType="variant">
      <vt:variant>
        <vt:lpstr>Fonts Used</vt:lpstr>
      </vt:variant>
      <vt:variant>
        <vt:i4>8</vt:i4>
      </vt:variant>
      <vt:variant>
        <vt:lpstr>Theme</vt:lpstr>
      </vt:variant>
      <vt:variant>
        <vt:i4>93</vt:i4>
      </vt:variant>
      <vt:variant>
        <vt:lpstr>Slide Titles</vt:lpstr>
      </vt:variant>
      <vt:variant>
        <vt:i4>99</vt:i4>
      </vt:variant>
    </vt:vector>
  </HeadingPairs>
  <TitlesOfParts>
    <vt:vector size="200" baseType="lpstr">
      <vt:lpstr>Arial</vt:lpstr>
      <vt:lpstr>Calibri</vt:lpstr>
      <vt:lpstr>Calibri Light</vt:lpstr>
      <vt:lpstr>Courier New</vt:lpstr>
      <vt:lpstr>DINOT</vt:lpstr>
      <vt:lpstr>Helvetica</vt:lpstr>
      <vt:lpstr>Times New Roman</vt:lpstr>
      <vt:lpstr>Wingdings</vt:lpstr>
      <vt:lpstr>1_Office Theme</vt:lpstr>
      <vt:lpstr>5_Office Theme</vt:lpstr>
      <vt:lpstr>7_Office Theme</vt:lpstr>
      <vt:lpstr>8_Office Theme</vt:lpstr>
      <vt:lpstr>9_Office Theme</vt:lpstr>
      <vt:lpstr>10_Office Theme</vt:lpstr>
      <vt:lpstr>12_Office Theme</vt:lpstr>
      <vt:lpstr>13_Office Theme</vt:lpstr>
      <vt:lpstr>14_Office Theme</vt:lpstr>
      <vt:lpstr>15_Office Theme</vt:lpstr>
      <vt:lpstr>16_Office Theme</vt:lpstr>
      <vt:lpstr>17_Office Theme</vt:lpstr>
      <vt:lpstr>18_Office Theme</vt:lpstr>
      <vt:lpstr>19_Office Theme</vt:lpstr>
      <vt:lpstr>31_Office Theme</vt:lpstr>
      <vt:lpstr>33_Office Theme</vt:lpstr>
      <vt:lpstr>34_Office Theme</vt:lpstr>
      <vt:lpstr>35_Office Theme</vt:lpstr>
      <vt:lpstr>36_Office Theme</vt:lpstr>
      <vt:lpstr>37_Office Theme</vt:lpstr>
      <vt:lpstr>38_Office Theme</vt:lpstr>
      <vt:lpstr>39_Office Theme</vt:lpstr>
      <vt:lpstr>40_Office Theme</vt:lpstr>
      <vt:lpstr>41_Office Theme</vt:lpstr>
      <vt:lpstr>42_Office Theme</vt:lpstr>
      <vt:lpstr>43_Office Theme</vt:lpstr>
      <vt:lpstr>44_Office Theme</vt:lpstr>
      <vt:lpstr>45_Office Theme</vt:lpstr>
      <vt:lpstr>46_Office Theme</vt:lpstr>
      <vt:lpstr>47_Office Theme</vt:lpstr>
      <vt:lpstr>48_Office Theme</vt:lpstr>
      <vt:lpstr>49_Office Theme</vt:lpstr>
      <vt:lpstr>50_Office Theme</vt:lpstr>
      <vt:lpstr>51_Office Theme</vt:lpstr>
      <vt:lpstr>52_Office Theme</vt:lpstr>
      <vt:lpstr>53_Office Theme</vt:lpstr>
      <vt:lpstr>54_Office Theme</vt:lpstr>
      <vt:lpstr>55_Office Theme</vt:lpstr>
      <vt:lpstr>56_Office Theme</vt:lpstr>
      <vt:lpstr>57_Office Theme</vt:lpstr>
      <vt:lpstr>58_Office Theme</vt:lpstr>
      <vt:lpstr>59_Office Theme</vt:lpstr>
      <vt:lpstr>60_Office Theme</vt:lpstr>
      <vt:lpstr>61_Office Theme</vt:lpstr>
      <vt:lpstr>62_Office Theme</vt:lpstr>
      <vt:lpstr>63_Office Theme</vt:lpstr>
      <vt:lpstr>64_Office Theme</vt:lpstr>
      <vt:lpstr>65_Office Theme</vt:lpstr>
      <vt:lpstr>66_Office Theme</vt:lpstr>
      <vt:lpstr>67_Office Theme</vt:lpstr>
      <vt:lpstr>68_Office Theme</vt:lpstr>
      <vt:lpstr>69_Office Theme</vt:lpstr>
      <vt:lpstr>70_Office Theme</vt:lpstr>
      <vt:lpstr>71_Office Theme</vt:lpstr>
      <vt:lpstr>72_Office Theme</vt:lpstr>
      <vt:lpstr>73_Office Theme</vt:lpstr>
      <vt:lpstr>74_Office Theme</vt:lpstr>
      <vt:lpstr>75_Office Theme</vt:lpstr>
      <vt:lpstr>76_Office Theme</vt:lpstr>
      <vt:lpstr>77_Office Theme</vt:lpstr>
      <vt:lpstr>78_Office Theme</vt:lpstr>
      <vt:lpstr>79_Office Theme</vt:lpstr>
      <vt:lpstr>80_Office Theme</vt:lpstr>
      <vt:lpstr>81_Office Theme</vt:lpstr>
      <vt:lpstr>83_Office Theme</vt:lpstr>
      <vt:lpstr>84_Office Theme</vt:lpstr>
      <vt:lpstr>85_Office Theme</vt:lpstr>
      <vt:lpstr>86_Office Theme</vt:lpstr>
      <vt:lpstr>87_Office Theme</vt:lpstr>
      <vt:lpstr>88_Office Theme</vt:lpstr>
      <vt:lpstr>89_Office Theme</vt:lpstr>
      <vt:lpstr>90_Office Theme</vt:lpstr>
      <vt:lpstr>91_Office Theme</vt:lpstr>
      <vt:lpstr>92_Office Theme</vt:lpstr>
      <vt:lpstr>96_Office Theme</vt:lpstr>
      <vt:lpstr>98_Office Theme</vt:lpstr>
      <vt:lpstr>99_Office Theme</vt:lpstr>
      <vt:lpstr>100_Office Theme</vt:lpstr>
      <vt:lpstr>101_Office Theme</vt:lpstr>
      <vt:lpstr>102_Office Theme</vt:lpstr>
      <vt:lpstr>103_Office Theme</vt:lpstr>
      <vt:lpstr>104_Office Theme</vt:lpstr>
      <vt:lpstr>105_Office Theme</vt:lpstr>
      <vt:lpstr>106_Office Theme</vt:lpstr>
      <vt:lpstr>107_Office Theme</vt:lpstr>
      <vt:lpstr>108_Office Theme</vt:lpstr>
      <vt:lpstr>109_Office Theme</vt:lpstr>
      <vt:lpstr>111_Office Theme</vt:lpstr>
      <vt:lpstr>112_Office Theme</vt:lpstr>
      <vt:lpstr>115_Office Theme</vt:lpstr>
      <vt:lpstr>118_Office Theme</vt:lpstr>
      <vt:lpstr>Office Theme</vt:lpstr>
      <vt:lpstr>2_Office Theme</vt:lpstr>
      <vt:lpstr>Firewall Training </vt:lpstr>
      <vt:lpstr>Lesson 1 Security Appliance Overview</vt:lpstr>
      <vt:lpstr>What Is a Firewall?</vt:lpstr>
      <vt:lpstr>  Security Appliances: What Are They?  </vt:lpstr>
      <vt:lpstr>Packet Filtering</vt:lpstr>
      <vt:lpstr> Proxy Server </vt:lpstr>
      <vt:lpstr>Stateful Packet Filtering</vt:lpstr>
      <vt:lpstr>Stateful Packet Inspection</vt:lpstr>
      <vt:lpstr>Application-Aware Inspection</vt:lpstr>
      <vt:lpstr>Modular Policy</vt:lpstr>
      <vt:lpstr>Next Generation Firewalls</vt:lpstr>
      <vt:lpstr>Contrast NGFW, NGIPS</vt:lpstr>
      <vt:lpstr>Compare NGFW, NGIPS</vt:lpstr>
      <vt:lpstr>Virtual Private Network</vt:lpstr>
      <vt:lpstr>Security Context (Virtual Firewall)</vt:lpstr>
      <vt:lpstr>Failover Capabilities: Active/Standby, Active/Active, and Stateful Failover</vt:lpstr>
      <vt:lpstr>Transparent Firewall</vt:lpstr>
      <vt:lpstr>Web-Based Management Solutions</vt:lpstr>
      <vt:lpstr>Summary</vt:lpstr>
      <vt:lpstr>Lesson 2 Getting Started with Security Applicances</vt:lpstr>
      <vt:lpstr>PowerPoint Presentation</vt:lpstr>
      <vt:lpstr>Security Appliance Access Modes</vt:lpstr>
      <vt:lpstr>Access Privileged Mode</vt:lpstr>
      <vt:lpstr>Access Configuration Mode: configure terminal Command</vt:lpstr>
      <vt:lpstr>help command</vt:lpstr>
      <vt:lpstr>PowerPoint Presentation</vt:lpstr>
      <vt:lpstr>Viewing and Saving Your Configuration</vt:lpstr>
      <vt:lpstr>Clearing Running Configuration</vt:lpstr>
      <vt:lpstr>Clearing Startup Configuration</vt:lpstr>
      <vt:lpstr>Reload the Configuration: reload Command</vt:lpstr>
      <vt:lpstr>File System</vt:lpstr>
      <vt:lpstr>Displaying Stored Files: System and Configuration</vt:lpstr>
      <vt:lpstr>Security Level Example</vt:lpstr>
      <vt:lpstr>PowerPoint Presentation</vt:lpstr>
      <vt:lpstr>show commands</vt:lpstr>
      <vt:lpstr>show memory</vt:lpstr>
      <vt:lpstr>show cpu usage</vt:lpstr>
      <vt:lpstr>show version</vt:lpstr>
      <vt:lpstr>show ip address</vt:lpstr>
      <vt:lpstr>show interface</vt:lpstr>
      <vt:lpstr>show nameif</vt:lpstr>
      <vt:lpstr>show run nat</vt:lpstr>
      <vt:lpstr>show run global</vt:lpstr>
      <vt:lpstr>show xlate</vt:lpstr>
      <vt:lpstr>show route</vt:lpstr>
      <vt:lpstr>ping Command</vt:lpstr>
      <vt:lpstr>traceroute</vt:lpstr>
      <vt:lpstr>PowerPoint Presentation</vt:lpstr>
      <vt:lpstr>Basic CLI Commands</vt:lpstr>
      <vt:lpstr>Assigning a Hostname to Security Appliance: Changing the CLI Prompt</vt:lpstr>
      <vt:lpstr>interface Command and Subcommands</vt:lpstr>
      <vt:lpstr>Assign an Interface Name: nameif Subcommand</vt:lpstr>
      <vt:lpstr>Assign Interface IP Address: ip address Subcommand</vt:lpstr>
      <vt:lpstr>DHCP-Assigned Address</vt:lpstr>
      <vt:lpstr>Assign a Security Level: security-level Subcommands</vt:lpstr>
      <vt:lpstr>Interfaces with Same Security Level: same-security-traffic Command</vt:lpstr>
      <vt:lpstr>Assign an Interface Speed and Duplex: speed and duplex SubCommands</vt:lpstr>
      <vt:lpstr>ASA Management Interface</vt:lpstr>
      <vt:lpstr>Enabling and Disabling Interfaces: shutdown Subcommand</vt:lpstr>
      <vt:lpstr>Network Address Translation </vt:lpstr>
      <vt:lpstr>Enable NAT Control </vt:lpstr>
      <vt:lpstr>nat command</vt:lpstr>
      <vt:lpstr>global command</vt:lpstr>
      <vt:lpstr>Configure a Static Route: route Command</vt:lpstr>
      <vt:lpstr>Host Name-to-IP-Address Mapping:  name Command</vt:lpstr>
      <vt:lpstr>Configuration Example</vt:lpstr>
      <vt:lpstr>Configuration Example</vt:lpstr>
      <vt:lpstr>Configuration Example</vt:lpstr>
      <vt:lpstr>Summary</vt:lpstr>
      <vt:lpstr>Lesson 3 Managing the Security Appliance</vt:lpstr>
      <vt:lpstr>PowerPoint Presentation</vt:lpstr>
      <vt:lpstr>Configuring Telnet Access to the Security Appliance Console</vt:lpstr>
      <vt:lpstr>Viewing and Disabling Telnet</vt:lpstr>
      <vt:lpstr>SSH Connections to the Security Appliance</vt:lpstr>
      <vt:lpstr>Configuring SSH Access to the Security Appliance Console</vt:lpstr>
      <vt:lpstr>Connecting to the Security Appliance with an SSH Client</vt:lpstr>
      <vt:lpstr>PowerPoint Presentation</vt:lpstr>
      <vt:lpstr>Viewing Directory Contents</vt:lpstr>
      <vt:lpstr>Copying Files</vt:lpstr>
      <vt:lpstr>Downloading and Backing Up Configuration Files Example</vt:lpstr>
      <vt:lpstr>Summary</vt:lpstr>
      <vt:lpstr>Lesson 4 Access Control List</vt:lpstr>
      <vt:lpstr>Security Appliance ACL Configuration</vt:lpstr>
      <vt:lpstr>Inbound Traffic to DMZ Web Server</vt:lpstr>
      <vt:lpstr>Create a Static Translation for Web Server</vt:lpstr>
      <vt:lpstr>access-list</vt:lpstr>
      <vt:lpstr>access-group</vt:lpstr>
      <vt:lpstr>show access-list Command</vt:lpstr>
      <vt:lpstr>clear access-list counters</vt:lpstr>
      <vt:lpstr>ACL Logging</vt:lpstr>
      <vt:lpstr>ACL Comments</vt:lpstr>
      <vt:lpstr>Inbound HTTP Access Solution</vt:lpstr>
      <vt:lpstr>icmp Command</vt:lpstr>
      <vt:lpstr>Summary</vt:lpstr>
      <vt:lpstr>Lesson 5 Adaptive Security Device Manager</vt:lpstr>
      <vt:lpstr>PowerPoint Presentation</vt:lpstr>
      <vt:lpstr>What Is ASDM?</vt:lpstr>
      <vt:lpstr>ASDM Browser Requirements</vt:lpstr>
      <vt:lpstr>Configure the Security Appliance to Use ASDM</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Firewall Training </dc:title>
  <dc:creator>Microsoft account</dc:creator>
  <cp:lastModifiedBy>Minh Dang</cp:lastModifiedBy>
  <cp:revision>29</cp:revision>
  <dcterms:created xsi:type="dcterms:W3CDTF">2021-04-09T13:01:10Z</dcterms:created>
  <dcterms:modified xsi:type="dcterms:W3CDTF">2022-07-24T01:33:01Z</dcterms:modified>
</cp:coreProperties>
</file>